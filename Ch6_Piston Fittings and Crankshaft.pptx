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saveSubsetFonts="1" autoCompressPictures="0">
  <p:sldMasterIdLst>
    <p:sldMasterId id="2147483662" r:id="rId1"/>
  </p:sldMasterIdLst>
  <p:notesMasterIdLst>
    <p:notesMasterId r:id="rId72"/>
  </p:notesMasterIdLst>
  <p:sldIdLst>
    <p:sldId id="273" r:id="rId2"/>
    <p:sldId id="282" r:id="rId3"/>
    <p:sldId id="332" r:id="rId4"/>
    <p:sldId id="333" r:id="rId5"/>
    <p:sldId id="331" r:id="rId6"/>
    <p:sldId id="334" r:id="rId7"/>
    <p:sldId id="339" r:id="rId8"/>
    <p:sldId id="279" r:id="rId9"/>
    <p:sldId id="338" r:id="rId10"/>
    <p:sldId id="335" r:id="rId11"/>
    <p:sldId id="388" r:id="rId12"/>
    <p:sldId id="389" r:id="rId13"/>
    <p:sldId id="337" r:id="rId14"/>
    <p:sldId id="336" r:id="rId15"/>
    <p:sldId id="340" r:id="rId16"/>
    <p:sldId id="342" r:id="rId17"/>
    <p:sldId id="344" r:id="rId18"/>
    <p:sldId id="341" r:id="rId19"/>
    <p:sldId id="343" r:id="rId20"/>
    <p:sldId id="353" r:id="rId21"/>
    <p:sldId id="354" r:id="rId22"/>
    <p:sldId id="355" r:id="rId23"/>
    <p:sldId id="357" r:id="rId24"/>
    <p:sldId id="395" r:id="rId25"/>
    <p:sldId id="396" r:id="rId26"/>
    <p:sldId id="360" r:id="rId27"/>
    <p:sldId id="359" r:id="rId28"/>
    <p:sldId id="361" r:id="rId29"/>
    <p:sldId id="362" r:id="rId30"/>
    <p:sldId id="363" r:id="rId31"/>
    <p:sldId id="364" r:id="rId32"/>
    <p:sldId id="366" r:id="rId33"/>
    <p:sldId id="365" r:id="rId34"/>
    <p:sldId id="350" r:id="rId35"/>
    <p:sldId id="351" r:id="rId36"/>
    <p:sldId id="352" r:id="rId37"/>
    <p:sldId id="345" r:id="rId38"/>
    <p:sldId id="346" r:id="rId39"/>
    <p:sldId id="348" r:id="rId40"/>
    <p:sldId id="347" r:id="rId41"/>
    <p:sldId id="367" r:id="rId42"/>
    <p:sldId id="368" r:id="rId43"/>
    <p:sldId id="369" r:id="rId44"/>
    <p:sldId id="371" r:id="rId45"/>
    <p:sldId id="372" r:id="rId46"/>
    <p:sldId id="397" r:id="rId47"/>
    <p:sldId id="398" r:id="rId48"/>
    <p:sldId id="373" r:id="rId49"/>
    <p:sldId id="376" r:id="rId50"/>
    <p:sldId id="377" r:id="rId51"/>
    <p:sldId id="374" r:id="rId52"/>
    <p:sldId id="375" r:id="rId53"/>
    <p:sldId id="385" r:id="rId54"/>
    <p:sldId id="386" r:id="rId55"/>
    <p:sldId id="387" r:id="rId56"/>
    <p:sldId id="378" r:id="rId57"/>
    <p:sldId id="379" r:id="rId58"/>
    <p:sldId id="380" r:id="rId59"/>
    <p:sldId id="381" r:id="rId60"/>
    <p:sldId id="382" r:id="rId61"/>
    <p:sldId id="384" r:id="rId62"/>
    <p:sldId id="383" r:id="rId63"/>
    <p:sldId id="393" r:id="rId64"/>
    <p:sldId id="390" r:id="rId65"/>
    <p:sldId id="391" r:id="rId66"/>
    <p:sldId id="392" r:id="rId67"/>
    <p:sldId id="280" r:id="rId68"/>
    <p:sldId id="284" r:id="rId69"/>
    <p:sldId id="394" r:id="rId70"/>
    <p:sldId id="399" r:id="rId71"/>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modifyVerifier cryptProviderType="rsaAES" cryptAlgorithmClass="hash" cryptAlgorithmType="typeAny" cryptAlgorithmSid="14" spinCount="100000" saltData="71MlwKs7sM8fIIfYl4PyeA==" hashData="fDpxhpNHcuZ0Ji8U0tQvbMkmx8aw1sdffQY+E767HU6uTaKcbsr9vvBoPCtPeOfGxAFw9hDwzdK4fGkk6p0iDw=="/>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56B"/>
    <a:srgbClr val="780811"/>
    <a:srgbClr val="EDF2F3"/>
    <a:srgbClr val="1C1C1C"/>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EB36346-DE9A-431D-AEDC-ADE9E7D1D1F5}" v="112" dt="2025-10-25T02:34:47.271"/>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6" autoAdjust="0"/>
    <p:restoredTop sz="94118" autoAdjust="0"/>
  </p:normalViewPr>
  <p:slideViewPr>
    <p:cSldViewPr snapToGrid="0" snapToObjects="1">
      <p:cViewPr varScale="1">
        <p:scale>
          <a:sx n="134" d="100"/>
          <a:sy n="134" d="100"/>
        </p:scale>
        <p:origin x="954" y="9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EB4E0B-10DA-0748-9772-375F167C48C3}" type="datetimeFigureOut">
              <a:rPr lang="en-US" smtClean="0"/>
              <a:t>10/25/2025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E224B6-AC52-144B-AED6-B20AEBA9C630}" type="slidenum">
              <a:rPr lang="en-US" smtClean="0"/>
              <a:t>‹#›</a:t>
            </a:fld>
            <a:endParaRPr lang="en-US"/>
          </a:p>
        </p:txBody>
      </p:sp>
    </p:spTree>
    <p:extLst>
      <p:ext uri="{BB962C8B-B14F-4D97-AF65-F5344CB8AC3E}">
        <p14:creationId xmlns:p14="http://schemas.microsoft.com/office/powerpoint/2010/main" val="402398924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defTabSz="447919">
              <a:defRPr/>
            </a:pPr>
            <a:endParaRPr lang="en-US" dirty="0"/>
          </a:p>
        </p:txBody>
      </p:sp>
      <p:sp>
        <p:nvSpPr>
          <p:cNvPr id="4" name="Slide Number Placeholder 3"/>
          <p:cNvSpPr>
            <a:spLocks noGrp="1"/>
          </p:cNvSpPr>
          <p:nvPr>
            <p:ph type="sldNum" sz="quarter" idx="10"/>
          </p:nvPr>
        </p:nvSpPr>
        <p:spPr/>
        <p:txBody>
          <a:bodyPr/>
          <a:lstStyle/>
          <a:p>
            <a:fld id="{1063461B-20B2-0D4B-AD29-BCDFF9922967}" type="slidenum">
              <a:rPr lang="en-US" smtClean="0">
                <a:solidFill>
                  <a:prstClr val="black"/>
                </a:solidFill>
                <a:latin typeface="Calibri"/>
              </a:rPr>
              <a:pPr/>
              <a:t>1</a:t>
            </a:fld>
            <a:endParaRPr lang="en-US">
              <a:solidFill>
                <a:prstClr val="black"/>
              </a:solidFill>
              <a:latin typeface="Calibri"/>
            </a:endParaRPr>
          </a:p>
        </p:txBody>
      </p:sp>
    </p:spTree>
    <p:extLst>
      <p:ext uri="{BB962C8B-B14F-4D97-AF65-F5344CB8AC3E}">
        <p14:creationId xmlns:p14="http://schemas.microsoft.com/office/powerpoint/2010/main" val="3366646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604546-D7C5-11B3-92A6-5C6822258EB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23263DF-6178-39A1-FAC7-56851B9D5876}"/>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752496F-D8F1-F56D-2F96-4823B04C42E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E9056E16-BF8A-8806-C5FA-DCB1B8591245}"/>
              </a:ext>
            </a:extLst>
          </p:cNvPr>
          <p:cNvSpPr>
            <a:spLocks noGrp="1"/>
          </p:cNvSpPr>
          <p:nvPr>
            <p:ph type="sldNum" sz="quarter" idx="5"/>
          </p:nvPr>
        </p:nvSpPr>
        <p:spPr/>
        <p:txBody>
          <a:bodyPr/>
          <a:lstStyle/>
          <a:p>
            <a:fld id="{52E224B6-AC52-144B-AED6-B20AEBA9C630}" type="slidenum">
              <a:rPr lang="en-US" smtClean="0"/>
              <a:t>3</a:t>
            </a:fld>
            <a:endParaRPr lang="en-US"/>
          </a:p>
        </p:txBody>
      </p:sp>
    </p:spTree>
    <p:extLst>
      <p:ext uri="{BB962C8B-B14F-4D97-AF65-F5344CB8AC3E}">
        <p14:creationId xmlns:p14="http://schemas.microsoft.com/office/powerpoint/2010/main" val="3013639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9DAEB1-6425-1628-3976-32B8D5B445B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72BD9CF-634E-0F03-403F-35E59B522EF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F543124-4FC8-C031-E1C6-F1542A63715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DC6779C-CD8B-2D57-A870-0DEF6A6D72E9}"/>
              </a:ext>
            </a:extLst>
          </p:cNvPr>
          <p:cNvSpPr>
            <a:spLocks noGrp="1"/>
          </p:cNvSpPr>
          <p:nvPr>
            <p:ph type="sldNum" sz="quarter" idx="5"/>
          </p:nvPr>
        </p:nvSpPr>
        <p:spPr/>
        <p:txBody>
          <a:bodyPr/>
          <a:lstStyle/>
          <a:p>
            <a:fld id="{52E224B6-AC52-144B-AED6-B20AEBA9C630}" type="slidenum">
              <a:rPr lang="en-US" smtClean="0"/>
              <a:t>4</a:t>
            </a:fld>
            <a:endParaRPr lang="en-US"/>
          </a:p>
        </p:txBody>
      </p:sp>
    </p:spTree>
    <p:extLst>
      <p:ext uri="{BB962C8B-B14F-4D97-AF65-F5344CB8AC3E}">
        <p14:creationId xmlns:p14="http://schemas.microsoft.com/office/powerpoint/2010/main" val="1630120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92BA9-1D44-FF9C-6BE5-516791C433E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16D7638-296A-8E27-4083-423FCC27C43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BE05CA8-DC48-F59E-89CE-FC84529EA9A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C77B071-A7CD-C8F9-5481-B49D86FD7ACB}"/>
              </a:ext>
            </a:extLst>
          </p:cNvPr>
          <p:cNvSpPr>
            <a:spLocks noGrp="1"/>
          </p:cNvSpPr>
          <p:nvPr>
            <p:ph type="sldNum" sz="quarter" idx="5"/>
          </p:nvPr>
        </p:nvSpPr>
        <p:spPr/>
        <p:txBody>
          <a:bodyPr/>
          <a:lstStyle/>
          <a:p>
            <a:fld id="{52E224B6-AC52-144B-AED6-B20AEBA9C630}" type="slidenum">
              <a:rPr lang="en-US" smtClean="0"/>
              <a:t>5</a:t>
            </a:fld>
            <a:endParaRPr lang="en-US"/>
          </a:p>
        </p:txBody>
      </p:sp>
    </p:spTree>
    <p:extLst>
      <p:ext uri="{BB962C8B-B14F-4D97-AF65-F5344CB8AC3E}">
        <p14:creationId xmlns:p14="http://schemas.microsoft.com/office/powerpoint/2010/main" val="1950616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152052-D806-432D-94B0-873662CD0F9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4BAF55A-34FD-C569-61EB-DD9CCE95194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BB7D2E9-D3B2-3FA7-3570-E12FEECC32A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2D8FC74-BADB-8E05-604B-8086588D8A7D}"/>
              </a:ext>
            </a:extLst>
          </p:cNvPr>
          <p:cNvSpPr>
            <a:spLocks noGrp="1"/>
          </p:cNvSpPr>
          <p:nvPr>
            <p:ph type="sldNum" sz="quarter" idx="5"/>
          </p:nvPr>
        </p:nvSpPr>
        <p:spPr/>
        <p:txBody>
          <a:bodyPr/>
          <a:lstStyle/>
          <a:p>
            <a:fld id="{52E224B6-AC52-144B-AED6-B20AEBA9C630}" type="slidenum">
              <a:rPr lang="en-US" smtClean="0"/>
              <a:t>6</a:t>
            </a:fld>
            <a:endParaRPr lang="en-US"/>
          </a:p>
        </p:txBody>
      </p:sp>
    </p:spTree>
    <p:extLst>
      <p:ext uri="{BB962C8B-B14F-4D97-AF65-F5344CB8AC3E}">
        <p14:creationId xmlns:p14="http://schemas.microsoft.com/office/powerpoint/2010/main" val="3128798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B0529-7C28-B8DA-7B12-99500EE5A06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D499013-9813-C7F5-1A31-4092A578A52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0E36F6F-8BCE-6142-352C-F77BF331727F}"/>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3C87A49-D70A-2360-9053-3909D4F73577}"/>
              </a:ext>
            </a:extLst>
          </p:cNvPr>
          <p:cNvSpPr>
            <a:spLocks noGrp="1"/>
          </p:cNvSpPr>
          <p:nvPr>
            <p:ph type="sldNum" sz="quarter" idx="5"/>
          </p:nvPr>
        </p:nvSpPr>
        <p:spPr/>
        <p:txBody>
          <a:bodyPr/>
          <a:lstStyle/>
          <a:p>
            <a:fld id="{52E224B6-AC52-144B-AED6-B20AEBA9C630}" type="slidenum">
              <a:rPr lang="en-US" smtClean="0"/>
              <a:t>7</a:t>
            </a:fld>
            <a:endParaRPr lang="en-US"/>
          </a:p>
        </p:txBody>
      </p:sp>
    </p:spTree>
    <p:extLst>
      <p:ext uri="{BB962C8B-B14F-4D97-AF65-F5344CB8AC3E}">
        <p14:creationId xmlns:p14="http://schemas.microsoft.com/office/powerpoint/2010/main" val="1067992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en-US" altLang="ko-KR" sz="1200" dirty="0"/>
              <a:t>Monobloc : </a:t>
            </a:r>
            <a:r>
              <a:rPr lang="ko-KR" altLang="en-US" sz="1200" dirty="0"/>
              <a:t>일체주조의</a:t>
            </a:r>
            <a:endParaRPr lang="en-US" altLang="ko-KR" sz="1200" dirty="0"/>
          </a:p>
          <a:p>
            <a:r>
              <a:rPr lang="en-US" altLang="ko-KR" sz="1200" dirty="0"/>
              <a:t>nodular cast iron : </a:t>
            </a:r>
            <a:r>
              <a:rPr lang="ko-KR" altLang="en-US" sz="1200" dirty="0"/>
              <a:t>구상 흑연 주철</a:t>
            </a:r>
            <a:endParaRPr lang="ko-KR" altLang="en-US" dirty="0"/>
          </a:p>
        </p:txBody>
      </p:sp>
      <p:sp>
        <p:nvSpPr>
          <p:cNvPr id="4" name="슬라이드 번호 개체 틀 3"/>
          <p:cNvSpPr>
            <a:spLocks noGrp="1"/>
          </p:cNvSpPr>
          <p:nvPr>
            <p:ph type="sldNum" sz="quarter" idx="5"/>
          </p:nvPr>
        </p:nvSpPr>
        <p:spPr/>
        <p:txBody>
          <a:bodyPr/>
          <a:lstStyle/>
          <a:p>
            <a:fld id="{52E224B6-AC52-144B-AED6-B20AEBA9C630}" type="slidenum">
              <a:rPr lang="en-US" smtClean="0"/>
              <a:t>8</a:t>
            </a:fld>
            <a:endParaRPr lang="en-US"/>
          </a:p>
        </p:txBody>
      </p:sp>
    </p:spTree>
    <p:extLst>
      <p:ext uri="{BB962C8B-B14F-4D97-AF65-F5344CB8AC3E}">
        <p14:creationId xmlns:p14="http://schemas.microsoft.com/office/powerpoint/2010/main" val="13213510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BE1D9A-A733-1740-5E30-AC491D249E3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F26B858-2593-7084-6469-2826B9B0EDE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385B6A3-9863-FECB-3247-E9EF3C3CEA9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86F92DB-1A01-2C89-FCBC-FCFD9EE9A834}"/>
              </a:ext>
            </a:extLst>
          </p:cNvPr>
          <p:cNvSpPr>
            <a:spLocks noGrp="1"/>
          </p:cNvSpPr>
          <p:nvPr>
            <p:ph type="sldNum" sz="quarter" idx="5"/>
          </p:nvPr>
        </p:nvSpPr>
        <p:spPr/>
        <p:txBody>
          <a:bodyPr/>
          <a:lstStyle/>
          <a:p>
            <a:fld id="{52E224B6-AC52-144B-AED6-B20AEBA9C630}" type="slidenum">
              <a:rPr lang="en-US" smtClean="0"/>
              <a:t>9</a:t>
            </a:fld>
            <a:endParaRPr lang="en-US"/>
          </a:p>
        </p:txBody>
      </p:sp>
    </p:spTree>
    <p:extLst>
      <p:ext uri="{BB962C8B-B14F-4D97-AF65-F5344CB8AC3E}">
        <p14:creationId xmlns:p14="http://schemas.microsoft.com/office/powerpoint/2010/main" val="32226817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B6B11-EE95-6AC4-5612-05B101994E3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2A44E11-02B4-C9E2-7629-99F82261161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B22FAE8-7E4F-8D57-4A27-B173A65B243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617A186-01DB-0F60-5BFA-238BCF9DEAD3}"/>
              </a:ext>
            </a:extLst>
          </p:cNvPr>
          <p:cNvSpPr>
            <a:spLocks noGrp="1"/>
          </p:cNvSpPr>
          <p:nvPr>
            <p:ph type="sldNum" sz="quarter" idx="5"/>
          </p:nvPr>
        </p:nvSpPr>
        <p:spPr/>
        <p:txBody>
          <a:bodyPr/>
          <a:lstStyle/>
          <a:p>
            <a:fld id="{52E224B6-AC52-144B-AED6-B20AEBA9C630}" type="slidenum">
              <a:rPr lang="en-US" smtClean="0"/>
              <a:t>10</a:t>
            </a:fld>
            <a:endParaRPr lang="en-US"/>
          </a:p>
        </p:txBody>
      </p:sp>
    </p:spTree>
    <p:extLst>
      <p:ext uri="{BB962C8B-B14F-4D97-AF65-F5344CB8AC3E}">
        <p14:creationId xmlns:p14="http://schemas.microsoft.com/office/powerpoint/2010/main" val="222861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404D10-8D07-F068-7F5C-A102FBECE32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2FD555B-FA36-61B9-5572-DD72451F92D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00D7313-A3F7-BF0E-60A5-2DEB782D271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BC7AAE2A-A228-6056-8425-2E7EACF708E5}"/>
              </a:ext>
            </a:extLst>
          </p:cNvPr>
          <p:cNvSpPr>
            <a:spLocks noGrp="1"/>
          </p:cNvSpPr>
          <p:nvPr>
            <p:ph type="sldNum" sz="quarter" idx="5"/>
          </p:nvPr>
        </p:nvSpPr>
        <p:spPr/>
        <p:txBody>
          <a:bodyPr/>
          <a:lstStyle/>
          <a:p>
            <a:fld id="{52E224B6-AC52-144B-AED6-B20AEBA9C630}" type="slidenum">
              <a:rPr lang="en-US" smtClean="0"/>
              <a:t>11</a:t>
            </a:fld>
            <a:endParaRPr lang="en-US"/>
          </a:p>
        </p:txBody>
      </p:sp>
    </p:spTree>
    <p:extLst>
      <p:ext uri="{BB962C8B-B14F-4D97-AF65-F5344CB8AC3E}">
        <p14:creationId xmlns:p14="http://schemas.microsoft.com/office/powerpoint/2010/main" val="42022585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F6C7B-09A2-0372-3D39-F947B86D410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B3A1BBA-80F3-0308-B52B-573FACB18F8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882E8BD-98B1-5A79-2D06-F1BBF341914A}"/>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2037A84-8596-EEF8-81EA-564A329750D6}"/>
              </a:ext>
            </a:extLst>
          </p:cNvPr>
          <p:cNvSpPr>
            <a:spLocks noGrp="1"/>
          </p:cNvSpPr>
          <p:nvPr>
            <p:ph type="sldNum" sz="quarter" idx="5"/>
          </p:nvPr>
        </p:nvSpPr>
        <p:spPr/>
        <p:txBody>
          <a:bodyPr/>
          <a:lstStyle/>
          <a:p>
            <a:fld id="{52E224B6-AC52-144B-AED6-B20AEBA9C630}" type="slidenum">
              <a:rPr lang="en-US" smtClean="0"/>
              <a:t>12</a:t>
            </a:fld>
            <a:endParaRPr lang="en-US"/>
          </a:p>
        </p:txBody>
      </p:sp>
    </p:spTree>
    <p:extLst>
      <p:ext uri="{BB962C8B-B14F-4D97-AF65-F5344CB8AC3E}">
        <p14:creationId xmlns:p14="http://schemas.microsoft.com/office/powerpoint/2010/main" val="10272225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21697F-3549-DF25-444E-56A31DE8407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418C81C-5D50-DC86-3730-28CAD6A8B74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4CB12E2-EF3C-018D-EC9A-3EEA78C5396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6CE5AB9-7B31-DFE1-F11E-60A04F949585}"/>
              </a:ext>
            </a:extLst>
          </p:cNvPr>
          <p:cNvSpPr>
            <a:spLocks noGrp="1"/>
          </p:cNvSpPr>
          <p:nvPr>
            <p:ph type="sldNum" sz="quarter" idx="5"/>
          </p:nvPr>
        </p:nvSpPr>
        <p:spPr/>
        <p:txBody>
          <a:bodyPr/>
          <a:lstStyle/>
          <a:p>
            <a:fld id="{52E224B6-AC52-144B-AED6-B20AEBA9C630}" type="slidenum">
              <a:rPr lang="en-US" smtClean="0"/>
              <a:t>13</a:t>
            </a:fld>
            <a:endParaRPr lang="en-US"/>
          </a:p>
        </p:txBody>
      </p:sp>
    </p:spTree>
    <p:extLst>
      <p:ext uri="{BB962C8B-B14F-4D97-AF65-F5344CB8AC3E}">
        <p14:creationId xmlns:p14="http://schemas.microsoft.com/office/powerpoint/2010/main" val="29520768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EEE09-0218-2B7B-4DC4-62E8402B838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9278073-206B-5160-76E7-1C2E2EF8829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81018EF-9EC3-C681-665D-B4B6B38F50B3}"/>
              </a:ext>
            </a:extLst>
          </p:cNvPr>
          <p:cNvSpPr>
            <a:spLocks noGrp="1"/>
          </p:cNvSpPr>
          <p:nvPr>
            <p:ph type="body" idx="1"/>
          </p:nvPr>
        </p:nvSpPr>
        <p:spPr/>
        <p:txBody>
          <a:bodyPr/>
          <a:lstStyle/>
          <a:p>
            <a:r>
              <a:rPr lang="en-US" altLang="ko-KR" sz="1200" dirty="0"/>
              <a:t>Inclined : </a:t>
            </a:r>
            <a:r>
              <a:rPr lang="ko-KR" altLang="en-US" sz="1200" dirty="0"/>
              <a:t>경사</a:t>
            </a:r>
            <a:endParaRPr lang="en-US" altLang="ko-KR" sz="1200" dirty="0"/>
          </a:p>
          <a:p>
            <a:r>
              <a:rPr lang="en-US" altLang="ko-KR" sz="1200" dirty="0"/>
              <a:t>Serrated : </a:t>
            </a:r>
            <a:r>
              <a:rPr lang="ko-KR" altLang="en-US" sz="1200" dirty="0"/>
              <a:t>톱니모양의</a:t>
            </a:r>
            <a:endParaRPr lang="ko-KR" altLang="en-US" dirty="0"/>
          </a:p>
        </p:txBody>
      </p:sp>
      <p:sp>
        <p:nvSpPr>
          <p:cNvPr id="4" name="슬라이드 번호 개체 틀 3">
            <a:extLst>
              <a:ext uri="{FF2B5EF4-FFF2-40B4-BE49-F238E27FC236}">
                <a16:creationId xmlns:a16="http://schemas.microsoft.com/office/drawing/2014/main" id="{00546421-7239-CCFA-97DD-3CC57BB2E845}"/>
              </a:ext>
            </a:extLst>
          </p:cNvPr>
          <p:cNvSpPr>
            <a:spLocks noGrp="1"/>
          </p:cNvSpPr>
          <p:nvPr>
            <p:ph type="sldNum" sz="quarter" idx="5"/>
          </p:nvPr>
        </p:nvSpPr>
        <p:spPr/>
        <p:txBody>
          <a:bodyPr/>
          <a:lstStyle/>
          <a:p>
            <a:fld id="{52E224B6-AC52-144B-AED6-B20AEBA9C630}" type="slidenum">
              <a:rPr lang="en-US" smtClean="0"/>
              <a:t>14</a:t>
            </a:fld>
            <a:endParaRPr lang="en-US"/>
          </a:p>
        </p:txBody>
      </p:sp>
    </p:spTree>
    <p:extLst>
      <p:ext uri="{BB962C8B-B14F-4D97-AF65-F5344CB8AC3E}">
        <p14:creationId xmlns:p14="http://schemas.microsoft.com/office/powerpoint/2010/main" val="1920071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BF13B-F790-B94D-F9F6-7AB2071B71D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F1DDF6F-0A89-B07F-EE37-5021A39BF8C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2C907B1-2C94-B09E-3E1F-22A6ABE1C7E5}"/>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7763E02-F120-D481-B71C-85829F9C1400}"/>
              </a:ext>
            </a:extLst>
          </p:cNvPr>
          <p:cNvSpPr>
            <a:spLocks noGrp="1"/>
          </p:cNvSpPr>
          <p:nvPr>
            <p:ph type="sldNum" sz="quarter" idx="5"/>
          </p:nvPr>
        </p:nvSpPr>
        <p:spPr/>
        <p:txBody>
          <a:bodyPr/>
          <a:lstStyle/>
          <a:p>
            <a:fld id="{52E224B6-AC52-144B-AED6-B20AEBA9C630}" type="slidenum">
              <a:rPr lang="en-US" smtClean="0"/>
              <a:t>15</a:t>
            </a:fld>
            <a:endParaRPr lang="en-US"/>
          </a:p>
        </p:txBody>
      </p:sp>
    </p:spTree>
    <p:extLst>
      <p:ext uri="{BB962C8B-B14F-4D97-AF65-F5344CB8AC3E}">
        <p14:creationId xmlns:p14="http://schemas.microsoft.com/office/powerpoint/2010/main" val="805391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0FF1CE-F9E6-FA69-0B86-D848F7EC942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EAF63C-45B9-A938-4AE6-018EB83FA1CA}"/>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B3C58D8-9D90-80CB-D531-DC46D836B48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1D1D5FD-5172-B0D5-5DC2-23CB435DE7C1}"/>
              </a:ext>
            </a:extLst>
          </p:cNvPr>
          <p:cNvSpPr>
            <a:spLocks noGrp="1"/>
          </p:cNvSpPr>
          <p:nvPr>
            <p:ph type="sldNum" sz="quarter" idx="5"/>
          </p:nvPr>
        </p:nvSpPr>
        <p:spPr/>
        <p:txBody>
          <a:bodyPr/>
          <a:lstStyle/>
          <a:p>
            <a:fld id="{52E224B6-AC52-144B-AED6-B20AEBA9C630}" type="slidenum">
              <a:rPr lang="en-US" smtClean="0"/>
              <a:t>16</a:t>
            </a:fld>
            <a:endParaRPr lang="en-US"/>
          </a:p>
        </p:txBody>
      </p:sp>
    </p:spTree>
    <p:extLst>
      <p:ext uri="{BB962C8B-B14F-4D97-AF65-F5344CB8AC3E}">
        <p14:creationId xmlns:p14="http://schemas.microsoft.com/office/powerpoint/2010/main" val="40831690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C9AAB-FA56-4DC8-D025-04DCF647F74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616C2A7-E8E6-24BF-D7C7-E70516186F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37B646A-BB1C-A02B-9E1D-4A256949DCF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5DFFE1A-2098-456D-647A-BA0C3CFE5657}"/>
              </a:ext>
            </a:extLst>
          </p:cNvPr>
          <p:cNvSpPr>
            <a:spLocks noGrp="1"/>
          </p:cNvSpPr>
          <p:nvPr>
            <p:ph type="sldNum" sz="quarter" idx="5"/>
          </p:nvPr>
        </p:nvSpPr>
        <p:spPr/>
        <p:txBody>
          <a:bodyPr/>
          <a:lstStyle/>
          <a:p>
            <a:fld id="{52E224B6-AC52-144B-AED6-B20AEBA9C630}" type="slidenum">
              <a:rPr lang="en-US" smtClean="0"/>
              <a:t>17</a:t>
            </a:fld>
            <a:endParaRPr lang="en-US"/>
          </a:p>
        </p:txBody>
      </p:sp>
    </p:spTree>
    <p:extLst>
      <p:ext uri="{BB962C8B-B14F-4D97-AF65-F5344CB8AC3E}">
        <p14:creationId xmlns:p14="http://schemas.microsoft.com/office/powerpoint/2010/main" val="1226436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91A10-32C5-A8BC-A8A6-C2137A77E54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34616FF-F816-D96A-8247-F1006841AC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47942B7-7E4E-FEB2-487B-F8235FE4F74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8336EA3-F8F5-CF6A-AAD2-1261E5C30417}"/>
              </a:ext>
            </a:extLst>
          </p:cNvPr>
          <p:cNvSpPr>
            <a:spLocks noGrp="1"/>
          </p:cNvSpPr>
          <p:nvPr>
            <p:ph type="sldNum" sz="quarter" idx="5"/>
          </p:nvPr>
        </p:nvSpPr>
        <p:spPr/>
        <p:txBody>
          <a:bodyPr/>
          <a:lstStyle/>
          <a:p>
            <a:fld id="{52E224B6-AC52-144B-AED6-B20AEBA9C630}" type="slidenum">
              <a:rPr lang="en-US" smtClean="0"/>
              <a:t>18</a:t>
            </a:fld>
            <a:endParaRPr lang="en-US"/>
          </a:p>
        </p:txBody>
      </p:sp>
    </p:spTree>
    <p:extLst>
      <p:ext uri="{BB962C8B-B14F-4D97-AF65-F5344CB8AC3E}">
        <p14:creationId xmlns:p14="http://schemas.microsoft.com/office/powerpoint/2010/main" val="4428416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8EB75-FD4A-4D37-3FBC-C10B90FAA9E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EE65186-0F70-24C3-ECC2-BFE374319F5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6AC6CE5-9F32-89DD-0CFD-0B8BE7CA16F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5746CE9-443C-217E-23A2-CD0668F084F0}"/>
              </a:ext>
            </a:extLst>
          </p:cNvPr>
          <p:cNvSpPr>
            <a:spLocks noGrp="1"/>
          </p:cNvSpPr>
          <p:nvPr>
            <p:ph type="sldNum" sz="quarter" idx="5"/>
          </p:nvPr>
        </p:nvSpPr>
        <p:spPr/>
        <p:txBody>
          <a:bodyPr/>
          <a:lstStyle/>
          <a:p>
            <a:fld id="{52E224B6-AC52-144B-AED6-B20AEBA9C630}" type="slidenum">
              <a:rPr lang="en-US" smtClean="0"/>
              <a:t>19</a:t>
            </a:fld>
            <a:endParaRPr lang="en-US"/>
          </a:p>
        </p:txBody>
      </p:sp>
    </p:spTree>
    <p:extLst>
      <p:ext uri="{BB962C8B-B14F-4D97-AF65-F5344CB8AC3E}">
        <p14:creationId xmlns:p14="http://schemas.microsoft.com/office/powerpoint/2010/main" val="27914737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F406A-EEAE-1C9A-6531-987F21796A8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ADB3CEB-74F6-D64E-EC19-7AD226DFAF4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B0F01DE-3AB6-BAC9-26DF-44DC3B4A2F5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45F557E-624C-DAD3-21A6-AD847F7696C6}"/>
              </a:ext>
            </a:extLst>
          </p:cNvPr>
          <p:cNvSpPr>
            <a:spLocks noGrp="1"/>
          </p:cNvSpPr>
          <p:nvPr>
            <p:ph type="sldNum" sz="quarter" idx="5"/>
          </p:nvPr>
        </p:nvSpPr>
        <p:spPr/>
        <p:txBody>
          <a:bodyPr/>
          <a:lstStyle/>
          <a:p>
            <a:fld id="{52E224B6-AC52-144B-AED6-B20AEBA9C630}" type="slidenum">
              <a:rPr lang="en-US" smtClean="0"/>
              <a:t>20</a:t>
            </a:fld>
            <a:endParaRPr lang="en-US"/>
          </a:p>
        </p:txBody>
      </p:sp>
    </p:spTree>
    <p:extLst>
      <p:ext uri="{BB962C8B-B14F-4D97-AF65-F5344CB8AC3E}">
        <p14:creationId xmlns:p14="http://schemas.microsoft.com/office/powerpoint/2010/main" val="3248863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E14D4-BD18-FF7E-B6B4-D3AB2988513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DEE4FE5-B60E-1145-DEEA-A6B58510D9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071DCA5-637C-24C9-FCC9-E1E8DB4764B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23D7AE3-304A-A530-DBB9-621521543660}"/>
              </a:ext>
            </a:extLst>
          </p:cNvPr>
          <p:cNvSpPr>
            <a:spLocks noGrp="1"/>
          </p:cNvSpPr>
          <p:nvPr>
            <p:ph type="sldNum" sz="quarter" idx="5"/>
          </p:nvPr>
        </p:nvSpPr>
        <p:spPr/>
        <p:txBody>
          <a:bodyPr/>
          <a:lstStyle/>
          <a:p>
            <a:fld id="{52E224B6-AC52-144B-AED6-B20AEBA9C630}" type="slidenum">
              <a:rPr lang="en-US" smtClean="0"/>
              <a:t>21</a:t>
            </a:fld>
            <a:endParaRPr lang="en-US"/>
          </a:p>
        </p:txBody>
      </p:sp>
    </p:spTree>
    <p:extLst>
      <p:ext uri="{BB962C8B-B14F-4D97-AF65-F5344CB8AC3E}">
        <p14:creationId xmlns:p14="http://schemas.microsoft.com/office/powerpoint/2010/main" val="31092309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49F14-E545-0C0F-C50D-6A284FB8921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CB48CE4-5DE2-B060-D259-BD97DB573C6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5A1EDF3-6E06-5ECF-8C66-ED60EC1356A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A9F4E46-98CA-C902-247B-B4909BB50981}"/>
              </a:ext>
            </a:extLst>
          </p:cNvPr>
          <p:cNvSpPr>
            <a:spLocks noGrp="1"/>
          </p:cNvSpPr>
          <p:nvPr>
            <p:ph type="sldNum" sz="quarter" idx="5"/>
          </p:nvPr>
        </p:nvSpPr>
        <p:spPr/>
        <p:txBody>
          <a:bodyPr/>
          <a:lstStyle/>
          <a:p>
            <a:fld id="{52E224B6-AC52-144B-AED6-B20AEBA9C630}" type="slidenum">
              <a:rPr lang="en-US" smtClean="0"/>
              <a:t>22</a:t>
            </a:fld>
            <a:endParaRPr lang="en-US"/>
          </a:p>
        </p:txBody>
      </p:sp>
    </p:spTree>
    <p:extLst>
      <p:ext uri="{BB962C8B-B14F-4D97-AF65-F5344CB8AC3E}">
        <p14:creationId xmlns:p14="http://schemas.microsoft.com/office/powerpoint/2010/main" val="17328650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68B5B-B3AF-C4CE-CF90-22CBD0F3198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C68ED2B-5850-C0E2-FDC5-B33BF544E0F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20A2980-AF26-1D83-5E51-29CF9D79F7AF}"/>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CB98501-A111-21EC-D42C-77F19A23FF35}"/>
              </a:ext>
            </a:extLst>
          </p:cNvPr>
          <p:cNvSpPr>
            <a:spLocks noGrp="1"/>
          </p:cNvSpPr>
          <p:nvPr>
            <p:ph type="sldNum" sz="quarter" idx="5"/>
          </p:nvPr>
        </p:nvSpPr>
        <p:spPr/>
        <p:txBody>
          <a:bodyPr/>
          <a:lstStyle/>
          <a:p>
            <a:fld id="{52E224B6-AC52-144B-AED6-B20AEBA9C630}" type="slidenum">
              <a:rPr lang="en-US" smtClean="0"/>
              <a:t>23</a:t>
            </a:fld>
            <a:endParaRPr lang="en-US"/>
          </a:p>
        </p:txBody>
      </p:sp>
    </p:spTree>
    <p:extLst>
      <p:ext uri="{BB962C8B-B14F-4D97-AF65-F5344CB8AC3E}">
        <p14:creationId xmlns:p14="http://schemas.microsoft.com/office/powerpoint/2010/main" val="33896865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762741-9968-79A5-0DFA-B90ADD0F769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5DED742-E261-C94B-A02D-9482C4D799A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3CBFBD1-E6C7-81FA-6CF0-191DA58DA72F}"/>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323DFDB-BDB2-CCED-5B9E-43E758F39B1C}"/>
              </a:ext>
            </a:extLst>
          </p:cNvPr>
          <p:cNvSpPr>
            <a:spLocks noGrp="1"/>
          </p:cNvSpPr>
          <p:nvPr>
            <p:ph type="sldNum" sz="quarter" idx="5"/>
          </p:nvPr>
        </p:nvSpPr>
        <p:spPr/>
        <p:txBody>
          <a:bodyPr/>
          <a:lstStyle/>
          <a:p>
            <a:fld id="{52E224B6-AC52-144B-AED6-B20AEBA9C630}" type="slidenum">
              <a:rPr lang="en-US" smtClean="0"/>
              <a:t>24</a:t>
            </a:fld>
            <a:endParaRPr lang="en-US"/>
          </a:p>
        </p:txBody>
      </p:sp>
    </p:spTree>
    <p:extLst>
      <p:ext uri="{BB962C8B-B14F-4D97-AF65-F5344CB8AC3E}">
        <p14:creationId xmlns:p14="http://schemas.microsoft.com/office/powerpoint/2010/main" val="8694529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4753B-47FC-B7E1-9B21-422B8035783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67E0D84-118A-315E-2F25-414E4CEA6FF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5378F53-6C7E-FCA1-44C9-B0B26DB78D0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18FA0DB-1891-32B5-A371-DD68A5EBBF64}"/>
              </a:ext>
            </a:extLst>
          </p:cNvPr>
          <p:cNvSpPr>
            <a:spLocks noGrp="1"/>
          </p:cNvSpPr>
          <p:nvPr>
            <p:ph type="sldNum" sz="quarter" idx="5"/>
          </p:nvPr>
        </p:nvSpPr>
        <p:spPr/>
        <p:txBody>
          <a:bodyPr/>
          <a:lstStyle/>
          <a:p>
            <a:fld id="{52E224B6-AC52-144B-AED6-B20AEBA9C630}" type="slidenum">
              <a:rPr lang="en-US" smtClean="0"/>
              <a:t>25</a:t>
            </a:fld>
            <a:endParaRPr lang="en-US"/>
          </a:p>
        </p:txBody>
      </p:sp>
    </p:spTree>
    <p:extLst>
      <p:ext uri="{BB962C8B-B14F-4D97-AF65-F5344CB8AC3E}">
        <p14:creationId xmlns:p14="http://schemas.microsoft.com/office/powerpoint/2010/main" val="34211884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B9F1C-C3FF-9F3A-DDD9-1766FCD73D6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FCD045C-0515-1B7E-CBA7-2A1973109B7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918D41D-E72D-64BF-EBA1-94DD207A705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109DA7A-8063-C20B-6547-18E8FE3627E7}"/>
              </a:ext>
            </a:extLst>
          </p:cNvPr>
          <p:cNvSpPr>
            <a:spLocks noGrp="1"/>
          </p:cNvSpPr>
          <p:nvPr>
            <p:ph type="sldNum" sz="quarter" idx="5"/>
          </p:nvPr>
        </p:nvSpPr>
        <p:spPr/>
        <p:txBody>
          <a:bodyPr/>
          <a:lstStyle/>
          <a:p>
            <a:fld id="{52E224B6-AC52-144B-AED6-B20AEBA9C630}" type="slidenum">
              <a:rPr lang="en-US" smtClean="0"/>
              <a:t>26</a:t>
            </a:fld>
            <a:endParaRPr lang="en-US"/>
          </a:p>
        </p:txBody>
      </p:sp>
    </p:spTree>
    <p:extLst>
      <p:ext uri="{BB962C8B-B14F-4D97-AF65-F5344CB8AC3E}">
        <p14:creationId xmlns:p14="http://schemas.microsoft.com/office/powerpoint/2010/main" val="24183329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6DAFF0-49AF-7248-5639-B8608E597FD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F24BFC-C271-3BFF-1784-DD9AA69141D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BA579EE-043F-BC17-5D9E-4ED3D5AA97DE}"/>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9E42F25-2222-8CCC-8FF0-F9F97091C2CF}"/>
              </a:ext>
            </a:extLst>
          </p:cNvPr>
          <p:cNvSpPr>
            <a:spLocks noGrp="1"/>
          </p:cNvSpPr>
          <p:nvPr>
            <p:ph type="sldNum" sz="quarter" idx="5"/>
          </p:nvPr>
        </p:nvSpPr>
        <p:spPr/>
        <p:txBody>
          <a:bodyPr/>
          <a:lstStyle/>
          <a:p>
            <a:fld id="{52E224B6-AC52-144B-AED6-B20AEBA9C630}" type="slidenum">
              <a:rPr lang="en-US" smtClean="0"/>
              <a:t>27</a:t>
            </a:fld>
            <a:endParaRPr lang="en-US"/>
          </a:p>
        </p:txBody>
      </p:sp>
    </p:spTree>
    <p:extLst>
      <p:ext uri="{BB962C8B-B14F-4D97-AF65-F5344CB8AC3E}">
        <p14:creationId xmlns:p14="http://schemas.microsoft.com/office/powerpoint/2010/main" val="42450429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2C2E7-559B-4D89-AEC7-FE4BE28FFE6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53BBD02-390C-7F3C-D9B6-32710814BE8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562A892-9631-1B6E-A2F6-C726E8E68FA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E906622-E610-21E5-961C-2241195E0847}"/>
              </a:ext>
            </a:extLst>
          </p:cNvPr>
          <p:cNvSpPr>
            <a:spLocks noGrp="1"/>
          </p:cNvSpPr>
          <p:nvPr>
            <p:ph type="sldNum" sz="quarter" idx="5"/>
          </p:nvPr>
        </p:nvSpPr>
        <p:spPr/>
        <p:txBody>
          <a:bodyPr/>
          <a:lstStyle/>
          <a:p>
            <a:fld id="{52E224B6-AC52-144B-AED6-B20AEBA9C630}" type="slidenum">
              <a:rPr lang="en-US" smtClean="0"/>
              <a:t>28</a:t>
            </a:fld>
            <a:endParaRPr lang="en-US"/>
          </a:p>
        </p:txBody>
      </p:sp>
    </p:spTree>
    <p:extLst>
      <p:ext uri="{BB962C8B-B14F-4D97-AF65-F5344CB8AC3E}">
        <p14:creationId xmlns:p14="http://schemas.microsoft.com/office/powerpoint/2010/main" val="391030774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94A154-E1CF-9D6D-CE9E-0853CB878E7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17BF5AE-3AE9-8328-7130-7725AB2E893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B633C07-D764-751C-59AB-86D3C741B8C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7EC0F2C-EAB3-B5D9-672C-77871D890376}"/>
              </a:ext>
            </a:extLst>
          </p:cNvPr>
          <p:cNvSpPr>
            <a:spLocks noGrp="1"/>
          </p:cNvSpPr>
          <p:nvPr>
            <p:ph type="sldNum" sz="quarter" idx="5"/>
          </p:nvPr>
        </p:nvSpPr>
        <p:spPr/>
        <p:txBody>
          <a:bodyPr/>
          <a:lstStyle/>
          <a:p>
            <a:fld id="{52E224B6-AC52-144B-AED6-B20AEBA9C630}" type="slidenum">
              <a:rPr lang="en-US" smtClean="0"/>
              <a:t>29</a:t>
            </a:fld>
            <a:endParaRPr lang="en-US"/>
          </a:p>
        </p:txBody>
      </p:sp>
    </p:spTree>
    <p:extLst>
      <p:ext uri="{BB962C8B-B14F-4D97-AF65-F5344CB8AC3E}">
        <p14:creationId xmlns:p14="http://schemas.microsoft.com/office/powerpoint/2010/main" val="30196537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65ED2-990A-FFF9-3FAF-D368739F60F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412CAD80-7F27-38FF-BFDB-5B27B556D1A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2120710-FB5F-5BD6-B6D7-1CECDF34C42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7FC3DF8-0D94-87B3-408E-6BEEF35EDA7A}"/>
              </a:ext>
            </a:extLst>
          </p:cNvPr>
          <p:cNvSpPr>
            <a:spLocks noGrp="1"/>
          </p:cNvSpPr>
          <p:nvPr>
            <p:ph type="sldNum" sz="quarter" idx="5"/>
          </p:nvPr>
        </p:nvSpPr>
        <p:spPr/>
        <p:txBody>
          <a:bodyPr/>
          <a:lstStyle/>
          <a:p>
            <a:fld id="{52E224B6-AC52-144B-AED6-B20AEBA9C630}" type="slidenum">
              <a:rPr lang="en-US" smtClean="0"/>
              <a:t>30</a:t>
            </a:fld>
            <a:endParaRPr lang="en-US"/>
          </a:p>
        </p:txBody>
      </p:sp>
    </p:spTree>
    <p:extLst>
      <p:ext uri="{BB962C8B-B14F-4D97-AF65-F5344CB8AC3E}">
        <p14:creationId xmlns:p14="http://schemas.microsoft.com/office/powerpoint/2010/main" val="85185602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4E8AC4-CCF3-AB64-EE69-58520CE275D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11D0FA6-4B7F-6283-0320-41C010E89DB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845104D-6940-E380-B361-6EBDBC4489B4}"/>
              </a:ext>
            </a:extLst>
          </p:cNvPr>
          <p:cNvSpPr>
            <a:spLocks noGrp="1"/>
          </p:cNvSpPr>
          <p:nvPr>
            <p:ph type="body" idx="1"/>
          </p:nvPr>
        </p:nvSpPr>
        <p:spPr/>
        <p:txBody>
          <a:bodyPr/>
          <a:lstStyle/>
          <a:p>
            <a:r>
              <a:rPr lang="en-US" altLang="ko-KR" dirty="0"/>
              <a:t>Level : </a:t>
            </a:r>
            <a:r>
              <a:rPr lang="ko-KR" altLang="en-US" dirty="0"/>
              <a:t>평평한</a:t>
            </a:r>
          </a:p>
        </p:txBody>
      </p:sp>
      <p:sp>
        <p:nvSpPr>
          <p:cNvPr id="4" name="슬라이드 번호 개체 틀 3">
            <a:extLst>
              <a:ext uri="{FF2B5EF4-FFF2-40B4-BE49-F238E27FC236}">
                <a16:creationId xmlns:a16="http://schemas.microsoft.com/office/drawing/2014/main" id="{E31B3C9C-7E03-BD8F-A3BC-5CF7B4AB20FF}"/>
              </a:ext>
            </a:extLst>
          </p:cNvPr>
          <p:cNvSpPr>
            <a:spLocks noGrp="1"/>
          </p:cNvSpPr>
          <p:nvPr>
            <p:ph type="sldNum" sz="quarter" idx="5"/>
          </p:nvPr>
        </p:nvSpPr>
        <p:spPr/>
        <p:txBody>
          <a:bodyPr/>
          <a:lstStyle/>
          <a:p>
            <a:fld id="{52E224B6-AC52-144B-AED6-B20AEBA9C630}" type="slidenum">
              <a:rPr lang="en-US" smtClean="0"/>
              <a:t>31</a:t>
            </a:fld>
            <a:endParaRPr lang="en-US"/>
          </a:p>
        </p:txBody>
      </p:sp>
    </p:spTree>
    <p:extLst>
      <p:ext uri="{BB962C8B-B14F-4D97-AF65-F5344CB8AC3E}">
        <p14:creationId xmlns:p14="http://schemas.microsoft.com/office/powerpoint/2010/main" val="401725119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7C3E8B-1EC5-6C36-F6DC-FE275BA8C50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C0619A-C91F-AAE3-23C1-84515F72DCF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AB514E7-57D6-9BC4-7DD4-C3031854BC3E}"/>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A6730BA-7280-19A0-5FB0-33821A2A0F2B}"/>
              </a:ext>
            </a:extLst>
          </p:cNvPr>
          <p:cNvSpPr>
            <a:spLocks noGrp="1"/>
          </p:cNvSpPr>
          <p:nvPr>
            <p:ph type="sldNum" sz="quarter" idx="5"/>
          </p:nvPr>
        </p:nvSpPr>
        <p:spPr/>
        <p:txBody>
          <a:bodyPr/>
          <a:lstStyle/>
          <a:p>
            <a:fld id="{52E224B6-AC52-144B-AED6-B20AEBA9C630}" type="slidenum">
              <a:rPr lang="en-US" smtClean="0"/>
              <a:t>32</a:t>
            </a:fld>
            <a:endParaRPr lang="en-US"/>
          </a:p>
        </p:txBody>
      </p:sp>
    </p:spTree>
    <p:extLst>
      <p:ext uri="{BB962C8B-B14F-4D97-AF65-F5344CB8AC3E}">
        <p14:creationId xmlns:p14="http://schemas.microsoft.com/office/powerpoint/2010/main" val="10180870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9F9D1-93BA-2B78-C96C-0AF0F188E55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D26D01A-4553-9EF1-1594-A77188F6CCB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CCCF7B8-2A97-DFD2-53D1-51396A5DD7B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4B22BD3-CF6F-6D54-9B22-333C110BDF99}"/>
              </a:ext>
            </a:extLst>
          </p:cNvPr>
          <p:cNvSpPr>
            <a:spLocks noGrp="1"/>
          </p:cNvSpPr>
          <p:nvPr>
            <p:ph type="sldNum" sz="quarter" idx="5"/>
          </p:nvPr>
        </p:nvSpPr>
        <p:spPr/>
        <p:txBody>
          <a:bodyPr/>
          <a:lstStyle/>
          <a:p>
            <a:fld id="{52E224B6-AC52-144B-AED6-B20AEBA9C630}" type="slidenum">
              <a:rPr lang="en-US" smtClean="0"/>
              <a:t>33</a:t>
            </a:fld>
            <a:endParaRPr lang="en-US"/>
          </a:p>
        </p:txBody>
      </p:sp>
    </p:spTree>
    <p:extLst>
      <p:ext uri="{BB962C8B-B14F-4D97-AF65-F5344CB8AC3E}">
        <p14:creationId xmlns:p14="http://schemas.microsoft.com/office/powerpoint/2010/main" val="28001064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667D6F-C872-025C-F1B1-DD0F044E3E3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4106E68-CF62-6F34-5D2A-7AED1BC6B79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2EDE79A-1491-621B-EE74-E6B63971CC2F}"/>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0CBA7D7-002F-62F8-55D5-67D518574219}"/>
              </a:ext>
            </a:extLst>
          </p:cNvPr>
          <p:cNvSpPr>
            <a:spLocks noGrp="1"/>
          </p:cNvSpPr>
          <p:nvPr>
            <p:ph type="sldNum" sz="quarter" idx="5"/>
          </p:nvPr>
        </p:nvSpPr>
        <p:spPr/>
        <p:txBody>
          <a:bodyPr/>
          <a:lstStyle/>
          <a:p>
            <a:fld id="{52E224B6-AC52-144B-AED6-B20AEBA9C630}" type="slidenum">
              <a:rPr lang="en-US" smtClean="0"/>
              <a:t>34</a:t>
            </a:fld>
            <a:endParaRPr lang="en-US"/>
          </a:p>
        </p:txBody>
      </p:sp>
    </p:spTree>
    <p:extLst>
      <p:ext uri="{BB962C8B-B14F-4D97-AF65-F5344CB8AC3E}">
        <p14:creationId xmlns:p14="http://schemas.microsoft.com/office/powerpoint/2010/main" val="204154792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0C31C1-4E53-2ACD-4A88-FF631A5A511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9FA4D22-2481-5E29-691D-0C25BB2EC7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928C9B1-65B3-6E0B-6DB0-5A0720EFBCCA}"/>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90A9C37-0863-A34D-7BFD-EB021648E30F}"/>
              </a:ext>
            </a:extLst>
          </p:cNvPr>
          <p:cNvSpPr>
            <a:spLocks noGrp="1"/>
          </p:cNvSpPr>
          <p:nvPr>
            <p:ph type="sldNum" sz="quarter" idx="5"/>
          </p:nvPr>
        </p:nvSpPr>
        <p:spPr/>
        <p:txBody>
          <a:bodyPr/>
          <a:lstStyle/>
          <a:p>
            <a:fld id="{52E224B6-AC52-144B-AED6-B20AEBA9C630}" type="slidenum">
              <a:rPr lang="en-US" smtClean="0"/>
              <a:t>35</a:t>
            </a:fld>
            <a:endParaRPr lang="en-US"/>
          </a:p>
        </p:txBody>
      </p:sp>
    </p:spTree>
    <p:extLst>
      <p:ext uri="{BB962C8B-B14F-4D97-AF65-F5344CB8AC3E}">
        <p14:creationId xmlns:p14="http://schemas.microsoft.com/office/powerpoint/2010/main" val="3294784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77719-AD7F-FD74-F258-B8A8458DC83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0F16BCD-303D-7E4D-3EBE-855AF8461FC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A8C42B9-01C6-B850-1E2C-252D62A2FC8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27D34EF-F77B-8F66-1A7C-A11BABBA976C}"/>
              </a:ext>
            </a:extLst>
          </p:cNvPr>
          <p:cNvSpPr>
            <a:spLocks noGrp="1"/>
          </p:cNvSpPr>
          <p:nvPr>
            <p:ph type="sldNum" sz="quarter" idx="5"/>
          </p:nvPr>
        </p:nvSpPr>
        <p:spPr/>
        <p:txBody>
          <a:bodyPr/>
          <a:lstStyle/>
          <a:p>
            <a:fld id="{52E224B6-AC52-144B-AED6-B20AEBA9C630}" type="slidenum">
              <a:rPr lang="en-US" smtClean="0"/>
              <a:t>36</a:t>
            </a:fld>
            <a:endParaRPr lang="en-US"/>
          </a:p>
        </p:txBody>
      </p:sp>
    </p:spTree>
    <p:extLst>
      <p:ext uri="{BB962C8B-B14F-4D97-AF65-F5344CB8AC3E}">
        <p14:creationId xmlns:p14="http://schemas.microsoft.com/office/powerpoint/2010/main" val="15102687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A895A-8D18-EEF6-C8F2-92F0852172F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CCDE24B-109F-4870-B377-7E5F44D1E36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1386AAA-37D8-8381-0432-C151A8CA3C9F}"/>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1B120F55-B0A8-E0AD-866A-4AFE9BBECA76}"/>
              </a:ext>
            </a:extLst>
          </p:cNvPr>
          <p:cNvSpPr>
            <a:spLocks noGrp="1"/>
          </p:cNvSpPr>
          <p:nvPr>
            <p:ph type="sldNum" sz="quarter" idx="5"/>
          </p:nvPr>
        </p:nvSpPr>
        <p:spPr/>
        <p:txBody>
          <a:bodyPr/>
          <a:lstStyle/>
          <a:p>
            <a:fld id="{52E224B6-AC52-144B-AED6-B20AEBA9C630}" type="slidenum">
              <a:rPr lang="en-US" smtClean="0"/>
              <a:t>37</a:t>
            </a:fld>
            <a:endParaRPr lang="en-US"/>
          </a:p>
        </p:txBody>
      </p:sp>
    </p:spTree>
    <p:extLst>
      <p:ext uri="{BB962C8B-B14F-4D97-AF65-F5344CB8AC3E}">
        <p14:creationId xmlns:p14="http://schemas.microsoft.com/office/powerpoint/2010/main" val="12166018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EB8261-A0FC-DC61-4CCF-C0AC0EB022E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A08471F-CE82-DA7B-EB40-BEA4343ADD4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90207255-DE84-367F-B9E9-EC3803F74439}"/>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30E1D83-F699-6D60-E2E3-6340F745E2BD}"/>
              </a:ext>
            </a:extLst>
          </p:cNvPr>
          <p:cNvSpPr>
            <a:spLocks noGrp="1"/>
          </p:cNvSpPr>
          <p:nvPr>
            <p:ph type="sldNum" sz="quarter" idx="5"/>
          </p:nvPr>
        </p:nvSpPr>
        <p:spPr/>
        <p:txBody>
          <a:bodyPr/>
          <a:lstStyle/>
          <a:p>
            <a:fld id="{52E224B6-AC52-144B-AED6-B20AEBA9C630}" type="slidenum">
              <a:rPr lang="en-US" smtClean="0"/>
              <a:t>38</a:t>
            </a:fld>
            <a:endParaRPr lang="en-US"/>
          </a:p>
        </p:txBody>
      </p:sp>
    </p:spTree>
    <p:extLst>
      <p:ext uri="{BB962C8B-B14F-4D97-AF65-F5344CB8AC3E}">
        <p14:creationId xmlns:p14="http://schemas.microsoft.com/office/powerpoint/2010/main" val="47793839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A626C-0378-0E39-99C7-A422F353552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D7A6D43-3521-5BA2-7285-65004C9A42A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0892303-1ACA-2C98-13EE-3F5C59C99125}"/>
              </a:ext>
            </a:extLst>
          </p:cNvPr>
          <p:cNvSpPr>
            <a:spLocks noGrp="1"/>
          </p:cNvSpPr>
          <p:nvPr>
            <p:ph type="body" idx="1"/>
          </p:nvPr>
        </p:nvSpPr>
        <p:spPr/>
        <p:txBody>
          <a:bodyPr/>
          <a:lstStyle/>
          <a:p>
            <a:r>
              <a:rPr lang="en-US" altLang="ko-KR" sz="1200" dirty="0"/>
              <a:t>Inclined : </a:t>
            </a:r>
            <a:r>
              <a:rPr lang="ko-KR" altLang="en-US" sz="1200" dirty="0"/>
              <a:t>경사</a:t>
            </a:r>
            <a:endParaRPr lang="en-US" altLang="ko-KR" sz="1200" dirty="0"/>
          </a:p>
          <a:p>
            <a:r>
              <a:rPr lang="en-US" altLang="ko-KR" sz="1200" dirty="0"/>
              <a:t>Serrated : </a:t>
            </a:r>
            <a:r>
              <a:rPr lang="ko-KR" altLang="en-US" sz="1200" dirty="0"/>
              <a:t>톱니모양의</a:t>
            </a:r>
            <a:endParaRPr lang="ko-KR" altLang="en-US" dirty="0"/>
          </a:p>
        </p:txBody>
      </p:sp>
      <p:sp>
        <p:nvSpPr>
          <p:cNvPr id="4" name="슬라이드 번호 개체 틀 3">
            <a:extLst>
              <a:ext uri="{FF2B5EF4-FFF2-40B4-BE49-F238E27FC236}">
                <a16:creationId xmlns:a16="http://schemas.microsoft.com/office/drawing/2014/main" id="{6D717F05-8420-B5BF-365A-A056B1C4CAB6}"/>
              </a:ext>
            </a:extLst>
          </p:cNvPr>
          <p:cNvSpPr>
            <a:spLocks noGrp="1"/>
          </p:cNvSpPr>
          <p:nvPr>
            <p:ph type="sldNum" sz="quarter" idx="5"/>
          </p:nvPr>
        </p:nvSpPr>
        <p:spPr/>
        <p:txBody>
          <a:bodyPr/>
          <a:lstStyle/>
          <a:p>
            <a:fld id="{52E224B6-AC52-144B-AED6-B20AEBA9C630}" type="slidenum">
              <a:rPr lang="en-US" smtClean="0"/>
              <a:t>39</a:t>
            </a:fld>
            <a:endParaRPr lang="en-US"/>
          </a:p>
        </p:txBody>
      </p:sp>
    </p:spTree>
    <p:extLst>
      <p:ext uri="{BB962C8B-B14F-4D97-AF65-F5344CB8AC3E}">
        <p14:creationId xmlns:p14="http://schemas.microsoft.com/office/powerpoint/2010/main" val="227984006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526BC-26A4-E9EA-8D04-34D7262667A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AD6DAB1-2E8E-9AE6-57C5-E2752BB360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A4534D1-558B-43F9-7C3C-65EE6D0C034F}"/>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6409F51-35B2-B0AC-A07F-6FE48F5DEE60}"/>
              </a:ext>
            </a:extLst>
          </p:cNvPr>
          <p:cNvSpPr>
            <a:spLocks noGrp="1"/>
          </p:cNvSpPr>
          <p:nvPr>
            <p:ph type="sldNum" sz="quarter" idx="5"/>
          </p:nvPr>
        </p:nvSpPr>
        <p:spPr/>
        <p:txBody>
          <a:bodyPr/>
          <a:lstStyle/>
          <a:p>
            <a:fld id="{52E224B6-AC52-144B-AED6-B20AEBA9C630}" type="slidenum">
              <a:rPr lang="en-US" smtClean="0"/>
              <a:t>40</a:t>
            </a:fld>
            <a:endParaRPr lang="en-US"/>
          </a:p>
        </p:txBody>
      </p:sp>
    </p:spTree>
    <p:extLst>
      <p:ext uri="{BB962C8B-B14F-4D97-AF65-F5344CB8AC3E}">
        <p14:creationId xmlns:p14="http://schemas.microsoft.com/office/powerpoint/2010/main" val="297264018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D7FDD-8B33-5476-F0C7-41A46901C2B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8D0BBA2-A056-0CFA-6951-120381EE3F8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28DFAE5-8476-8E5A-0436-70AB50DCED7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F7BB75A-7C29-A96A-0F06-759B3B0CC6DC}"/>
              </a:ext>
            </a:extLst>
          </p:cNvPr>
          <p:cNvSpPr>
            <a:spLocks noGrp="1"/>
          </p:cNvSpPr>
          <p:nvPr>
            <p:ph type="sldNum" sz="quarter" idx="5"/>
          </p:nvPr>
        </p:nvSpPr>
        <p:spPr/>
        <p:txBody>
          <a:bodyPr/>
          <a:lstStyle/>
          <a:p>
            <a:fld id="{52E224B6-AC52-144B-AED6-B20AEBA9C630}" type="slidenum">
              <a:rPr lang="en-US" smtClean="0"/>
              <a:t>41</a:t>
            </a:fld>
            <a:endParaRPr lang="en-US"/>
          </a:p>
        </p:txBody>
      </p:sp>
    </p:spTree>
    <p:extLst>
      <p:ext uri="{BB962C8B-B14F-4D97-AF65-F5344CB8AC3E}">
        <p14:creationId xmlns:p14="http://schemas.microsoft.com/office/powerpoint/2010/main" val="29821573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FF6380-8C3B-3DC3-4C4E-C48BB2DA45B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53C6C0A-240B-C0DC-9088-195FCA03066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7259590-338F-1644-4BF7-DBBD6ECE5F4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E56B3BB-2E49-04D9-0CB3-21F0970FC7D3}"/>
              </a:ext>
            </a:extLst>
          </p:cNvPr>
          <p:cNvSpPr>
            <a:spLocks noGrp="1"/>
          </p:cNvSpPr>
          <p:nvPr>
            <p:ph type="sldNum" sz="quarter" idx="5"/>
          </p:nvPr>
        </p:nvSpPr>
        <p:spPr/>
        <p:txBody>
          <a:bodyPr/>
          <a:lstStyle/>
          <a:p>
            <a:fld id="{52E224B6-AC52-144B-AED6-B20AEBA9C630}" type="slidenum">
              <a:rPr lang="en-US" smtClean="0"/>
              <a:t>42</a:t>
            </a:fld>
            <a:endParaRPr lang="en-US"/>
          </a:p>
        </p:txBody>
      </p:sp>
    </p:spTree>
    <p:extLst>
      <p:ext uri="{BB962C8B-B14F-4D97-AF65-F5344CB8AC3E}">
        <p14:creationId xmlns:p14="http://schemas.microsoft.com/office/powerpoint/2010/main" val="25126074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EC22A-068B-5702-4B58-78FF165E379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AEEE6E0-783F-CC98-21A0-6D105D6C719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C190FD0-3F57-2305-3233-114197010353}"/>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4181C5B-3BFC-0CD5-B94D-18DB32969530}"/>
              </a:ext>
            </a:extLst>
          </p:cNvPr>
          <p:cNvSpPr>
            <a:spLocks noGrp="1"/>
          </p:cNvSpPr>
          <p:nvPr>
            <p:ph type="sldNum" sz="quarter" idx="5"/>
          </p:nvPr>
        </p:nvSpPr>
        <p:spPr/>
        <p:txBody>
          <a:bodyPr/>
          <a:lstStyle/>
          <a:p>
            <a:fld id="{52E224B6-AC52-144B-AED6-B20AEBA9C630}" type="slidenum">
              <a:rPr lang="en-US" smtClean="0"/>
              <a:t>43</a:t>
            </a:fld>
            <a:endParaRPr lang="en-US"/>
          </a:p>
        </p:txBody>
      </p:sp>
    </p:spTree>
    <p:extLst>
      <p:ext uri="{BB962C8B-B14F-4D97-AF65-F5344CB8AC3E}">
        <p14:creationId xmlns:p14="http://schemas.microsoft.com/office/powerpoint/2010/main" val="266612979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2F5D35-4319-E451-9292-37EB274A4C9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AE6CF03-3A0E-8EA0-6494-A3F8F84C8114}"/>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77220D4-6FBA-E10D-65A3-8A4512ED9DD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9689B4D-BD86-2463-52D2-A49E63E2C3B7}"/>
              </a:ext>
            </a:extLst>
          </p:cNvPr>
          <p:cNvSpPr>
            <a:spLocks noGrp="1"/>
          </p:cNvSpPr>
          <p:nvPr>
            <p:ph type="sldNum" sz="quarter" idx="5"/>
          </p:nvPr>
        </p:nvSpPr>
        <p:spPr/>
        <p:txBody>
          <a:bodyPr/>
          <a:lstStyle/>
          <a:p>
            <a:fld id="{52E224B6-AC52-144B-AED6-B20AEBA9C630}" type="slidenum">
              <a:rPr lang="en-US" smtClean="0"/>
              <a:t>44</a:t>
            </a:fld>
            <a:endParaRPr lang="en-US"/>
          </a:p>
        </p:txBody>
      </p:sp>
    </p:spTree>
    <p:extLst>
      <p:ext uri="{BB962C8B-B14F-4D97-AF65-F5344CB8AC3E}">
        <p14:creationId xmlns:p14="http://schemas.microsoft.com/office/powerpoint/2010/main" val="350472362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728C9-E837-A288-EE61-752C89DE51DD}"/>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365CD37-B383-C743-B3DF-C70CABC8C15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574FC81-F989-C192-9198-E42FD26A8F2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FF76BF9C-0808-8F50-0FCC-1389A4718546}"/>
              </a:ext>
            </a:extLst>
          </p:cNvPr>
          <p:cNvSpPr>
            <a:spLocks noGrp="1"/>
          </p:cNvSpPr>
          <p:nvPr>
            <p:ph type="sldNum" sz="quarter" idx="5"/>
          </p:nvPr>
        </p:nvSpPr>
        <p:spPr/>
        <p:txBody>
          <a:bodyPr/>
          <a:lstStyle/>
          <a:p>
            <a:fld id="{52E224B6-AC52-144B-AED6-B20AEBA9C630}" type="slidenum">
              <a:rPr lang="en-US" smtClean="0"/>
              <a:t>45</a:t>
            </a:fld>
            <a:endParaRPr lang="en-US"/>
          </a:p>
        </p:txBody>
      </p:sp>
    </p:spTree>
    <p:extLst>
      <p:ext uri="{BB962C8B-B14F-4D97-AF65-F5344CB8AC3E}">
        <p14:creationId xmlns:p14="http://schemas.microsoft.com/office/powerpoint/2010/main" val="134687503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F7544-4BA3-B336-98EF-C7AFCE5E08B4}"/>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A49E57E-7F1C-7134-DC50-8C898FBA2B6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B8C7D09-C733-685A-3852-9B402C8FF3FB}"/>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639EC7FB-E31A-954E-4030-7B597965A219}"/>
              </a:ext>
            </a:extLst>
          </p:cNvPr>
          <p:cNvSpPr>
            <a:spLocks noGrp="1"/>
          </p:cNvSpPr>
          <p:nvPr>
            <p:ph type="sldNum" sz="quarter" idx="5"/>
          </p:nvPr>
        </p:nvSpPr>
        <p:spPr/>
        <p:txBody>
          <a:bodyPr/>
          <a:lstStyle/>
          <a:p>
            <a:fld id="{52E224B6-AC52-144B-AED6-B20AEBA9C630}" type="slidenum">
              <a:rPr lang="en-US" smtClean="0"/>
              <a:t>46</a:t>
            </a:fld>
            <a:endParaRPr lang="en-US"/>
          </a:p>
        </p:txBody>
      </p:sp>
    </p:spTree>
    <p:extLst>
      <p:ext uri="{BB962C8B-B14F-4D97-AF65-F5344CB8AC3E}">
        <p14:creationId xmlns:p14="http://schemas.microsoft.com/office/powerpoint/2010/main" val="336021876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31556-02E0-D8F7-51B4-1C4601C9F47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94A2D64-E0E8-A2FC-6B37-076B5D99FC2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5D7CFE05-7164-1A61-5057-B3422CECD104}"/>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FB17248-0D68-DA96-03B3-11A60F876863}"/>
              </a:ext>
            </a:extLst>
          </p:cNvPr>
          <p:cNvSpPr>
            <a:spLocks noGrp="1"/>
          </p:cNvSpPr>
          <p:nvPr>
            <p:ph type="sldNum" sz="quarter" idx="5"/>
          </p:nvPr>
        </p:nvSpPr>
        <p:spPr/>
        <p:txBody>
          <a:bodyPr/>
          <a:lstStyle/>
          <a:p>
            <a:fld id="{52E224B6-AC52-144B-AED6-B20AEBA9C630}" type="slidenum">
              <a:rPr lang="en-US" smtClean="0"/>
              <a:t>47</a:t>
            </a:fld>
            <a:endParaRPr lang="en-US"/>
          </a:p>
        </p:txBody>
      </p:sp>
    </p:spTree>
    <p:extLst>
      <p:ext uri="{BB962C8B-B14F-4D97-AF65-F5344CB8AC3E}">
        <p14:creationId xmlns:p14="http://schemas.microsoft.com/office/powerpoint/2010/main" val="4808678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62D50-364F-AAD7-AF49-BC78B57CE8E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A1F038BD-C9CD-CFED-2AE5-A136E6D4C2D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08155DE-53B2-DAB7-5028-FA06CFBC792A}"/>
              </a:ext>
            </a:extLst>
          </p:cNvPr>
          <p:cNvSpPr>
            <a:spLocks noGrp="1"/>
          </p:cNvSpPr>
          <p:nvPr>
            <p:ph type="body" idx="1"/>
          </p:nvPr>
        </p:nvSpPr>
        <p:spPr/>
        <p:txBody>
          <a:bodyPr/>
          <a:lstStyle/>
          <a:p>
            <a:r>
              <a:rPr lang="en-US" altLang="ko-KR" sz="1200" dirty="0"/>
              <a:t>centrifugal force : </a:t>
            </a:r>
            <a:r>
              <a:rPr lang="ko-KR" altLang="en-US" sz="1200" dirty="0"/>
              <a:t>원심력</a:t>
            </a:r>
            <a:endParaRPr lang="en-US" altLang="ko-KR" sz="1200" dirty="0"/>
          </a:p>
          <a:p>
            <a:r>
              <a:rPr lang="en-US" altLang="ko-KR" dirty="0"/>
              <a:t>Mass : </a:t>
            </a:r>
            <a:r>
              <a:rPr lang="ko-KR" altLang="en-US" dirty="0"/>
              <a:t>질량</a:t>
            </a:r>
            <a:endParaRPr lang="en-US" altLang="ko-KR" dirty="0"/>
          </a:p>
          <a:p>
            <a:r>
              <a:rPr lang="en-US" altLang="ko-KR" sz="1200" dirty="0"/>
              <a:t>inertial force : </a:t>
            </a:r>
            <a:r>
              <a:rPr lang="ko-KR" altLang="en-US" sz="1200" dirty="0" err="1"/>
              <a:t>관성력</a:t>
            </a:r>
            <a:endParaRPr lang="ko-KR" altLang="en-US" dirty="0"/>
          </a:p>
        </p:txBody>
      </p:sp>
      <p:sp>
        <p:nvSpPr>
          <p:cNvPr id="4" name="슬라이드 번호 개체 틀 3">
            <a:extLst>
              <a:ext uri="{FF2B5EF4-FFF2-40B4-BE49-F238E27FC236}">
                <a16:creationId xmlns:a16="http://schemas.microsoft.com/office/drawing/2014/main" id="{EC3A32B8-5A81-3803-D4A4-9D94B64A1BE2}"/>
              </a:ext>
            </a:extLst>
          </p:cNvPr>
          <p:cNvSpPr>
            <a:spLocks noGrp="1"/>
          </p:cNvSpPr>
          <p:nvPr>
            <p:ph type="sldNum" sz="quarter" idx="5"/>
          </p:nvPr>
        </p:nvSpPr>
        <p:spPr/>
        <p:txBody>
          <a:bodyPr/>
          <a:lstStyle/>
          <a:p>
            <a:fld id="{52E224B6-AC52-144B-AED6-B20AEBA9C630}" type="slidenum">
              <a:rPr lang="en-US" smtClean="0"/>
              <a:t>48</a:t>
            </a:fld>
            <a:endParaRPr lang="en-US"/>
          </a:p>
        </p:txBody>
      </p:sp>
    </p:spTree>
    <p:extLst>
      <p:ext uri="{BB962C8B-B14F-4D97-AF65-F5344CB8AC3E}">
        <p14:creationId xmlns:p14="http://schemas.microsoft.com/office/powerpoint/2010/main" val="302446834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226BF-5796-BE8A-9C66-F2E6954E06F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4855EB-64FF-FCB5-E797-13FE9BBA59B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2B28584-D227-3E4D-6EC8-043137D927CC}"/>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BDD82AB-0FCB-0F2C-2119-40E283F2D10F}"/>
              </a:ext>
            </a:extLst>
          </p:cNvPr>
          <p:cNvSpPr>
            <a:spLocks noGrp="1"/>
          </p:cNvSpPr>
          <p:nvPr>
            <p:ph type="sldNum" sz="quarter" idx="5"/>
          </p:nvPr>
        </p:nvSpPr>
        <p:spPr/>
        <p:txBody>
          <a:bodyPr/>
          <a:lstStyle/>
          <a:p>
            <a:fld id="{52E224B6-AC52-144B-AED6-B20AEBA9C630}" type="slidenum">
              <a:rPr lang="en-US" smtClean="0"/>
              <a:t>49</a:t>
            </a:fld>
            <a:endParaRPr lang="en-US"/>
          </a:p>
        </p:txBody>
      </p:sp>
    </p:spTree>
    <p:extLst>
      <p:ext uri="{BB962C8B-B14F-4D97-AF65-F5344CB8AC3E}">
        <p14:creationId xmlns:p14="http://schemas.microsoft.com/office/powerpoint/2010/main" val="285634572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705BD-6E28-9398-E253-98AF4F9C2F9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385FC4F3-05C9-7858-7473-336025D1B4C3}"/>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651714D-37EE-6738-D361-5148870D03A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319A921-5CB5-916A-162E-EDAA80AE96CA}"/>
              </a:ext>
            </a:extLst>
          </p:cNvPr>
          <p:cNvSpPr>
            <a:spLocks noGrp="1"/>
          </p:cNvSpPr>
          <p:nvPr>
            <p:ph type="sldNum" sz="quarter" idx="5"/>
          </p:nvPr>
        </p:nvSpPr>
        <p:spPr/>
        <p:txBody>
          <a:bodyPr/>
          <a:lstStyle/>
          <a:p>
            <a:fld id="{52E224B6-AC52-144B-AED6-B20AEBA9C630}" type="slidenum">
              <a:rPr lang="en-US" smtClean="0"/>
              <a:t>50</a:t>
            </a:fld>
            <a:endParaRPr lang="en-US"/>
          </a:p>
        </p:txBody>
      </p:sp>
    </p:spTree>
    <p:extLst>
      <p:ext uri="{BB962C8B-B14F-4D97-AF65-F5344CB8AC3E}">
        <p14:creationId xmlns:p14="http://schemas.microsoft.com/office/powerpoint/2010/main" val="149970480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82ED9-B3F2-5EFB-6ABD-6257A35A461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DF6CCAB-64E4-F696-81AE-5981BEA895FE}"/>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05C8896-6C41-3DB0-8726-D3ED238E73B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C349842-405F-DA64-567E-D03A64CED623}"/>
              </a:ext>
            </a:extLst>
          </p:cNvPr>
          <p:cNvSpPr>
            <a:spLocks noGrp="1"/>
          </p:cNvSpPr>
          <p:nvPr>
            <p:ph type="sldNum" sz="quarter" idx="5"/>
          </p:nvPr>
        </p:nvSpPr>
        <p:spPr/>
        <p:txBody>
          <a:bodyPr/>
          <a:lstStyle/>
          <a:p>
            <a:fld id="{52E224B6-AC52-144B-AED6-B20AEBA9C630}" type="slidenum">
              <a:rPr lang="en-US" smtClean="0"/>
              <a:t>51</a:t>
            </a:fld>
            <a:endParaRPr lang="en-US"/>
          </a:p>
        </p:txBody>
      </p:sp>
    </p:spTree>
    <p:extLst>
      <p:ext uri="{BB962C8B-B14F-4D97-AF65-F5344CB8AC3E}">
        <p14:creationId xmlns:p14="http://schemas.microsoft.com/office/powerpoint/2010/main" val="4857845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1DA3B-2FC2-1A5D-7303-C0EF045DA51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006A246D-9512-6045-F897-9F372F84624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A7DE909-0752-01B6-D53E-BEF4A8F837B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788C0A6-4916-A75C-3D51-AB67E2418082}"/>
              </a:ext>
            </a:extLst>
          </p:cNvPr>
          <p:cNvSpPr>
            <a:spLocks noGrp="1"/>
          </p:cNvSpPr>
          <p:nvPr>
            <p:ph type="sldNum" sz="quarter" idx="5"/>
          </p:nvPr>
        </p:nvSpPr>
        <p:spPr/>
        <p:txBody>
          <a:bodyPr/>
          <a:lstStyle/>
          <a:p>
            <a:fld id="{52E224B6-AC52-144B-AED6-B20AEBA9C630}" type="slidenum">
              <a:rPr lang="en-US" smtClean="0"/>
              <a:t>52</a:t>
            </a:fld>
            <a:endParaRPr lang="en-US"/>
          </a:p>
        </p:txBody>
      </p:sp>
    </p:spTree>
    <p:extLst>
      <p:ext uri="{BB962C8B-B14F-4D97-AF65-F5344CB8AC3E}">
        <p14:creationId xmlns:p14="http://schemas.microsoft.com/office/powerpoint/2010/main" val="150519326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B7092-6CC9-8E11-7797-E5EE535B3A55}"/>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8BB7273-0A5B-139E-2B8F-3B8507831A4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9907EF6-4DEB-9A3B-C490-F83585AE7176}"/>
              </a:ext>
            </a:extLst>
          </p:cNvPr>
          <p:cNvSpPr>
            <a:spLocks noGrp="1"/>
          </p:cNvSpPr>
          <p:nvPr>
            <p:ph type="body" idx="1"/>
          </p:nvPr>
        </p:nvSpPr>
        <p:spPr/>
        <p:txBody>
          <a:bodyPr/>
          <a:lstStyle/>
          <a:p>
            <a:r>
              <a:rPr lang="en-US" altLang="ko-KR" sz="1200" dirty="0"/>
              <a:t>centrifugal force : </a:t>
            </a:r>
            <a:r>
              <a:rPr lang="ko-KR" altLang="en-US" sz="1200" dirty="0"/>
              <a:t>원심력</a:t>
            </a:r>
            <a:endParaRPr lang="en-US" altLang="ko-KR" sz="1200" dirty="0"/>
          </a:p>
          <a:p>
            <a:r>
              <a:rPr lang="en-US" altLang="ko-KR" dirty="0"/>
              <a:t>Mass : </a:t>
            </a:r>
            <a:r>
              <a:rPr lang="ko-KR" altLang="en-US" dirty="0"/>
              <a:t>질량</a:t>
            </a:r>
            <a:endParaRPr lang="en-US" altLang="ko-KR" dirty="0"/>
          </a:p>
          <a:p>
            <a:r>
              <a:rPr lang="en-US" altLang="ko-KR" sz="1200" dirty="0"/>
              <a:t>inertial force : </a:t>
            </a:r>
            <a:r>
              <a:rPr lang="ko-KR" altLang="en-US" sz="1200" dirty="0" err="1"/>
              <a:t>관성력</a:t>
            </a:r>
            <a:endParaRPr lang="ko-KR" altLang="en-US" dirty="0"/>
          </a:p>
        </p:txBody>
      </p:sp>
      <p:sp>
        <p:nvSpPr>
          <p:cNvPr id="4" name="슬라이드 번호 개체 틀 3">
            <a:extLst>
              <a:ext uri="{FF2B5EF4-FFF2-40B4-BE49-F238E27FC236}">
                <a16:creationId xmlns:a16="http://schemas.microsoft.com/office/drawing/2014/main" id="{1B9E0CFE-6A81-541B-E95E-0A18E6D501FE}"/>
              </a:ext>
            </a:extLst>
          </p:cNvPr>
          <p:cNvSpPr>
            <a:spLocks noGrp="1"/>
          </p:cNvSpPr>
          <p:nvPr>
            <p:ph type="sldNum" sz="quarter" idx="5"/>
          </p:nvPr>
        </p:nvSpPr>
        <p:spPr/>
        <p:txBody>
          <a:bodyPr/>
          <a:lstStyle/>
          <a:p>
            <a:fld id="{52E224B6-AC52-144B-AED6-B20AEBA9C630}" type="slidenum">
              <a:rPr lang="en-US" smtClean="0"/>
              <a:t>53</a:t>
            </a:fld>
            <a:endParaRPr lang="en-US"/>
          </a:p>
        </p:txBody>
      </p:sp>
    </p:spTree>
    <p:extLst>
      <p:ext uri="{BB962C8B-B14F-4D97-AF65-F5344CB8AC3E}">
        <p14:creationId xmlns:p14="http://schemas.microsoft.com/office/powerpoint/2010/main" val="29444389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7EA18-ED30-943F-CE72-FCA65B52E4E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472F84C-C426-3B12-84C8-3E5BA912DEC8}"/>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D82AAA2-01D3-204C-65DD-6451235B96A8}"/>
              </a:ext>
            </a:extLst>
          </p:cNvPr>
          <p:cNvSpPr>
            <a:spLocks noGrp="1"/>
          </p:cNvSpPr>
          <p:nvPr>
            <p:ph type="body" idx="1"/>
          </p:nvPr>
        </p:nvSpPr>
        <p:spPr/>
        <p:txBody>
          <a:bodyPr/>
          <a:lstStyle/>
          <a:p>
            <a:r>
              <a:rPr lang="en-US" altLang="ko-KR" sz="1200" dirty="0"/>
              <a:t>centrifugal force : </a:t>
            </a:r>
            <a:r>
              <a:rPr lang="ko-KR" altLang="en-US" sz="1200" dirty="0"/>
              <a:t>원심력</a:t>
            </a:r>
            <a:endParaRPr lang="en-US" altLang="ko-KR" sz="1200" dirty="0"/>
          </a:p>
          <a:p>
            <a:r>
              <a:rPr lang="en-US" altLang="ko-KR" dirty="0"/>
              <a:t>Mass : </a:t>
            </a:r>
            <a:r>
              <a:rPr lang="ko-KR" altLang="en-US" dirty="0"/>
              <a:t>질량</a:t>
            </a:r>
            <a:endParaRPr lang="en-US" altLang="ko-KR" dirty="0"/>
          </a:p>
          <a:p>
            <a:r>
              <a:rPr lang="en-US" altLang="ko-KR" sz="1200" dirty="0"/>
              <a:t>inertial force : </a:t>
            </a:r>
            <a:r>
              <a:rPr lang="ko-KR" altLang="en-US" sz="1200" dirty="0" err="1"/>
              <a:t>관성력</a:t>
            </a:r>
            <a:endParaRPr lang="ko-KR" altLang="en-US" dirty="0"/>
          </a:p>
        </p:txBody>
      </p:sp>
      <p:sp>
        <p:nvSpPr>
          <p:cNvPr id="4" name="슬라이드 번호 개체 틀 3">
            <a:extLst>
              <a:ext uri="{FF2B5EF4-FFF2-40B4-BE49-F238E27FC236}">
                <a16:creationId xmlns:a16="http://schemas.microsoft.com/office/drawing/2014/main" id="{E584DC8E-DE27-CCF6-0FCA-9CCAD5C79355}"/>
              </a:ext>
            </a:extLst>
          </p:cNvPr>
          <p:cNvSpPr>
            <a:spLocks noGrp="1"/>
          </p:cNvSpPr>
          <p:nvPr>
            <p:ph type="sldNum" sz="quarter" idx="5"/>
          </p:nvPr>
        </p:nvSpPr>
        <p:spPr/>
        <p:txBody>
          <a:bodyPr/>
          <a:lstStyle/>
          <a:p>
            <a:fld id="{52E224B6-AC52-144B-AED6-B20AEBA9C630}" type="slidenum">
              <a:rPr lang="en-US" smtClean="0"/>
              <a:t>54</a:t>
            </a:fld>
            <a:endParaRPr lang="en-US"/>
          </a:p>
        </p:txBody>
      </p:sp>
    </p:spTree>
    <p:extLst>
      <p:ext uri="{BB962C8B-B14F-4D97-AF65-F5344CB8AC3E}">
        <p14:creationId xmlns:p14="http://schemas.microsoft.com/office/powerpoint/2010/main" val="163310684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B66FF2-7506-EC40-8E70-F0F9912150A8}"/>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E1CB179-C6D4-E66B-BB9E-C196FE2E650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2AA56AC-45A3-60FB-F4F4-337D7ABF9402}"/>
              </a:ext>
            </a:extLst>
          </p:cNvPr>
          <p:cNvSpPr>
            <a:spLocks noGrp="1"/>
          </p:cNvSpPr>
          <p:nvPr>
            <p:ph type="body" idx="1"/>
          </p:nvPr>
        </p:nvSpPr>
        <p:spPr/>
        <p:txBody>
          <a:bodyPr/>
          <a:lstStyle/>
          <a:p>
            <a:r>
              <a:rPr lang="en-US" altLang="ko-KR" sz="1200" dirty="0"/>
              <a:t>centrifugal force : </a:t>
            </a:r>
            <a:r>
              <a:rPr lang="ko-KR" altLang="en-US" sz="1200" dirty="0"/>
              <a:t>원심력</a:t>
            </a:r>
            <a:endParaRPr lang="en-US" altLang="ko-KR" sz="1200" dirty="0"/>
          </a:p>
          <a:p>
            <a:r>
              <a:rPr lang="en-US" altLang="ko-KR" dirty="0"/>
              <a:t>Mass : </a:t>
            </a:r>
            <a:r>
              <a:rPr lang="ko-KR" altLang="en-US" dirty="0"/>
              <a:t>질량</a:t>
            </a:r>
            <a:endParaRPr lang="en-US" altLang="ko-KR" dirty="0"/>
          </a:p>
          <a:p>
            <a:r>
              <a:rPr lang="en-US" altLang="ko-KR" sz="1200" dirty="0"/>
              <a:t>inertial force : </a:t>
            </a:r>
            <a:r>
              <a:rPr lang="ko-KR" altLang="en-US" sz="1200" dirty="0" err="1"/>
              <a:t>관성력</a:t>
            </a:r>
            <a:endParaRPr lang="ko-KR" altLang="en-US" dirty="0"/>
          </a:p>
        </p:txBody>
      </p:sp>
      <p:sp>
        <p:nvSpPr>
          <p:cNvPr id="4" name="슬라이드 번호 개체 틀 3">
            <a:extLst>
              <a:ext uri="{FF2B5EF4-FFF2-40B4-BE49-F238E27FC236}">
                <a16:creationId xmlns:a16="http://schemas.microsoft.com/office/drawing/2014/main" id="{F1B092F7-0C2A-E125-1B22-DB8A0D4DF073}"/>
              </a:ext>
            </a:extLst>
          </p:cNvPr>
          <p:cNvSpPr>
            <a:spLocks noGrp="1"/>
          </p:cNvSpPr>
          <p:nvPr>
            <p:ph type="sldNum" sz="quarter" idx="5"/>
          </p:nvPr>
        </p:nvSpPr>
        <p:spPr/>
        <p:txBody>
          <a:bodyPr/>
          <a:lstStyle/>
          <a:p>
            <a:fld id="{52E224B6-AC52-144B-AED6-B20AEBA9C630}" type="slidenum">
              <a:rPr lang="en-US" smtClean="0"/>
              <a:t>55</a:t>
            </a:fld>
            <a:endParaRPr lang="en-US"/>
          </a:p>
        </p:txBody>
      </p:sp>
    </p:spTree>
    <p:extLst>
      <p:ext uri="{BB962C8B-B14F-4D97-AF65-F5344CB8AC3E}">
        <p14:creationId xmlns:p14="http://schemas.microsoft.com/office/powerpoint/2010/main" val="408157952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F6EE7D-B988-656E-C50B-7DAE11A20A9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5CA43BB-2D2C-493A-E60D-B7ED4C7ECCA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36985E3-AE24-FC46-6F21-7D63CD05F1B5}"/>
              </a:ext>
            </a:extLst>
          </p:cNvPr>
          <p:cNvSpPr>
            <a:spLocks noGrp="1"/>
          </p:cNvSpPr>
          <p:nvPr>
            <p:ph type="body" idx="1"/>
          </p:nvPr>
        </p:nvSpPr>
        <p:spPr/>
        <p:txBody>
          <a:bodyPr/>
          <a:lstStyle/>
          <a:p>
            <a:r>
              <a:rPr lang="en-US" altLang="ko-KR" sz="1200" dirty="0"/>
              <a:t>fatigue stress : </a:t>
            </a:r>
            <a:r>
              <a:rPr lang="ko-KR" altLang="en-US" sz="1200" dirty="0"/>
              <a:t>피로응력</a:t>
            </a:r>
            <a:endParaRPr lang="ko-KR" altLang="en-US" dirty="0"/>
          </a:p>
        </p:txBody>
      </p:sp>
      <p:sp>
        <p:nvSpPr>
          <p:cNvPr id="4" name="슬라이드 번호 개체 틀 3">
            <a:extLst>
              <a:ext uri="{FF2B5EF4-FFF2-40B4-BE49-F238E27FC236}">
                <a16:creationId xmlns:a16="http://schemas.microsoft.com/office/drawing/2014/main" id="{F9EC6194-9E21-5944-33C9-B813AF5FB057}"/>
              </a:ext>
            </a:extLst>
          </p:cNvPr>
          <p:cNvSpPr>
            <a:spLocks noGrp="1"/>
          </p:cNvSpPr>
          <p:nvPr>
            <p:ph type="sldNum" sz="quarter" idx="5"/>
          </p:nvPr>
        </p:nvSpPr>
        <p:spPr/>
        <p:txBody>
          <a:bodyPr/>
          <a:lstStyle/>
          <a:p>
            <a:fld id="{52E224B6-AC52-144B-AED6-B20AEBA9C630}" type="slidenum">
              <a:rPr lang="en-US" smtClean="0"/>
              <a:t>56</a:t>
            </a:fld>
            <a:endParaRPr lang="en-US"/>
          </a:p>
        </p:txBody>
      </p:sp>
    </p:spTree>
    <p:extLst>
      <p:ext uri="{BB962C8B-B14F-4D97-AF65-F5344CB8AC3E}">
        <p14:creationId xmlns:p14="http://schemas.microsoft.com/office/powerpoint/2010/main" val="12493439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D2EADE-0951-4DB7-36DB-840FDA3AB88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371E245-7647-B7C3-F061-A3AB5C13D60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60AD39D3-4C7F-9D92-58E8-E1D5EF22E9A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D026ABA2-95E6-F761-BDEA-C31E60FD706E}"/>
              </a:ext>
            </a:extLst>
          </p:cNvPr>
          <p:cNvSpPr>
            <a:spLocks noGrp="1"/>
          </p:cNvSpPr>
          <p:nvPr>
            <p:ph type="sldNum" sz="quarter" idx="5"/>
          </p:nvPr>
        </p:nvSpPr>
        <p:spPr/>
        <p:txBody>
          <a:bodyPr/>
          <a:lstStyle/>
          <a:p>
            <a:fld id="{52E224B6-AC52-144B-AED6-B20AEBA9C630}" type="slidenum">
              <a:rPr lang="en-US" smtClean="0"/>
              <a:t>57</a:t>
            </a:fld>
            <a:endParaRPr lang="en-US"/>
          </a:p>
        </p:txBody>
      </p:sp>
    </p:spTree>
    <p:extLst>
      <p:ext uri="{BB962C8B-B14F-4D97-AF65-F5344CB8AC3E}">
        <p14:creationId xmlns:p14="http://schemas.microsoft.com/office/powerpoint/2010/main" val="369108919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1366F-FB57-0EE4-BB89-B9DC5275906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E024C35-7709-423B-EA7C-28FFB05B5F4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85D3606C-2042-43D5-F6E1-212AF55D1CC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92B3E46C-8384-B695-A6A4-1C3F11792554}"/>
              </a:ext>
            </a:extLst>
          </p:cNvPr>
          <p:cNvSpPr>
            <a:spLocks noGrp="1"/>
          </p:cNvSpPr>
          <p:nvPr>
            <p:ph type="sldNum" sz="quarter" idx="5"/>
          </p:nvPr>
        </p:nvSpPr>
        <p:spPr/>
        <p:txBody>
          <a:bodyPr/>
          <a:lstStyle/>
          <a:p>
            <a:fld id="{52E224B6-AC52-144B-AED6-B20AEBA9C630}" type="slidenum">
              <a:rPr lang="en-US" smtClean="0"/>
              <a:t>58</a:t>
            </a:fld>
            <a:endParaRPr lang="en-US"/>
          </a:p>
        </p:txBody>
      </p:sp>
    </p:spTree>
    <p:extLst>
      <p:ext uri="{BB962C8B-B14F-4D97-AF65-F5344CB8AC3E}">
        <p14:creationId xmlns:p14="http://schemas.microsoft.com/office/powerpoint/2010/main" val="18909564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0DB9DE-F611-C518-CC50-232E51D30B9B}"/>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96644D7F-CE01-3049-5F7F-F5D6F2632A7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7C4D8AFC-23C3-3F62-9CCB-E824F3F0728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761E69A6-1283-59D7-FE49-54308C6906FA}"/>
              </a:ext>
            </a:extLst>
          </p:cNvPr>
          <p:cNvSpPr>
            <a:spLocks noGrp="1"/>
          </p:cNvSpPr>
          <p:nvPr>
            <p:ph type="sldNum" sz="quarter" idx="5"/>
          </p:nvPr>
        </p:nvSpPr>
        <p:spPr/>
        <p:txBody>
          <a:bodyPr/>
          <a:lstStyle/>
          <a:p>
            <a:fld id="{52E224B6-AC52-144B-AED6-B20AEBA9C630}" type="slidenum">
              <a:rPr lang="en-US" smtClean="0"/>
              <a:t>59</a:t>
            </a:fld>
            <a:endParaRPr lang="en-US"/>
          </a:p>
        </p:txBody>
      </p:sp>
    </p:spTree>
    <p:extLst>
      <p:ext uri="{BB962C8B-B14F-4D97-AF65-F5344CB8AC3E}">
        <p14:creationId xmlns:p14="http://schemas.microsoft.com/office/powerpoint/2010/main" val="19336514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9A221-E54C-722F-D52E-A2A9F19BA2C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46CBFA-965D-AA8D-BFC7-23CB182CC469}"/>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E71CF2C-E42E-B4B2-1D10-1F44A8C8FAE8}"/>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4DCEA06F-730B-66C7-8D04-DC981CF177AD}"/>
              </a:ext>
            </a:extLst>
          </p:cNvPr>
          <p:cNvSpPr>
            <a:spLocks noGrp="1"/>
          </p:cNvSpPr>
          <p:nvPr>
            <p:ph type="sldNum" sz="quarter" idx="5"/>
          </p:nvPr>
        </p:nvSpPr>
        <p:spPr/>
        <p:txBody>
          <a:bodyPr/>
          <a:lstStyle/>
          <a:p>
            <a:fld id="{52E224B6-AC52-144B-AED6-B20AEBA9C630}" type="slidenum">
              <a:rPr lang="en-US" smtClean="0"/>
              <a:t>60</a:t>
            </a:fld>
            <a:endParaRPr lang="en-US"/>
          </a:p>
        </p:txBody>
      </p:sp>
    </p:spTree>
    <p:extLst>
      <p:ext uri="{BB962C8B-B14F-4D97-AF65-F5344CB8AC3E}">
        <p14:creationId xmlns:p14="http://schemas.microsoft.com/office/powerpoint/2010/main" val="212550284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48633-DD5D-E459-4A3F-529B8DAF537A}"/>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E8FAE71-F4EE-B968-B8D6-53F837180F4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AA780F00-DC72-9074-68E7-AF7EC805BC87}"/>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EA62FA5-928F-50D7-19DB-D77B5D5E704E}"/>
              </a:ext>
            </a:extLst>
          </p:cNvPr>
          <p:cNvSpPr>
            <a:spLocks noGrp="1"/>
          </p:cNvSpPr>
          <p:nvPr>
            <p:ph type="sldNum" sz="quarter" idx="5"/>
          </p:nvPr>
        </p:nvSpPr>
        <p:spPr/>
        <p:txBody>
          <a:bodyPr/>
          <a:lstStyle/>
          <a:p>
            <a:fld id="{52E224B6-AC52-144B-AED6-B20AEBA9C630}" type="slidenum">
              <a:rPr lang="en-US" smtClean="0"/>
              <a:t>61</a:t>
            </a:fld>
            <a:endParaRPr lang="en-US"/>
          </a:p>
        </p:txBody>
      </p:sp>
    </p:spTree>
    <p:extLst>
      <p:ext uri="{BB962C8B-B14F-4D97-AF65-F5344CB8AC3E}">
        <p14:creationId xmlns:p14="http://schemas.microsoft.com/office/powerpoint/2010/main" val="247239656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673CF-6538-049F-CFFC-E6C9D94080B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F5F50F20-EA87-6B21-A4A9-5C98F1250E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0BFE7E1-6C6B-3076-DEE7-91FF22AAD8B1}"/>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889C7239-D2B5-06E2-AD0C-A26F7F46FBF7}"/>
              </a:ext>
            </a:extLst>
          </p:cNvPr>
          <p:cNvSpPr>
            <a:spLocks noGrp="1"/>
          </p:cNvSpPr>
          <p:nvPr>
            <p:ph type="sldNum" sz="quarter" idx="5"/>
          </p:nvPr>
        </p:nvSpPr>
        <p:spPr/>
        <p:txBody>
          <a:bodyPr/>
          <a:lstStyle/>
          <a:p>
            <a:fld id="{52E224B6-AC52-144B-AED6-B20AEBA9C630}" type="slidenum">
              <a:rPr lang="en-US" smtClean="0"/>
              <a:t>62</a:t>
            </a:fld>
            <a:endParaRPr lang="en-US"/>
          </a:p>
        </p:txBody>
      </p:sp>
    </p:spTree>
    <p:extLst>
      <p:ext uri="{BB962C8B-B14F-4D97-AF65-F5344CB8AC3E}">
        <p14:creationId xmlns:p14="http://schemas.microsoft.com/office/powerpoint/2010/main" val="118451854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00982-020E-EF7C-3BF4-A620E0A8D291}"/>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DBCD774-91E2-E1BA-9BD0-B4B166C260FB}"/>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06A02CA-3783-807B-E3A9-0E4654654BA5}"/>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C5A4DCD2-0485-9821-14A2-FFC2F92C5150}"/>
              </a:ext>
            </a:extLst>
          </p:cNvPr>
          <p:cNvSpPr>
            <a:spLocks noGrp="1"/>
          </p:cNvSpPr>
          <p:nvPr>
            <p:ph type="sldNum" sz="quarter" idx="5"/>
          </p:nvPr>
        </p:nvSpPr>
        <p:spPr/>
        <p:txBody>
          <a:bodyPr/>
          <a:lstStyle/>
          <a:p>
            <a:fld id="{52E224B6-AC52-144B-AED6-B20AEBA9C630}" type="slidenum">
              <a:rPr lang="en-US" smtClean="0"/>
              <a:t>63</a:t>
            </a:fld>
            <a:endParaRPr lang="en-US"/>
          </a:p>
        </p:txBody>
      </p:sp>
    </p:spTree>
    <p:extLst>
      <p:ext uri="{BB962C8B-B14F-4D97-AF65-F5344CB8AC3E}">
        <p14:creationId xmlns:p14="http://schemas.microsoft.com/office/powerpoint/2010/main" val="104856582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C0AAB-A31E-A570-01E1-055C49C92EF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F92A3-95CD-DE51-B9A2-740C7B31328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D573DC81-B7CF-5014-6030-E86173E16C8E}"/>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5EE1723E-8AAA-E684-264E-D80B4BDE9387}"/>
              </a:ext>
            </a:extLst>
          </p:cNvPr>
          <p:cNvSpPr>
            <a:spLocks noGrp="1"/>
          </p:cNvSpPr>
          <p:nvPr>
            <p:ph type="sldNum" sz="quarter" idx="5"/>
          </p:nvPr>
        </p:nvSpPr>
        <p:spPr/>
        <p:txBody>
          <a:bodyPr/>
          <a:lstStyle/>
          <a:p>
            <a:fld id="{52E224B6-AC52-144B-AED6-B20AEBA9C630}" type="slidenum">
              <a:rPr lang="en-US" smtClean="0"/>
              <a:t>64</a:t>
            </a:fld>
            <a:endParaRPr lang="en-US"/>
          </a:p>
        </p:txBody>
      </p:sp>
    </p:spTree>
    <p:extLst>
      <p:ext uri="{BB962C8B-B14F-4D97-AF65-F5344CB8AC3E}">
        <p14:creationId xmlns:p14="http://schemas.microsoft.com/office/powerpoint/2010/main" val="251437552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C7D0B-5897-CEB8-CCC6-13E7A668916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30BA250-7F8C-C998-B249-BDD39A097A3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0A72FBE-8724-EE2D-9E63-55C5E88DA02D}"/>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29347E82-C8B7-EB74-E233-6AA1B141A27C}"/>
              </a:ext>
            </a:extLst>
          </p:cNvPr>
          <p:cNvSpPr>
            <a:spLocks noGrp="1"/>
          </p:cNvSpPr>
          <p:nvPr>
            <p:ph type="sldNum" sz="quarter" idx="5"/>
          </p:nvPr>
        </p:nvSpPr>
        <p:spPr/>
        <p:txBody>
          <a:bodyPr/>
          <a:lstStyle/>
          <a:p>
            <a:fld id="{52E224B6-AC52-144B-AED6-B20AEBA9C630}" type="slidenum">
              <a:rPr lang="en-US" smtClean="0"/>
              <a:t>65</a:t>
            </a:fld>
            <a:endParaRPr lang="en-US"/>
          </a:p>
        </p:txBody>
      </p:sp>
    </p:spTree>
    <p:extLst>
      <p:ext uri="{BB962C8B-B14F-4D97-AF65-F5344CB8AC3E}">
        <p14:creationId xmlns:p14="http://schemas.microsoft.com/office/powerpoint/2010/main" val="388008023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9F6474-D9DB-B95D-100E-F4B7CA9F70A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E6BB5C4-AABA-F801-48FE-26A43DE1F78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03FBFE06-B9FF-6774-AB97-E87C09E9B426}"/>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0B9B6BF6-7A5B-C227-3813-DF197309F0B8}"/>
              </a:ext>
            </a:extLst>
          </p:cNvPr>
          <p:cNvSpPr>
            <a:spLocks noGrp="1"/>
          </p:cNvSpPr>
          <p:nvPr>
            <p:ph type="sldNum" sz="quarter" idx="5"/>
          </p:nvPr>
        </p:nvSpPr>
        <p:spPr/>
        <p:txBody>
          <a:bodyPr/>
          <a:lstStyle/>
          <a:p>
            <a:fld id="{52E224B6-AC52-144B-AED6-B20AEBA9C630}" type="slidenum">
              <a:rPr lang="en-US" smtClean="0"/>
              <a:t>66</a:t>
            </a:fld>
            <a:endParaRPr lang="en-US"/>
          </a:p>
        </p:txBody>
      </p:sp>
    </p:spTree>
    <p:extLst>
      <p:ext uri="{BB962C8B-B14F-4D97-AF65-F5344CB8AC3E}">
        <p14:creationId xmlns:p14="http://schemas.microsoft.com/office/powerpoint/2010/main" val="232657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465793" y="1286865"/>
            <a:ext cx="8361663" cy="593689"/>
          </a:xfrm>
        </p:spPr>
        <p:txBody>
          <a:bodyPr wrap="square" anchor="ctr" anchorCtr="0">
            <a:spAutoFit/>
          </a:bodyPr>
          <a:lstStyle>
            <a:lvl1pPr algn="l">
              <a:lnSpc>
                <a:spcPct val="90000"/>
              </a:lnSpc>
              <a:defRPr sz="3600" b="0" i="0">
                <a:ln>
                  <a:noFill/>
                </a:ln>
                <a:solidFill>
                  <a:schemeClr val="tx1">
                    <a:lumMod val="75000"/>
                    <a:lumOff val="25000"/>
                  </a:schemeClr>
                </a:solidFill>
                <a:effectLst/>
                <a:latin typeface="Calibri" panose="020F0502020204030204" pitchFamily="34" charset="0"/>
                <a:cs typeface="Calibri" panose="020F0502020204030204" pitchFamily="34" charset="0"/>
              </a:defRPr>
            </a:lvl1pPr>
          </a:lstStyle>
          <a:p>
            <a:r>
              <a:rPr lang="en-US" dirty="0"/>
              <a:t>Click  to edit Master title style</a:t>
            </a:r>
          </a:p>
        </p:txBody>
      </p:sp>
      <p:sp>
        <p:nvSpPr>
          <p:cNvPr id="3" name="Subtitle 2"/>
          <p:cNvSpPr>
            <a:spLocks noGrp="1"/>
          </p:cNvSpPr>
          <p:nvPr>
            <p:ph type="subTitle" idx="1"/>
          </p:nvPr>
        </p:nvSpPr>
        <p:spPr bwMode="gray">
          <a:xfrm>
            <a:off x="465793" y="2274235"/>
            <a:ext cx="7817185" cy="426592"/>
          </a:xfrm>
        </p:spPr>
        <p:txBody>
          <a:bodyPr wrap="square" anchor="t" anchorCtr="0">
            <a:spAutoFit/>
          </a:bodyPr>
          <a:lstStyle>
            <a:lvl1pPr marL="0" indent="0" algn="l">
              <a:lnSpc>
                <a:spcPct val="90000"/>
              </a:lnSpc>
              <a:spcBef>
                <a:spcPts val="0"/>
              </a:spcBef>
              <a:buNone/>
              <a:defRPr sz="2400" b="0" i="0">
                <a:solidFill>
                  <a:schemeClr val="tx1">
                    <a:lumMod val="65000"/>
                    <a:lumOff val="35000"/>
                  </a:schemeClr>
                </a:solidFill>
                <a:effectLst/>
                <a:latin typeface="Calibri" panose="020F0502020204030204" pitchFamily="34" charset="0"/>
                <a:cs typeface="Calibri" panose="020F050202020403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5" name="그림 4" descr="폰트, 텍스트, 그래픽, 스크린샷이(가) 표시된 사진&#10;&#10;AI 생성 콘텐츠는 정확하지 않을 수 있습니다.">
            <a:extLst>
              <a:ext uri="{FF2B5EF4-FFF2-40B4-BE49-F238E27FC236}">
                <a16:creationId xmlns:a16="http://schemas.microsoft.com/office/drawing/2014/main" id="{436F795F-5BDB-2DED-927D-E4FF22FD2306}"/>
              </a:ext>
            </a:extLst>
          </p:cNvPr>
          <p:cNvPicPr>
            <a:picLocks noChangeAspect="1"/>
          </p:cNvPicPr>
          <p:nvPr userDrawn="1"/>
        </p:nvPicPr>
        <p:blipFill>
          <a:blip r:embed="rId2"/>
          <a:stretch>
            <a:fillRect/>
          </a:stretch>
        </p:blipFill>
        <p:spPr>
          <a:xfrm>
            <a:off x="5464353" y="3952645"/>
            <a:ext cx="3194222" cy="689755"/>
          </a:xfrm>
          <a:prstGeom prst="rect">
            <a:avLst/>
          </a:prstGeom>
        </p:spPr>
      </p:pic>
      <p:sp>
        <p:nvSpPr>
          <p:cNvPr id="6" name="Subtitle 2">
            <a:extLst>
              <a:ext uri="{FF2B5EF4-FFF2-40B4-BE49-F238E27FC236}">
                <a16:creationId xmlns:a16="http://schemas.microsoft.com/office/drawing/2014/main" id="{E16C3C3F-88B1-A993-0DFA-F3180D58A9C2}"/>
              </a:ext>
            </a:extLst>
          </p:cNvPr>
          <p:cNvSpPr txBox="1">
            <a:spLocks/>
          </p:cNvSpPr>
          <p:nvPr userDrawn="1"/>
        </p:nvSpPr>
        <p:spPr bwMode="gray">
          <a:xfrm>
            <a:off x="5962919" y="4650808"/>
            <a:ext cx="2788277" cy="476028"/>
          </a:xfrm>
          <a:prstGeom prst="rect">
            <a:avLst/>
          </a:prstGeom>
        </p:spPr>
        <p:txBody>
          <a:bodyPr vert="horz" wrap="square" lIns="91440" tIns="45720" rIns="91440" bIns="45720" rtlCol="0" anchor="t" anchorCtr="0">
            <a:spAutoFit/>
          </a:bodyPr>
          <a:lstStyle>
            <a:lvl1pPr marL="0" indent="0" algn="l" defTabSz="457200" rtl="0" eaLnBrk="1" latinLnBrk="0" hangingPunct="1">
              <a:lnSpc>
                <a:spcPct val="90000"/>
              </a:lnSpc>
              <a:spcBef>
                <a:spcPts val="0"/>
              </a:spcBef>
              <a:spcAft>
                <a:spcPts val="400"/>
              </a:spcAft>
              <a:buSzPct val="110000"/>
              <a:buFont typeface="Arial"/>
              <a:buNone/>
              <a:defRPr sz="2400" b="0" i="0" kern="1200">
                <a:solidFill>
                  <a:schemeClr val="tx1">
                    <a:lumMod val="65000"/>
                    <a:lumOff val="35000"/>
                  </a:schemeClr>
                </a:solidFill>
                <a:effectLst/>
                <a:latin typeface="Helvetica Light"/>
                <a:ea typeface="+mn-ea"/>
                <a:cs typeface="Helvetica Light"/>
              </a:defRPr>
            </a:lvl1pPr>
            <a:lvl2pPr marL="457200" indent="0" algn="ctr" defTabSz="457200" rtl="0" eaLnBrk="1" latinLnBrk="0" hangingPunct="1">
              <a:lnSpc>
                <a:spcPct val="90000"/>
              </a:lnSpc>
              <a:spcBef>
                <a:spcPts val="0"/>
              </a:spcBef>
              <a:spcAft>
                <a:spcPts val="400"/>
              </a:spcAft>
              <a:buFont typeface="Arial"/>
              <a:buNone/>
              <a:defRPr sz="1800" b="0" i="0" kern="1200">
                <a:solidFill>
                  <a:schemeClr val="tx1">
                    <a:tint val="75000"/>
                  </a:schemeClr>
                </a:solidFill>
                <a:latin typeface="Helvetica Light"/>
                <a:ea typeface="+mn-ea"/>
                <a:cs typeface="Helvetica Light"/>
              </a:defRPr>
            </a:lvl2pPr>
            <a:lvl3pPr marL="914400" indent="0" algn="ctr" defTabSz="454025" rtl="0" eaLnBrk="1" latinLnBrk="0" hangingPunct="1">
              <a:lnSpc>
                <a:spcPct val="90000"/>
              </a:lnSpc>
              <a:spcBef>
                <a:spcPts val="0"/>
              </a:spcBef>
              <a:spcAft>
                <a:spcPts val="400"/>
              </a:spcAft>
              <a:buSzPct val="80000"/>
              <a:buFont typeface="Arial"/>
              <a:buNone/>
              <a:defRPr sz="1800" b="0" i="0" kern="1200">
                <a:solidFill>
                  <a:schemeClr val="tx1">
                    <a:tint val="75000"/>
                  </a:schemeClr>
                </a:solidFill>
                <a:latin typeface="Helvetica Light"/>
                <a:ea typeface="+mn-ea"/>
                <a:cs typeface="Helvetica Light"/>
              </a:defRPr>
            </a:lvl3pPr>
            <a:lvl4pPr marL="1371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a:buNone/>
              <a:defRPr sz="2000" kern="1200">
                <a:solidFill>
                  <a:schemeClr val="tx1">
                    <a:tint val="75000"/>
                  </a:schemeClr>
                </a:solidFill>
                <a:latin typeface="+mn-lt"/>
                <a:ea typeface="+mn-ea"/>
                <a:cs typeface="+mn-cs"/>
              </a:defRPr>
            </a:lvl9pPr>
          </a:lstStyle>
          <a:p>
            <a:pPr algn="r"/>
            <a:r>
              <a:rPr lang="en-US" altLang="ko-KR" sz="1200" dirty="0">
                <a:latin typeface="Calibri" panose="020F0502020204030204" pitchFamily="34" charset="0"/>
                <a:cs typeface="Calibri" panose="020F0502020204030204" pitchFamily="34" charset="0"/>
              </a:rPr>
              <a:t>Made by </a:t>
            </a:r>
            <a:r>
              <a:rPr lang="en-US" sz="1200" dirty="0">
                <a:latin typeface="Calibri" panose="020F0502020204030204" pitchFamily="34" charset="0"/>
                <a:cs typeface="Calibri" panose="020F0502020204030204" pitchFamily="34" charset="0"/>
              </a:rPr>
              <a:t>Minho Park (Ph.D.)</a:t>
            </a:r>
          </a:p>
          <a:p>
            <a:pPr algn="r"/>
            <a:r>
              <a:rPr lang="en-US" sz="1200" dirty="0">
                <a:latin typeface="Calibri" panose="020F0502020204030204" pitchFamily="34" charset="0"/>
                <a:cs typeface="Calibri" panose="020F0502020204030204" pitchFamily="34" charset="0"/>
              </a:rPr>
              <a:t>https://orcid.org/0000-0002-6900-4566</a:t>
            </a:r>
          </a:p>
        </p:txBody>
      </p:sp>
    </p:spTree>
  </p:cSld>
  <p:clrMapOvr>
    <a:masterClrMapping/>
  </p:clrMapOvr>
  <p:transition>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 y="296447"/>
            <a:ext cx="6400800" cy="543739"/>
          </a:xfrm>
        </p:spPr>
        <p:txBody>
          <a:bodyPr/>
          <a:lstStyle/>
          <a:p>
            <a:r>
              <a:rPr lang="en-US" dirty="0"/>
              <a:t>Click to edit Master title style</a:t>
            </a:r>
          </a:p>
        </p:txBody>
      </p:sp>
      <p:sp>
        <p:nvSpPr>
          <p:cNvPr id="4" name="Text Placeholder 3"/>
          <p:cNvSpPr>
            <a:spLocks noGrp="1"/>
          </p:cNvSpPr>
          <p:nvPr>
            <p:ph type="body" sz="quarter" idx="10"/>
          </p:nvPr>
        </p:nvSpPr>
        <p:spPr>
          <a:xfrm>
            <a:off x="304800" y="1101144"/>
            <a:ext cx="8534400" cy="3528811"/>
          </a:xfrm>
        </p:spPr>
        <p:txBody>
          <a:bodyPr/>
          <a:lstStyle>
            <a:lvl1pPr>
              <a:defRPr>
                <a:solidFill>
                  <a:srgbClr val="262626"/>
                </a:solidFill>
              </a:defRPr>
            </a:lvl1pPr>
            <a:lvl2pPr>
              <a:defRPr>
                <a:solidFill>
                  <a:srgbClr val="262626"/>
                </a:solidFill>
              </a:defRPr>
            </a:lvl2pPr>
            <a:lvl3pPr>
              <a:defRPr>
                <a:solidFill>
                  <a:srgbClr val="262626"/>
                </a:solidFill>
              </a:defRPr>
            </a:lvl3pPr>
          </a:lstStyle>
          <a:p>
            <a:pPr lvl="0"/>
            <a:r>
              <a:rPr lang="en-US" dirty="0"/>
              <a:t>Click to edit Master text styles</a:t>
            </a:r>
          </a:p>
          <a:p>
            <a:pPr lvl="1"/>
            <a:r>
              <a:rPr lang="en-US" dirty="0"/>
              <a:t>Second level</a:t>
            </a:r>
          </a:p>
          <a:p>
            <a:pPr lvl="2"/>
            <a:r>
              <a:rPr lang="en-US" dirty="0"/>
              <a:t>Third level</a:t>
            </a:r>
          </a:p>
        </p:txBody>
      </p:sp>
      <p:sp>
        <p:nvSpPr>
          <p:cNvPr id="3" name="TextBox 2"/>
          <p:cNvSpPr txBox="1"/>
          <p:nvPr userDrawn="1"/>
        </p:nvSpPr>
        <p:spPr>
          <a:xfrm>
            <a:off x="7813598" y="638982"/>
            <a:ext cx="184666" cy="346249"/>
          </a:xfrm>
          <a:prstGeom prst="rect">
            <a:avLst/>
          </a:prstGeom>
          <a:noFill/>
        </p:spPr>
        <p:txBody>
          <a:bodyPr wrap="none" rtlCol="0">
            <a:spAutoFit/>
          </a:bodyPr>
          <a:lstStyle/>
          <a:p>
            <a:pPr>
              <a:lnSpc>
                <a:spcPct val="90000"/>
              </a:lnSpc>
            </a:pPr>
            <a:endParaRPr lang="en-US" dirty="0">
              <a:solidFill>
                <a:srgbClr val="696253"/>
              </a:solidFill>
              <a:latin typeface="Calibri"/>
            </a:endParaRPr>
          </a:p>
        </p:txBody>
      </p:sp>
    </p:spTree>
  </p:cSld>
  <p:clrMapOvr>
    <a:masterClrMapping/>
  </p:clrMapOvr>
  <p:transition>
    <p:wipe dir="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288201"/>
            <a:ext cx="6400800" cy="543739"/>
          </a:xfrm>
          <a:prstGeom prst="rect">
            <a:avLst/>
          </a:prstGeom>
        </p:spPr>
        <p:txBody>
          <a:bodyPr vert="horz" wrap="square" lIns="91440" tIns="45720" rIns="91440" bIns="45720" rtlCol="0" anchor="b" anchorCtr="0">
            <a:spAutoFit/>
          </a:bodyPr>
          <a:lstStyle/>
          <a:p>
            <a:r>
              <a:rPr lang="en-US" dirty="0"/>
              <a:t>Click to edit Master title style</a:t>
            </a:r>
          </a:p>
        </p:txBody>
      </p:sp>
      <p:sp>
        <p:nvSpPr>
          <p:cNvPr id="3" name="Text Placeholder 2"/>
          <p:cNvSpPr>
            <a:spLocks noGrp="1"/>
          </p:cNvSpPr>
          <p:nvPr>
            <p:ph type="body" idx="1"/>
          </p:nvPr>
        </p:nvSpPr>
        <p:spPr>
          <a:xfrm>
            <a:off x="304800" y="1129715"/>
            <a:ext cx="8534400" cy="346490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11" name="Rectangle 10"/>
          <p:cNvSpPr/>
          <p:nvPr userDrawn="1"/>
        </p:nvSpPr>
        <p:spPr bwMode="ltGray">
          <a:xfrm>
            <a:off x="0" y="0"/>
            <a:ext cx="204115" cy="5143500"/>
          </a:xfrm>
          <a:prstGeom prst="rect">
            <a:avLst/>
          </a:prstGeom>
          <a:solidFill>
            <a:srgbClr val="00356B"/>
          </a:solidFill>
          <a:ln>
            <a:solidFill>
              <a:srgbClr val="0035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latin typeface="Calibri"/>
            </a:endParaRPr>
          </a:p>
        </p:txBody>
      </p:sp>
      <p:sp>
        <p:nvSpPr>
          <p:cNvPr id="7" name="Footer Placeholder 6"/>
          <p:cNvSpPr>
            <a:spLocks noGrp="1"/>
          </p:cNvSpPr>
          <p:nvPr>
            <p:ph type="ftr" sz="quarter" idx="3"/>
          </p:nvPr>
        </p:nvSpPr>
        <p:spPr>
          <a:xfrm>
            <a:off x="3124200" y="4709541"/>
            <a:ext cx="2895600" cy="274637"/>
          </a:xfrm>
          <a:prstGeom prst="rect">
            <a:avLst/>
          </a:prstGeom>
        </p:spPr>
        <p:txBody>
          <a:bodyPr vert="horz" lIns="91440" tIns="45720" rIns="91440" bIns="45720" rtlCol="0" anchor="ctr"/>
          <a:lstStyle>
            <a:lvl1pPr algn="ctr">
              <a:defRPr sz="1200" b="0" i="0">
                <a:solidFill>
                  <a:schemeClr val="tx1">
                    <a:tint val="75000"/>
                  </a:schemeClr>
                </a:solidFill>
                <a:latin typeface="Calibri" panose="020F0502020204030204" pitchFamily="34" charset="0"/>
                <a:cs typeface="Calibri" panose="020F0502020204030204" pitchFamily="34" charset="0"/>
              </a:defRPr>
            </a:lvl1pPr>
          </a:lstStyle>
          <a:p>
            <a:endParaRPr lang="en-US" dirty="0"/>
          </a:p>
        </p:txBody>
      </p:sp>
      <p:sp>
        <p:nvSpPr>
          <p:cNvPr id="17" name="Slide Number Placeholder 16"/>
          <p:cNvSpPr>
            <a:spLocks noGrp="1"/>
          </p:cNvSpPr>
          <p:nvPr>
            <p:ph type="sldNum" sz="quarter" idx="4"/>
          </p:nvPr>
        </p:nvSpPr>
        <p:spPr>
          <a:xfrm>
            <a:off x="304800" y="4731861"/>
            <a:ext cx="703583" cy="274637"/>
          </a:xfrm>
          <a:prstGeom prst="rect">
            <a:avLst/>
          </a:prstGeom>
        </p:spPr>
        <p:txBody>
          <a:bodyPr vert="horz" lIns="91440" tIns="45720" rIns="91440" bIns="45720" rtlCol="0" anchor="ctr"/>
          <a:lstStyle>
            <a:lvl1pPr algn="l">
              <a:defRPr sz="1200" b="0" i="0">
                <a:solidFill>
                  <a:schemeClr val="tx1">
                    <a:tint val="75000"/>
                  </a:schemeClr>
                </a:solidFill>
                <a:latin typeface="Calibri" panose="020F0502020204030204" pitchFamily="34" charset="0"/>
                <a:cs typeface="Calibri" panose="020F0502020204030204" pitchFamily="34" charset="0"/>
              </a:defRPr>
            </a:lvl1pPr>
          </a:lstStyle>
          <a:p>
            <a:fld id="{06B11E49-4B21-4C47-B00C-A5D83590719D}" type="slidenum">
              <a:rPr lang="en-US" smtClean="0"/>
              <a:pPr/>
              <a:t>‹#›</a:t>
            </a:fld>
            <a:endParaRPr lang="en-US" dirty="0"/>
          </a:p>
        </p:txBody>
      </p:sp>
      <p:pic>
        <p:nvPicPr>
          <p:cNvPr id="4" name="그림 3" descr="폰트, 텍스트, 그래픽, 스크린샷이(가) 표시된 사진&#10;&#10;AI 생성 콘텐츠는 정확하지 않을 수 있습니다.">
            <a:extLst>
              <a:ext uri="{FF2B5EF4-FFF2-40B4-BE49-F238E27FC236}">
                <a16:creationId xmlns:a16="http://schemas.microsoft.com/office/drawing/2014/main" id="{3AC8EC1D-A342-60E2-047F-93FE9ECDEA0C}"/>
              </a:ext>
            </a:extLst>
          </p:cNvPr>
          <p:cNvPicPr>
            <a:picLocks noChangeAspect="1"/>
          </p:cNvPicPr>
          <p:nvPr userDrawn="1"/>
        </p:nvPicPr>
        <p:blipFill>
          <a:blip r:embed="rId4"/>
          <a:stretch>
            <a:fillRect/>
          </a:stretch>
        </p:blipFill>
        <p:spPr>
          <a:xfrm>
            <a:off x="7130021" y="4672947"/>
            <a:ext cx="1709179" cy="369077"/>
          </a:xfrm>
          <a:prstGeom prst="rect">
            <a:avLst/>
          </a:prstGeom>
        </p:spPr>
      </p:pic>
    </p:spTree>
  </p:cSld>
  <p:clrMap bg1="lt1" tx1="dk1" bg2="lt2" tx2="dk2" accent1="accent1" accent2="accent2" accent3="accent3" accent4="accent4" accent5="accent5" accent6="accent6" hlink="hlink" folHlink="folHlink"/>
  <p:sldLayoutIdLst>
    <p:sldLayoutId id="2147483663" r:id="rId1"/>
    <p:sldLayoutId id="2147483665" r:id="rId2"/>
  </p:sldLayoutIdLst>
  <p:transition>
    <p:wipe dir="r"/>
  </p:transition>
  <p:txStyles>
    <p:titleStyle>
      <a:lvl1pPr algn="l" defTabSz="457200" rtl="0" eaLnBrk="1" latinLnBrk="0" hangingPunct="1">
        <a:lnSpc>
          <a:spcPct val="90000"/>
        </a:lnSpc>
        <a:spcBef>
          <a:spcPct val="0"/>
        </a:spcBef>
        <a:buNone/>
        <a:defRPr sz="3200" b="0" i="0" kern="1200">
          <a:solidFill>
            <a:srgbClr val="00356B"/>
          </a:solidFill>
          <a:latin typeface="Calibri" panose="020F0502020204030204" pitchFamily="34" charset="0"/>
          <a:ea typeface="+mj-ea"/>
          <a:cs typeface="Calibri" panose="020F0502020204030204" pitchFamily="34" charset="0"/>
        </a:defRPr>
      </a:lvl1pPr>
    </p:titleStyle>
    <p:body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Calibri" panose="020F0502020204030204" pitchFamily="34" charset="0"/>
          <a:ea typeface="+mn-ea"/>
          <a:cs typeface="Calibri" panose="020F0502020204030204" pitchFamily="34" charset="0"/>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Calibri" panose="020F0502020204030204" pitchFamily="34" charset="0"/>
          <a:ea typeface="+mn-ea"/>
          <a:cs typeface="Calibri" panose="020F0502020204030204" pitchFamily="34" charset="0"/>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Calibri" panose="020F0502020204030204" pitchFamily="34" charset="0"/>
          <a:ea typeface="+mn-ea"/>
          <a:cs typeface="Calibri" panose="020F0502020204030204" pitchFamily="34" charset="0"/>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video" Target="https://www.youtube.com/embed/D5_s7g8__xg?feature=oembed" TargetMode="External"/><Relationship Id="rId4" Type="http://schemas.openxmlformats.org/officeDocument/2006/relationships/image" Target="../media/image20.jpe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6.jpeg"/></Relationships>
</file>

<file path=ppt/slides/_rels/slide16.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9.jpeg"/><Relationship Id="rId4" Type="http://schemas.openxmlformats.org/officeDocument/2006/relationships/image" Target="../media/image28.jpeg"/></Relationships>
</file>

<file path=ppt/slides/_rels/slide1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18.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3.jpeg"/></Relationships>
</file>

<file path=ppt/slides/_rels/slide19.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5.jpe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44.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ideo" Target="https://www.youtube.com/embed/tWIP22-Xcxs?feature=oembed" TargetMode="External"/><Relationship Id="rId4" Type="http://schemas.openxmlformats.org/officeDocument/2006/relationships/image" Target="../media/image45.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39.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2.jpeg"/></Relationships>
</file>

<file path=ppt/slides/_rels/slide4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64.jpeg"/></Relationships>
</file>

<file path=ppt/slides/_rels/slide4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43.xml"/><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4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jpe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video" Target="https://www.youtube.com/embed/3U6F1T2azKg?feature=oembed" TargetMode="External"/><Relationship Id="rId4" Type="http://schemas.openxmlformats.org/officeDocument/2006/relationships/image" Target="../media/image72.jpe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video" Target="https://www.youtube.com/embed/O3NTbO4RhAM?feature=oembed" TargetMode="External"/><Relationship Id="rId4" Type="http://schemas.openxmlformats.org/officeDocument/2006/relationships/image" Target="../media/image73.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5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85.png"/></Relationships>
</file>

<file path=ppt/slides/_rels/slide5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57.xml"/><Relationship Id="rId1" Type="http://schemas.openxmlformats.org/officeDocument/2006/relationships/slideLayout" Target="../slideLayouts/slideLayout2.xml"/><Relationship Id="rId5" Type="http://schemas.openxmlformats.org/officeDocument/2006/relationships/image" Target="../media/image79.png"/><Relationship Id="rId4" Type="http://schemas.openxmlformats.org/officeDocument/2006/relationships/image" Target="../media/image85.png"/></Relationships>
</file>

<file path=ppt/slides/_rels/slide5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88.png"/></Relationships>
</file>

<file path=ppt/slides/_rels/slide6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6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2.xml"/><Relationship Id="rId1" Type="http://schemas.openxmlformats.org/officeDocument/2006/relationships/video" Target="https://www.youtube.com/embed/awlHn-8H6WM?feature=oembed" TargetMode="External"/><Relationship Id="rId4" Type="http://schemas.openxmlformats.org/officeDocument/2006/relationships/image" Target="../media/image92.jpeg"/></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2.xml"/><Relationship Id="rId1" Type="http://schemas.openxmlformats.org/officeDocument/2006/relationships/video" Target="https://www.youtube.com/embed/I9wMYxNar0k?feature=oembed" TargetMode="External"/><Relationship Id="rId4" Type="http://schemas.openxmlformats.org/officeDocument/2006/relationships/image" Target="../media/image93.jpe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2.xml"/><Relationship Id="rId1" Type="http://schemas.openxmlformats.org/officeDocument/2006/relationships/video" Target="https://www.youtube.com/embed/pSJIHrdR4mk?feature=oembed" TargetMode="External"/><Relationship Id="rId4" Type="http://schemas.openxmlformats.org/officeDocument/2006/relationships/image" Target="../media/image94.jpe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2.xml"/><Relationship Id="rId1" Type="http://schemas.openxmlformats.org/officeDocument/2006/relationships/video" Target="https://www.youtube.com/embed/AeSxK0Sn2Qg?feature=oembed" TargetMode="External"/><Relationship Id="rId4" Type="http://schemas.openxmlformats.org/officeDocument/2006/relationships/image" Target="../media/image95.jpe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hyperlink" Target="https://www.goltens.com/resources/himsen-6h25-33-crankshaft-replacement-singapore/" TargetMode="External"/><Relationship Id="rId2" Type="http://schemas.openxmlformats.org/officeDocument/2006/relationships/hyperlink" Target="https://muckymariners.com/app/meo-class-4-subjects/function-4b-meol/engines/7-cranckshaft-crosshead/cranckshaft-crosshead-2-7-crankshaft-deflection/" TargetMode="External"/><Relationship Id="rId1" Type="http://schemas.openxmlformats.org/officeDocument/2006/relationships/slideLayout" Target="../slideLayouts/slideLayout2.xml"/><Relationship Id="rId6" Type="http://schemas.openxmlformats.org/officeDocument/2006/relationships/hyperlink" Target="https://www.researchgate.net/figure/Schematic-representation-of-the-piston-group-and-liner-assembly-of-the-diesel-off-highway_fig1_351112570" TargetMode="External"/><Relationship Id="rId5" Type="http://schemas.openxmlformats.org/officeDocument/2006/relationships/hyperlink" Target="https://www.slideserve.com/carmelita/lubrication-features-of-a-large-diesel-engine" TargetMode="External"/><Relationship Id="rId4" Type="http://schemas.openxmlformats.org/officeDocument/2006/relationships/hyperlink" Target="https://www.oktotr.com/aux-engine-crankshaft-replacement-during-sailing"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www.researchgate.net/figure/Procedure-for-liquid-penetrant-test-10_fig1_355889692" TargetMode="External"/><Relationship Id="rId2" Type="http://schemas.openxmlformats.org/officeDocument/2006/relationships/hyperlink" Target="https://www.youtube.com/watch?v=AeSxK0Sn2Qg" TargetMode="External"/><Relationship Id="rId1" Type="http://schemas.openxmlformats.org/officeDocument/2006/relationships/slideLayout" Target="../slideLayouts/slideLayout2.xml"/><Relationship Id="rId5" Type="http://schemas.openxmlformats.org/officeDocument/2006/relationships/hyperlink" Target="https://www.youtube.com/watch?v=tWIP22-Xcxs" TargetMode="External"/><Relationship Id="rId4" Type="http://schemas.openxmlformats.org/officeDocument/2006/relationships/hyperlink" Target="https://www.nationalboard.org/index.aspx?pageID=164&amp;ID=374"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gray">
          <a:xfrm>
            <a:off x="381741" y="651623"/>
            <a:ext cx="8255450" cy="2751522"/>
          </a:xfrm>
          <a:prstGeom prst="rect">
            <a:avLst/>
          </a:prstGeom>
        </p:spPr>
        <p:txBody>
          <a:bodyPr vert="horz" wrap="square" lIns="91440" tIns="45720" rIns="91440" bIns="45720" rtlCol="0" anchor="ctr" anchorCtr="0">
            <a:spAutoFit/>
          </a:bodyPr>
          <a:lstStyle>
            <a:lvl1pPr algn="l" defTabSz="457200" rtl="0" eaLnBrk="1" latinLnBrk="0" hangingPunct="1">
              <a:lnSpc>
                <a:spcPct val="90000"/>
              </a:lnSpc>
              <a:spcBef>
                <a:spcPct val="0"/>
              </a:spcBef>
              <a:buNone/>
              <a:defRPr sz="4200" i="0" kern="1200">
                <a:solidFill>
                  <a:schemeClr val="bg1"/>
                </a:solidFill>
                <a:effectLst>
                  <a:outerShdw blurRad="38100" dist="38100" dir="2700000" algn="tl">
                    <a:srgbClr val="000000">
                      <a:alpha val="43137"/>
                    </a:srgbClr>
                  </a:outerShdw>
                </a:effectLst>
                <a:latin typeface="Calibri"/>
                <a:ea typeface="+mj-ea"/>
                <a:cs typeface="Calibri"/>
              </a:defRPr>
            </a:lvl1pPr>
          </a:lstStyle>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KMOU </a:t>
            </a:r>
            <a:r>
              <a:rPr lang="en-US" sz="2800" dirty="0">
                <a:solidFill>
                  <a:schemeClr val="tx1">
                    <a:lumMod val="75000"/>
                    <a:lumOff val="25000"/>
                  </a:schemeClr>
                </a:solidFill>
                <a:effectLst/>
                <a:latin typeface="Calibri" panose="020F0502020204030204" pitchFamily="34" charset="0"/>
                <a:cs typeface="Calibri" panose="020F0502020204030204" pitchFamily="34" charset="0"/>
              </a:rPr>
              <a:t>Division of Marine System Engineering</a:t>
            </a:r>
          </a:p>
          <a:p>
            <a:endParaRPr lang="en-US" sz="4800" dirty="0">
              <a:solidFill>
                <a:schemeClr val="tx1">
                  <a:lumMod val="75000"/>
                  <a:lumOff val="25000"/>
                </a:schemeClr>
              </a:solidFill>
              <a:effectLst/>
              <a:latin typeface="Calibri" panose="020F0502020204030204" pitchFamily="34" charset="0"/>
              <a:cs typeface="Calibri" panose="020F0502020204030204" pitchFamily="34" charset="0"/>
            </a:endParaRPr>
          </a:p>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Introduction to </a:t>
            </a:r>
          </a:p>
          <a:p>
            <a:r>
              <a:rPr lang="en-US" sz="4800" dirty="0">
                <a:solidFill>
                  <a:schemeClr val="tx1">
                    <a:lumMod val="75000"/>
                    <a:lumOff val="25000"/>
                  </a:schemeClr>
                </a:solidFill>
                <a:effectLst/>
                <a:latin typeface="Calibri" panose="020F0502020204030204" pitchFamily="34" charset="0"/>
                <a:cs typeface="Calibri" panose="020F0502020204030204" pitchFamily="34" charset="0"/>
              </a:rPr>
              <a:t>Internal Combustion Engine </a:t>
            </a:r>
          </a:p>
        </p:txBody>
      </p:sp>
    </p:spTree>
    <p:extLst>
      <p:ext uri="{BB962C8B-B14F-4D97-AF65-F5344CB8AC3E}">
        <p14:creationId xmlns:p14="http://schemas.microsoft.com/office/powerpoint/2010/main" val="1504224030"/>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F878F-7F04-302E-DFC7-67881DDE47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316DC8-8326-FB47-1CE0-3EB5455CCA08}"/>
              </a:ext>
            </a:extLst>
          </p:cNvPr>
          <p:cNvSpPr>
            <a:spLocks noGrp="1"/>
          </p:cNvSpPr>
          <p:nvPr>
            <p:ph type="title"/>
          </p:nvPr>
        </p:nvSpPr>
        <p:spPr>
          <a:xfrm>
            <a:off x="304799" y="304655"/>
            <a:ext cx="8392313" cy="535531"/>
          </a:xfrm>
        </p:spPr>
        <p:txBody>
          <a:bodyPr/>
          <a:lstStyle/>
          <a:p>
            <a:r>
              <a:rPr lang="en-US" dirty="0"/>
              <a:t>Lesson content for each week</a:t>
            </a:r>
          </a:p>
        </p:txBody>
      </p:sp>
      <p:graphicFrame>
        <p:nvGraphicFramePr>
          <p:cNvPr id="6" name="표 5">
            <a:extLst>
              <a:ext uri="{FF2B5EF4-FFF2-40B4-BE49-F238E27FC236}">
                <a16:creationId xmlns:a16="http://schemas.microsoft.com/office/drawing/2014/main" id="{5FD0B75C-39E0-9245-D3CD-1F0BED02C249}"/>
              </a:ext>
            </a:extLst>
          </p:cNvPr>
          <p:cNvGraphicFramePr>
            <a:graphicFrameLocks noGrp="1"/>
          </p:cNvGraphicFramePr>
          <p:nvPr>
            <p:extLst>
              <p:ext uri="{D42A27DB-BD31-4B8C-83A1-F6EECF244321}">
                <p14:modId xmlns:p14="http://schemas.microsoft.com/office/powerpoint/2010/main" val="1138376236"/>
              </p:ext>
            </p:extLst>
          </p:nvPr>
        </p:nvGraphicFramePr>
        <p:xfrm>
          <a:off x="354071" y="826436"/>
          <a:ext cx="8463358" cy="4145280"/>
        </p:xfrm>
        <a:graphic>
          <a:graphicData uri="http://schemas.openxmlformats.org/drawingml/2006/table">
            <a:tbl>
              <a:tblPr firstRow="1" bandRow="1">
                <a:tableStyleId>{2D5ABB26-0587-4C30-8999-92F81FD0307C}</a:tableStyleId>
              </a:tblPr>
              <a:tblGrid>
                <a:gridCol w="4231679">
                  <a:extLst>
                    <a:ext uri="{9D8B030D-6E8A-4147-A177-3AD203B41FA5}">
                      <a16:colId xmlns:a16="http://schemas.microsoft.com/office/drawing/2014/main" val="576110043"/>
                    </a:ext>
                  </a:extLst>
                </a:gridCol>
                <a:gridCol w="4231679">
                  <a:extLst>
                    <a:ext uri="{9D8B030D-6E8A-4147-A177-3AD203B41FA5}">
                      <a16:colId xmlns:a16="http://schemas.microsoft.com/office/drawing/2014/main" val="12346094"/>
                    </a:ext>
                  </a:extLst>
                </a:gridCol>
              </a:tblGrid>
              <a:tr h="518160">
                <a:tc>
                  <a:txBody>
                    <a:bodyPr/>
                    <a:lstStyle/>
                    <a:p>
                      <a:pPr latinLnBrk="1"/>
                      <a:r>
                        <a:rPr lang="en-US" altLang="ko-KR" sz="1400" dirty="0"/>
                        <a:t>Ch0_Introduction to the Class</a:t>
                      </a:r>
                      <a:endParaRPr lang="en-US" altLang="ko-KR" sz="1400" dirty="0">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b="1" dirty="0">
                          <a:solidFill>
                            <a:srgbClr val="FF0000"/>
                          </a:solidFill>
                        </a:rPr>
                        <a:t>Ch6_Piston Fittings and Crankshaft</a:t>
                      </a:r>
                      <a:endParaRPr lang="en-US" altLang="ko-KR" sz="1400" b="1" dirty="0">
                        <a:solidFill>
                          <a:srgbClr val="FF0000"/>
                        </a:solidFill>
                        <a:latin typeface="Calibri" panose="020F0502020204030204" pitchFamily="34" charset="0"/>
                      </a:endParaRPr>
                    </a:p>
                  </a:txBody>
                  <a:tcPr/>
                </a:tc>
                <a:extLst>
                  <a:ext uri="{0D108BD9-81ED-4DB2-BD59-A6C34878D82A}">
                    <a16:rowId xmlns:a16="http://schemas.microsoft.com/office/drawing/2014/main" val="581925853"/>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Ch1_Overview of the Internal Combustion Engine</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Ch7_Lube Oil System</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2279872474"/>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Ch2_Thermodynamics and Compressed Air System</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Ch8_Cooling Water System</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2189124132"/>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Ch3_Marine Fuels and Internal Fuel Oil System</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Ch9_Introduction to the Main Engine</a:t>
                      </a:r>
                      <a:endParaRPr lang="en-US" altLang="ko-KR" sz="1400" dirty="0">
                        <a:solidFill>
                          <a:srgbClr val="000000"/>
                        </a:solidFill>
                        <a:latin typeface="Calibri" panose="020F0502020204030204" pitchFamily="34" charset="0"/>
                      </a:endParaRPr>
                    </a:p>
                  </a:txBody>
                  <a:tcPr/>
                </a:tc>
                <a:extLst>
                  <a:ext uri="{0D108BD9-81ED-4DB2-BD59-A6C34878D82A}">
                    <a16:rowId xmlns:a16="http://schemas.microsoft.com/office/drawing/2014/main" val="3434192298"/>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Ch4_Intake and Exhaust System</a:t>
                      </a:r>
                      <a:endParaRPr lang="en-US" altLang="ko-KR" sz="1400" dirty="0">
                        <a:solidFill>
                          <a:srgbClr val="000000"/>
                        </a:solidFill>
                        <a:latin typeface="Calibri" panose="020F0502020204030204" pitchFamily="34" charset="0"/>
                      </a:endParaRPr>
                    </a:p>
                  </a:txBody>
                  <a:tcPr/>
                </a:tc>
                <a:tc>
                  <a:txBody>
                    <a:bodyPr/>
                    <a:lstStyle/>
                    <a:p>
                      <a:pPr latinLnBrk="1"/>
                      <a:r>
                        <a:rPr lang="en-US" altLang="ko-KR" sz="1400" dirty="0">
                          <a:solidFill>
                            <a:srgbClr val="000000"/>
                          </a:solidFill>
                        </a:rPr>
                        <a:t>Ch10_Alternative Fuels and Alternative Fuel Systems</a:t>
                      </a:r>
                      <a:endParaRPr lang="ko-KR" altLang="en-US" sz="1400" dirty="0">
                        <a:latin typeface="Calibri" panose="020F0502020204030204" pitchFamily="34" charset="0"/>
                      </a:endParaRPr>
                    </a:p>
                  </a:txBody>
                  <a:tcPr/>
                </a:tc>
                <a:extLst>
                  <a:ext uri="{0D108BD9-81ED-4DB2-BD59-A6C34878D82A}">
                    <a16:rowId xmlns:a16="http://schemas.microsoft.com/office/drawing/2014/main" val="181752057"/>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Ch5_Turbocharger</a:t>
                      </a:r>
                      <a:endParaRPr lang="en-US" altLang="ko-KR" sz="1400" dirty="0">
                        <a:solidFill>
                          <a:srgbClr val="000000"/>
                        </a:solidFill>
                        <a:latin typeface="Calibri" panose="020F0502020204030204" pitchFamily="34" charset="0"/>
                      </a:endParaRPr>
                    </a:p>
                  </a:txBody>
                  <a:tcPr/>
                </a:tc>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dirty="0">
                          <a:solidFill>
                            <a:srgbClr val="000000"/>
                          </a:solidFill>
                        </a:rPr>
                        <a:t>Ch11_Environmental Regulations and Exhaust Gas Aftertreatment Systems</a:t>
                      </a:r>
                      <a:endParaRPr lang="ko-KR" altLang="en-US" sz="1400" dirty="0">
                        <a:latin typeface="Calibri" panose="020F0502020204030204" pitchFamily="34" charset="0"/>
                      </a:endParaRPr>
                    </a:p>
                  </a:txBody>
                  <a:tcPr/>
                </a:tc>
                <a:extLst>
                  <a:ext uri="{0D108BD9-81ED-4DB2-BD59-A6C34878D82A}">
                    <a16:rowId xmlns:a16="http://schemas.microsoft.com/office/drawing/2014/main" val="3122996524"/>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r>
                        <a:rPr lang="en-US" altLang="ko-KR" sz="1400" b="1" dirty="0">
                          <a:solidFill>
                            <a:srgbClr val="000000"/>
                          </a:solidFill>
                        </a:rPr>
                        <a:t>Midterm</a:t>
                      </a:r>
                      <a:endParaRPr lang="en-US" altLang="ko-KR" sz="1400" b="1" dirty="0">
                        <a:solidFill>
                          <a:srgbClr val="000000"/>
                        </a:solidFill>
                        <a:latin typeface="Calibri" panose="020F0502020204030204" pitchFamily="34" charset="0"/>
                      </a:endParaRPr>
                    </a:p>
                  </a:txBody>
                  <a:tcPr/>
                </a:tc>
                <a:tc>
                  <a:txBody>
                    <a:bodyPr/>
                    <a:lstStyle/>
                    <a:p>
                      <a:pPr latinLnBrk="1"/>
                      <a:r>
                        <a:rPr lang="en-US" altLang="ko-KR" sz="1400" dirty="0">
                          <a:solidFill>
                            <a:srgbClr val="000000"/>
                          </a:solidFill>
                        </a:rPr>
                        <a:t>Ch12_Tools, Apprentice Engineer Duties, and Career Direction</a:t>
                      </a:r>
                      <a:endParaRPr lang="ko-KR" altLang="en-US" sz="1400" dirty="0">
                        <a:latin typeface="Calibri" panose="020F0502020204030204" pitchFamily="34" charset="0"/>
                      </a:endParaRPr>
                    </a:p>
                  </a:txBody>
                  <a:tcPr/>
                </a:tc>
                <a:extLst>
                  <a:ext uri="{0D108BD9-81ED-4DB2-BD59-A6C34878D82A}">
                    <a16:rowId xmlns:a16="http://schemas.microsoft.com/office/drawing/2014/main" val="3564919555"/>
                  </a:ext>
                </a:extLst>
              </a:tr>
              <a:tr h="518160">
                <a:tc>
                  <a:txBody>
                    <a:bodyPr/>
                    <a:lstStyle/>
                    <a:p>
                      <a:pPr marL="0" marR="0" lvl="0" indent="0" algn="l" defTabSz="457200" rtl="0" eaLnBrk="1" fontAlgn="auto" latinLnBrk="1" hangingPunct="1">
                        <a:lnSpc>
                          <a:spcPct val="100000"/>
                        </a:lnSpc>
                        <a:spcBef>
                          <a:spcPts val="0"/>
                        </a:spcBef>
                        <a:spcAft>
                          <a:spcPts val="0"/>
                        </a:spcAft>
                        <a:buClrTx/>
                        <a:buSzTx/>
                        <a:buFontTx/>
                        <a:buNone/>
                        <a:tabLst/>
                        <a:defRPr/>
                      </a:pPr>
                      <a:endParaRPr lang="en-US" altLang="ko-KR" sz="1400" dirty="0">
                        <a:solidFill>
                          <a:srgbClr val="000000"/>
                        </a:solidFill>
                        <a:latin typeface="Calibri" panose="020F0502020204030204" pitchFamily="34" charset="0"/>
                      </a:endParaRPr>
                    </a:p>
                  </a:txBody>
                  <a:tcPr/>
                </a:tc>
                <a:tc>
                  <a:txBody>
                    <a:bodyPr/>
                    <a:lstStyle/>
                    <a:p>
                      <a:pPr latinLnBrk="1"/>
                      <a:r>
                        <a:rPr lang="en-US" altLang="ko-KR" sz="1400" b="1" dirty="0"/>
                        <a:t>Final Exam</a:t>
                      </a:r>
                      <a:endParaRPr lang="ko-KR" altLang="en-US" sz="1400" b="1" dirty="0">
                        <a:latin typeface="Calibri" panose="020F0502020204030204" pitchFamily="34" charset="0"/>
                      </a:endParaRPr>
                    </a:p>
                  </a:txBody>
                  <a:tcPr/>
                </a:tc>
                <a:extLst>
                  <a:ext uri="{0D108BD9-81ED-4DB2-BD59-A6C34878D82A}">
                    <a16:rowId xmlns:a16="http://schemas.microsoft.com/office/drawing/2014/main" val="488745633"/>
                  </a:ext>
                </a:extLst>
              </a:tr>
            </a:tbl>
          </a:graphicData>
        </a:graphic>
      </p:graphicFrame>
    </p:spTree>
    <p:extLst>
      <p:ext uri="{BB962C8B-B14F-4D97-AF65-F5344CB8AC3E}">
        <p14:creationId xmlns:p14="http://schemas.microsoft.com/office/powerpoint/2010/main" val="3225628892"/>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5FFBE-6EB4-F961-A5BE-74D10870E5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6E404-295A-EDB0-9055-FDA24020CA53}"/>
              </a:ext>
            </a:extLst>
          </p:cNvPr>
          <p:cNvSpPr>
            <a:spLocks noGrp="1"/>
          </p:cNvSpPr>
          <p:nvPr>
            <p:ph type="title"/>
          </p:nvPr>
        </p:nvSpPr>
        <p:spPr>
          <a:xfrm>
            <a:off x="304799" y="304655"/>
            <a:ext cx="8392313" cy="535531"/>
          </a:xfrm>
        </p:spPr>
        <p:txBody>
          <a:bodyPr/>
          <a:lstStyle/>
          <a:p>
            <a:r>
              <a:rPr lang="nb-NO" altLang="ko-KR" dirty="0"/>
              <a:t>Engine type </a:t>
            </a:r>
            <a:r>
              <a:rPr lang="nb-NO" altLang="ko-KR" dirty="0" err="1"/>
              <a:t>identification</a:t>
            </a:r>
            <a:r>
              <a:rPr lang="nb-NO" altLang="ko-KR" dirty="0"/>
              <a:t> for MAN B&amp;W</a:t>
            </a:r>
            <a:endParaRPr lang="en-US" dirty="0"/>
          </a:p>
        </p:txBody>
      </p:sp>
      <p:pic>
        <p:nvPicPr>
          <p:cNvPr id="5" name="그림 4">
            <a:extLst>
              <a:ext uri="{FF2B5EF4-FFF2-40B4-BE49-F238E27FC236}">
                <a16:creationId xmlns:a16="http://schemas.microsoft.com/office/drawing/2014/main" id="{819A09CC-6F10-236B-47D8-1709FF3358A6}"/>
              </a:ext>
            </a:extLst>
          </p:cNvPr>
          <p:cNvPicPr>
            <a:picLocks noChangeAspect="1"/>
          </p:cNvPicPr>
          <p:nvPr/>
        </p:nvPicPr>
        <p:blipFill>
          <a:blip r:embed="rId3"/>
          <a:stretch>
            <a:fillRect/>
          </a:stretch>
        </p:blipFill>
        <p:spPr>
          <a:xfrm>
            <a:off x="419461" y="908938"/>
            <a:ext cx="3497104" cy="4160348"/>
          </a:xfrm>
          <a:prstGeom prst="rect">
            <a:avLst/>
          </a:prstGeom>
        </p:spPr>
      </p:pic>
      <p:pic>
        <p:nvPicPr>
          <p:cNvPr id="2050" name="Picture 2" descr="Hyundai Heavy Industries Lands $48 Million Power Generation Order from  Indonesia - Businesskorea">
            <a:extLst>
              <a:ext uri="{FF2B5EF4-FFF2-40B4-BE49-F238E27FC236}">
                <a16:creationId xmlns:a16="http://schemas.microsoft.com/office/drawing/2014/main" id="{E652000E-1607-6AB2-21A5-DBB8FE36AD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87992" y="1068958"/>
            <a:ext cx="5156008" cy="3327782"/>
          </a:xfrm>
          <a:prstGeom prst="rect">
            <a:avLst/>
          </a:prstGeom>
          <a:noFill/>
          <a:extLst>
            <a:ext uri="{909E8E84-426E-40DD-AFC4-6F175D3DCCD1}">
              <a14:hiddenFill xmlns:a14="http://schemas.microsoft.com/office/drawing/2010/main">
                <a:solidFill>
                  <a:srgbClr val="FFFFFF"/>
                </a:solidFill>
              </a14:hiddenFill>
            </a:ext>
          </a:extLst>
        </p:spPr>
      </p:pic>
      <p:sp>
        <p:nvSpPr>
          <p:cNvPr id="7" name="Text Placeholder 2">
            <a:extLst>
              <a:ext uri="{FF2B5EF4-FFF2-40B4-BE49-F238E27FC236}">
                <a16:creationId xmlns:a16="http://schemas.microsoft.com/office/drawing/2014/main" id="{1E9D40CC-30CF-D4A5-E6EE-2BFE04E5E4C0}"/>
              </a:ext>
            </a:extLst>
          </p:cNvPr>
          <p:cNvSpPr>
            <a:spLocks noGrp="1"/>
          </p:cNvSpPr>
          <p:nvPr>
            <p:ph type="body" sz="quarter" idx="10"/>
          </p:nvPr>
        </p:nvSpPr>
        <p:spPr>
          <a:xfrm>
            <a:off x="5026756" y="4294112"/>
            <a:ext cx="3078480" cy="342759"/>
          </a:xfrm>
        </p:spPr>
        <p:txBody>
          <a:bodyPr>
            <a:normAutofit/>
          </a:bodyPr>
          <a:lstStyle/>
          <a:p>
            <a:pPr marL="0" indent="0">
              <a:spcAft>
                <a:spcPts val="1000"/>
              </a:spcAft>
              <a:buNone/>
            </a:pPr>
            <a:r>
              <a:rPr lang="en-US" altLang="ko-KR" sz="1600" dirty="0"/>
              <a:t>G/E (In-line type) with 8 cylinders</a:t>
            </a:r>
            <a:endParaRPr lang="en-US" sz="1600" dirty="0">
              <a:solidFill>
                <a:srgbClr val="000000"/>
              </a:solidFill>
            </a:endParaRPr>
          </a:p>
        </p:txBody>
      </p:sp>
    </p:spTree>
    <p:extLst>
      <p:ext uri="{BB962C8B-B14F-4D97-AF65-F5344CB8AC3E}">
        <p14:creationId xmlns:p14="http://schemas.microsoft.com/office/powerpoint/2010/main" val="2185952954"/>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70E4F9-3C6B-CE63-111D-5347694C34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57B3D-CAAC-B609-CEE5-88B926D0CE7F}"/>
              </a:ext>
            </a:extLst>
          </p:cNvPr>
          <p:cNvSpPr>
            <a:spLocks noGrp="1"/>
          </p:cNvSpPr>
          <p:nvPr>
            <p:ph type="title"/>
          </p:nvPr>
        </p:nvSpPr>
        <p:spPr>
          <a:xfrm>
            <a:off x="304799" y="304655"/>
            <a:ext cx="8392313" cy="535531"/>
          </a:xfrm>
        </p:spPr>
        <p:txBody>
          <a:bodyPr/>
          <a:lstStyle/>
          <a:p>
            <a:r>
              <a:rPr lang="nb-NO" altLang="ko-KR" dirty="0"/>
              <a:t>Engine type </a:t>
            </a:r>
            <a:r>
              <a:rPr lang="nb-NO" altLang="ko-KR" dirty="0" err="1"/>
              <a:t>identification</a:t>
            </a:r>
            <a:r>
              <a:rPr lang="nb-NO" altLang="ko-KR" dirty="0"/>
              <a:t> for MAN B&amp;W</a:t>
            </a:r>
            <a:endParaRPr lang="en-US" dirty="0"/>
          </a:p>
        </p:txBody>
      </p:sp>
      <p:pic>
        <p:nvPicPr>
          <p:cNvPr id="5" name="그림 4">
            <a:extLst>
              <a:ext uri="{FF2B5EF4-FFF2-40B4-BE49-F238E27FC236}">
                <a16:creationId xmlns:a16="http://schemas.microsoft.com/office/drawing/2014/main" id="{987A37AB-D7A7-B79F-41EC-EADD6DB8E7F2}"/>
              </a:ext>
            </a:extLst>
          </p:cNvPr>
          <p:cNvPicPr>
            <a:picLocks noChangeAspect="1"/>
          </p:cNvPicPr>
          <p:nvPr/>
        </p:nvPicPr>
        <p:blipFill>
          <a:blip r:embed="rId3"/>
          <a:stretch>
            <a:fillRect/>
          </a:stretch>
        </p:blipFill>
        <p:spPr>
          <a:xfrm>
            <a:off x="419461" y="908938"/>
            <a:ext cx="3497104" cy="4160348"/>
          </a:xfrm>
          <a:prstGeom prst="rect">
            <a:avLst/>
          </a:prstGeom>
        </p:spPr>
      </p:pic>
      <p:sp>
        <p:nvSpPr>
          <p:cNvPr id="7" name="Text Placeholder 2">
            <a:extLst>
              <a:ext uri="{FF2B5EF4-FFF2-40B4-BE49-F238E27FC236}">
                <a16:creationId xmlns:a16="http://schemas.microsoft.com/office/drawing/2014/main" id="{0A44DDFD-4CD5-3618-1A04-76F9A1B83B80}"/>
              </a:ext>
            </a:extLst>
          </p:cNvPr>
          <p:cNvSpPr>
            <a:spLocks noGrp="1"/>
          </p:cNvSpPr>
          <p:nvPr>
            <p:ph type="body" sz="quarter" idx="10"/>
          </p:nvPr>
        </p:nvSpPr>
        <p:spPr>
          <a:xfrm>
            <a:off x="5892848" y="4145400"/>
            <a:ext cx="1610264" cy="342759"/>
          </a:xfrm>
        </p:spPr>
        <p:txBody>
          <a:bodyPr>
            <a:normAutofit/>
          </a:bodyPr>
          <a:lstStyle/>
          <a:p>
            <a:pPr marL="0" indent="0">
              <a:spcAft>
                <a:spcPts val="1000"/>
              </a:spcAft>
              <a:buNone/>
            </a:pPr>
            <a:r>
              <a:rPr lang="en-US" altLang="ko-KR" sz="1600" dirty="0"/>
              <a:t>G/E (V-built type)</a:t>
            </a:r>
            <a:endParaRPr lang="en-US" sz="1600" dirty="0">
              <a:solidFill>
                <a:srgbClr val="000000"/>
              </a:solidFill>
            </a:endParaRPr>
          </a:p>
        </p:txBody>
      </p:sp>
      <p:pic>
        <p:nvPicPr>
          <p:cNvPr id="3074" name="Picture 2" descr="HiMSEN Engine Animation - YouTube">
            <a:extLst>
              <a:ext uri="{FF2B5EF4-FFF2-40B4-BE49-F238E27FC236}">
                <a16:creationId xmlns:a16="http://schemas.microsoft.com/office/drawing/2014/main" id="{4496995E-04CA-B5BD-186A-22008272B4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1960" y="1238311"/>
            <a:ext cx="4892040" cy="27526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3338927"/>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2E62C8-5036-16D7-E2E1-CA0D8723ED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1216DA-E0AA-6665-1B37-4C49B49C8C4D}"/>
              </a:ext>
            </a:extLst>
          </p:cNvPr>
          <p:cNvSpPr>
            <a:spLocks noGrp="1"/>
          </p:cNvSpPr>
          <p:nvPr>
            <p:ph type="title"/>
          </p:nvPr>
        </p:nvSpPr>
        <p:spPr>
          <a:xfrm>
            <a:off x="304799" y="304655"/>
            <a:ext cx="8392313" cy="535531"/>
          </a:xfrm>
        </p:spPr>
        <p:txBody>
          <a:bodyPr/>
          <a:lstStyle/>
          <a:p>
            <a:r>
              <a:rPr lang="nb-NO" altLang="ko-KR" dirty="0"/>
              <a:t>Engine type </a:t>
            </a:r>
            <a:r>
              <a:rPr lang="nb-NO" altLang="ko-KR" dirty="0" err="1"/>
              <a:t>identification</a:t>
            </a:r>
            <a:r>
              <a:rPr lang="nb-NO" altLang="ko-KR" dirty="0"/>
              <a:t> for MAN B&amp;W</a:t>
            </a:r>
            <a:endParaRPr lang="en-US" dirty="0"/>
          </a:p>
        </p:txBody>
      </p:sp>
      <p:sp>
        <p:nvSpPr>
          <p:cNvPr id="3" name="Text Placeholder 2">
            <a:extLst>
              <a:ext uri="{FF2B5EF4-FFF2-40B4-BE49-F238E27FC236}">
                <a16:creationId xmlns:a16="http://schemas.microsoft.com/office/drawing/2014/main" id="{E00089D9-E39B-1B69-A2A8-41D9C98FB251}"/>
              </a:ext>
            </a:extLst>
          </p:cNvPr>
          <p:cNvSpPr>
            <a:spLocks noGrp="1"/>
          </p:cNvSpPr>
          <p:nvPr>
            <p:ph type="body" sz="quarter" idx="10"/>
          </p:nvPr>
        </p:nvSpPr>
        <p:spPr>
          <a:xfrm>
            <a:off x="4500955" y="1002717"/>
            <a:ext cx="4267200" cy="720781"/>
          </a:xfrm>
        </p:spPr>
        <p:txBody>
          <a:bodyPr>
            <a:normAutofit/>
          </a:bodyPr>
          <a:lstStyle/>
          <a:p>
            <a:pPr marL="0" indent="0">
              <a:spcAft>
                <a:spcPts val="1000"/>
              </a:spcAft>
              <a:buNone/>
            </a:pPr>
            <a:r>
              <a:rPr lang="en-US" altLang="ko-KR" sz="1600" dirty="0"/>
              <a:t>Bore : 280 mm </a:t>
            </a:r>
          </a:p>
          <a:p>
            <a:pPr marL="0" indent="0">
              <a:spcAft>
                <a:spcPts val="1000"/>
              </a:spcAft>
              <a:buNone/>
            </a:pPr>
            <a:r>
              <a:rPr lang="en-US" altLang="ko-KR" sz="1600" dirty="0"/>
              <a:t>Stroke : 320 mm</a:t>
            </a:r>
            <a:endParaRPr lang="en-US" sz="1600" dirty="0">
              <a:solidFill>
                <a:srgbClr val="000000"/>
              </a:solidFill>
            </a:endParaRPr>
          </a:p>
        </p:txBody>
      </p:sp>
      <p:pic>
        <p:nvPicPr>
          <p:cNvPr id="5" name="그림 4">
            <a:extLst>
              <a:ext uri="{FF2B5EF4-FFF2-40B4-BE49-F238E27FC236}">
                <a16:creationId xmlns:a16="http://schemas.microsoft.com/office/drawing/2014/main" id="{F2F0B00B-2A62-1683-A374-D3271F350F8F}"/>
              </a:ext>
            </a:extLst>
          </p:cNvPr>
          <p:cNvPicPr>
            <a:picLocks noChangeAspect="1"/>
          </p:cNvPicPr>
          <p:nvPr/>
        </p:nvPicPr>
        <p:blipFill>
          <a:blip r:embed="rId3"/>
          <a:stretch>
            <a:fillRect/>
          </a:stretch>
        </p:blipFill>
        <p:spPr>
          <a:xfrm>
            <a:off x="419461" y="908938"/>
            <a:ext cx="3497104" cy="4160348"/>
          </a:xfrm>
          <a:prstGeom prst="rect">
            <a:avLst/>
          </a:prstGeom>
        </p:spPr>
      </p:pic>
      <p:pic>
        <p:nvPicPr>
          <p:cNvPr id="1026" name="Picture 2" descr="Bore Stroke Ratio">
            <a:extLst>
              <a:ext uri="{FF2B5EF4-FFF2-40B4-BE49-F238E27FC236}">
                <a16:creationId xmlns:a16="http://schemas.microsoft.com/office/drawing/2014/main" id="{C47F3980-89C7-BFB4-E367-382EA3F50D5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863177"/>
            <a:ext cx="2687289" cy="27234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3053264"/>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32F29-F603-0422-D63B-A6B8E1AEB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22F956-EBC9-C951-F607-0A08E58A1D86}"/>
              </a:ext>
            </a:extLst>
          </p:cNvPr>
          <p:cNvSpPr>
            <a:spLocks noGrp="1"/>
          </p:cNvSpPr>
          <p:nvPr>
            <p:ph type="title"/>
          </p:nvPr>
        </p:nvSpPr>
        <p:spPr>
          <a:xfrm>
            <a:off x="304799" y="304655"/>
            <a:ext cx="8392313" cy="535531"/>
          </a:xfrm>
        </p:spPr>
        <p:txBody>
          <a:bodyPr/>
          <a:lstStyle/>
          <a:p>
            <a:r>
              <a:rPr lang="nb-NO" altLang="ko-KR" dirty="0"/>
              <a:t>Engine type </a:t>
            </a:r>
            <a:r>
              <a:rPr lang="nb-NO" altLang="ko-KR" dirty="0" err="1"/>
              <a:t>identification</a:t>
            </a:r>
            <a:r>
              <a:rPr lang="nb-NO" altLang="ko-KR" dirty="0"/>
              <a:t> for MAN B&amp;W</a:t>
            </a:r>
            <a:endParaRPr lang="en-US" dirty="0"/>
          </a:p>
        </p:txBody>
      </p:sp>
      <p:pic>
        <p:nvPicPr>
          <p:cNvPr id="8" name="그림 7">
            <a:extLst>
              <a:ext uri="{FF2B5EF4-FFF2-40B4-BE49-F238E27FC236}">
                <a16:creationId xmlns:a16="http://schemas.microsoft.com/office/drawing/2014/main" id="{53F27A5B-F9D5-7931-5879-EB566791CFE6}"/>
              </a:ext>
            </a:extLst>
          </p:cNvPr>
          <p:cNvPicPr>
            <a:picLocks noChangeAspect="1"/>
          </p:cNvPicPr>
          <p:nvPr/>
        </p:nvPicPr>
        <p:blipFill>
          <a:blip r:embed="rId3"/>
          <a:stretch>
            <a:fillRect/>
          </a:stretch>
        </p:blipFill>
        <p:spPr>
          <a:xfrm>
            <a:off x="416274" y="1028700"/>
            <a:ext cx="4539946" cy="4114800"/>
          </a:xfrm>
          <a:prstGeom prst="rect">
            <a:avLst/>
          </a:prstGeom>
        </p:spPr>
      </p:pic>
      <p:pic>
        <p:nvPicPr>
          <p:cNvPr id="10" name="그림 9">
            <a:extLst>
              <a:ext uri="{FF2B5EF4-FFF2-40B4-BE49-F238E27FC236}">
                <a16:creationId xmlns:a16="http://schemas.microsoft.com/office/drawing/2014/main" id="{E0376583-6262-F3E2-E227-2C4DC3D04FD7}"/>
              </a:ext>
            </a:extLst>
          </p:cNvPr>
          <p:cNvPicPr>
            <a:picLocks noChangeAspect="1"/>
          </p:cNvPicPr>
          <p:nvPr/>
        </p:nvPicPr>
        <p:blipFill>
          <a:blip r:embed="rId4"/>
          <a:stretch>
            <a:fillRect/>
          </a:stretch>
        </p:blipFill>
        <p:spPr>
          <a:xfrm>
            <a:off x="5148878" y="1028700"/>
            <a:ext cx="2363098" cy="4114800"/>
          </a:xfrm>
          <a:prstGeom prst="rect">
            <a:avLst/>
          </a:prstGeom>
        </p:spPr>
      </p:pic>
    </p:spTree>
    <p:extLst>
      <p:ext uri="{BB962C8B-B14F-4D97-AF65-F5344CB8AC3E}">
        <p14:creationId xmlns:p14="http://schemas.microsoft.com/office/powerpoint/2010/main" val="2201583621"/>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8D13C-0F2C-7A3C-42F2-770586D92E7D}"/>
            </a:ext>
          </a:extLst>
        </p:cNvPr>
        <p:cNvGrpSpPr/>
        <p:nvPr/>
      </p:nvGrpSpPr>
      <p:grpSpPr>
        <a:xfrm>
          <a:off x="0" y="0"/>
          <a:ext cx="0" cy="0"/>
          <a:chOff x="0" y="0"/>
          <a:chExt cx="0" cy="0"/>
        </a:xfrm>
      </p:grpSpPr>
      <p:pic>
        <p:nvPicPr>
          <p:cNvPr id="4" name="그림 3">
            <a:extLst>
              <a:ext uri="{FF2B5EF4-FFF2-40B4-BE49-F238E27FC236}">
                <a16:creationId xmlns:a16="http://schemas.microsoft.com/office/drawing/2014/main" id="{8DB44373-AC3A-15DD-8FD3-C3FB2E0DDDE5}"/>
              </a:ext>
            </a:extLst>
          </p:cNvPr>
          <p:cNvPicPr>
            <a:picLocks noChangeAspect="1"/>
          </p:cNvPicPr>
          <p:nvPr/>
        </p:nvPicPr>
        <p:blipFill>
          <a:blip r:embed="rId3"/>
          <a:stretch>
            <a:fillRect/>
          </a:stretch>
        </p:blipFill>
        <p:spPr>
          <a:xfrm>
            <a:off x="2899619" y="0"/>
            <a:ext cx="3344761" cy="5143500"/>
          </a:xfrm>
          <a:prstGeom prst="rect">
            <a:avLst/>
          </a:prstGeom>
        </p:spPr>
      </p:pic>
      <p:sp>
        <p:nvSpPr>
          <p:cNvPr id="7" name="Text Placeholder 2">
            <a:extLst>
              <a:ext uri="{FF2B5EF4-FFF2-40B4-BE49-F238E27FC236}">
                <a16:creationId xmlns:a16="http://schemas.microsoft.com/office/drawing/2014/main" id="{5C68C698-953A-FE23-C4E4-06075083F87C}"/>
              </a:ext>
            </a:extLst>
          </p:cNvPr>
          <p:cNvSpPr txBox="1">
            <a:spLocks/>
          </p:cNvSpPr>
          <p:nvPr/>
        </p:nvSpPr>
        <p:spPr>
          <a:xfrm>
            <a:off x="6635750" y="1125141"/>
            <a:ext cx="65999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Piston</a:t>
            </a:r>
          </a:p>
        </p:txBody>
      </p:sp>
      <p:cxnSp>
        <p:nvCxnSpPr>
          <p:cNvPr id="9" name="직선 화살표 연결선 8">
            <a:extLst>
              <a:ext uri="{FF2B5EF4-FFF2-40B4-BE49-F238E27FC236}">
                <a16:creationId xmlns:a16="http://schemas.microsoft.com/office/drawing/2014/main" id="{63CDA732-D9FA-7631-0886-BEDD1A8B4FAC}"/>
              </a:ext>
            </a:extLst>
          </p:cNvPr>
          <p:cNvCxnSpPr>
            <a:cxnSpLocks/>
          </p:cNvCxnSpPr>
          <p:nvPr/>
        </p:nvCxnSpPr>
        <p:spPr>
          <a:xfrm flipH="1">
            <a:off x="4805416" y="1263650"/>
            <a:ext cx="1843034" cy="27701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C9221161-F98F-3235-F597-AB023508BF81}"/>
              </a:ext>
            </a:extLst>
          </p:cNvPr>
          <p:cNvCxnSpPr>
            <a:cxnSpLocks/>
          </p:cNvCxnSpPr>
          <p:nvPr/>
        </p:nvCxnSpPr>
        <p:spPr>
          <a:xfrm>
            <a:off x="3005138" y="2416177"/>
            <a:ext cx="149780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6" name="Text Placeholder 2">
            <a:extLst>
              <a:ext uri="{FF2B5EF4-FFF2-40B4-BE49-F238E27FC236}">
                <a16:creationId xmlns:a16="http://schemas.microsoft.com/office/drawing/2014/main" id="{D35E02E7-728F-7E67-8F98-76A276B4BAE9}"/>
              </a:ext>
            </a:extLst>
          </p:cNvPr>
          <p:cNvSpPr txBox="1">
            <a:spLocks/>
          </p:cNvSpPr>
          <p:nvPr/>
        </p:nvSpPr>
        <p:spPr>
          <a:xfrm>
            <a:off x="1697765" y="2290368"/>
            <a:ext cx="1292714"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Connecting rod</a:t>
            </a:r>
          </a:p>
        </p:txBody>
      </p:sp>
      <p:cxnSp>
        <p:nvCxnSpPr>
          <p:cNvPr id="17" name="직선 화살표 연결선 16">
            <a:extLst>
              <a:ext uri="{FF2B5EF4-FFF2-40B4-BE49-F238E27FC236}">
                <a16:creationId xmlns:a16="http://schemas.microsoft.com/office/drawing/2014/main" id="{21353109-369F-FD7B-9DA7-A62BBA61121F}"/>
              </a:ext>
            </a:extLst>
          </p:cNvPr>
          <p:cNvCxnSpPr>
            <a:cxnSpLocks/>
          </p:cNvCxnSpPr>
          <p:nvPr/>
        </p:nvCxnSpPr>
        <p:spPr>
          <a:xfrm flipH="1">
            <a:off x="4898284" y="2307037"/>
            <a:ext cx="165729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CB66D7B8-8F13-FE3B-1562-66B9D62A4116}"/>
              </a:ext>
            </a:extLst>
          </p:cNvPr>
          <p:cNvSpPr txBox="1">
            <a:spLocks/>
          </p:cNvSpPr>
          <p:nvPr/>
        </p:nvSpPr>
        <p:spPr>
          <a:xfrm>
            <a:off x="6555580" y="2173290"/>
            <a:ext cx="1116807"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Cylinder liner</a:t>
            </a:r>
          </a:p>
        </p:txBody>
      </p:sp>
    </p:spTree>
    <p:extLst>
      <p:ext uri="{BB962C8B-B14F-4D97-AF65-F5344CB8AC3E}">
        <p14:creationId xmlns:p14="http://schemas.microsoft.com/office/powerpoint/2010/main" val="4201450307"/>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59490-2444-8121-E313-D5C422D98E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7281FB-56EF-730F-4518-B039B44BF21A}"/>
              </a:ext>
            </a:extLst>
          </p:cNvPr>
          <p:cNvSpPr>
            <a:spLocks noGrp="1"/>
          </p:cNvSpPr>
          <p:nvPr>
            <p:ph type="title"/>
          </p:nvPr>
        </p:nvSpPr>
        <p:spPr>
          <a:xfrm>
            <a:off x="304799" y="304655"/>
            <a:ext cx="8392313" cy="535531"/>
          </a:xfrm>
        </p:spPr>
        <p:txBody>
          <a:bodyPr/>
          <a:lstStyle/>
          <a:p>
            <a:r>
              <a:rPr lang="en-US" dirty="0"/>
              <a:t>Piston</a:t>
            </a:r>
          </a:p>
        </p:txBody>
      </p:sp>
      <p:sp>
        <p:nvSpPr>
          <p:cNvPr id="3" name="Text Placeholder 2">
            <a:extLst>
              <a:ext uri="{FF2B5EF4-FFF2-40B4-BE49-F238E27FC236}">
                <a16:creationId xmlns:a16="http://schemas.microsoft.com/office/drawing/2014/main" id="{455436E8-6D92-8A25-61C9-A8AC04F3A295}"/>
              </a:ext>
            </a:extLst>
          </p:cNvPr>
          <p:cNvSpPr>
            <a:spLocks noGrp="1"/>
          </p:cNvSpPr>
          <p:nvPr>
            <p:ph type="body" sz="quarter" idx="10"/>
          </p:nvPr>
        </p:nvSpPr>
        <p:spPr>
          <a:xfrm>
            <a:off x="304799" y="954018"/>
            <a:ext cx="3878119" cy="3737701"/>
          </a:xfrm>
        </p:spPr>
        <p:txBody>
          <a:bodyPr>
            <a:normAutofit/>
          </a:bodyPr>
          <a:lstStyle/>
          <a:p>
            <a:pPr marL="0" indent="0">
              <a:spcAft>
                <a:spcPts val="1000"/>
              </a:spcAft>
              <a:buNone/>
            </a:pPr>
            <a:r>
              <a:rPr lang="en-US" altLang="ko-KR" sz="1600" dirty="0"/>
              <a:t>The piston, which is oil-cooled and of the monobloc type made of nodular cast iron, is equipped with 3 compression rings and 1 scraper ring.</a:t>
            </a:r>
          </a:p>
          <a:p>
            <a:pPr marL="0" indent="0">
              <a:spcAft>
                <a:spcPts val="1000"/>
              </a:spcAft>
              <a:buNone/>
            </a:pPr>
            <a:r>
              <a:rPr lang="en-US" altLang="ko-KR" sz="1600" dirty="0"/>
              <a:t>By use of a combination of compression rings with different barrel-shaped profiles and chrome-plated running surface on all rings, the piston ring pack is optimized for maximum sealing effect and minimum wear rate.</a:t>
            </a:r>
            <a:endParaRPr lang="en-US" sz="1600" dirty="0">
              <a:solidFill>
                <a:srgbClr val="000000"/>
              </a:solidFill>
            </a:endParaRPr>
          </a:p>
        </p:txBody>
      </p:sp>
      <p:pic>
        <p:nvPicPr>
          <p:cNvPr id="5" name="그림 4">
            <a:extLst>
              <a:ext uri="{FF2B5EF4-FFF2-40B4-BE49-F238E27FC236}">
                <a16:creationId xmlns:a16="http://schemas.microsoft.com/office/drawing/2014/main" id="{B90FBE23-815D-6BD7-5715-1022B4963422}"/>
              </a:ext>
            </a:extLst>
          </p:cNvPr>
          <p:cNvPicPr>
            <a:picLocks noChangeAspect="1"/>
          </p:cNvPicPr>
          <p:nvPr/>
        </p:nvPicPr>
        <p:blipFill>
          <a:blip r:embed="rId3"/>
          <a:stretch>
            <a:fillRect/>
          </a:stretch>
        </p:blipFill>
        <p:spPr>
          <a:xfrm>
            <a:off x="7639719" y="472779"/>
            <a:ext cx="1496067" cy="2669077"/>
          </a:xfrm>
          <a:prstGeom prst="rect">
            <a:avLst/>
          </a:prstGeom>
        </p:spPr>
      </p:pic>
      <p:pic>
        <p:nvPicPr>
          <p:cNvPr id="7" name="그림 6">
            <a:extLst>
              <a:ext uri="{FF2B5EF4-FFF2-40B4-BE49-F238E27FC236}">
                <a16:creationId xmlns:a16="http://schemas.microsoft.com/office/drawing/2014/main" id="{A95E8E74-7C07-68DF-F1BC-D29E5C5425EF}"/>
              </a:ext>
            </a:extLst>
          </p:cNvPr>
          <p:cNvPicPr>
            <a:picLocks noChangeAspect="1"/>
          </p:cNvPicPr>
          <p:nvPr/>
        </p:nvPicPr>
        <p:blipFill>
          <a:blip r:embed="rId4"/>
          <a:stretch>
            <a:fillRect/>
          </a:stretch>
        </p:blipFill>
        <p:spPr>
          <a:xfrm>
            <a:off x="4774126" y="1125327"/>
            <a:ext cx="1625616" cy="2164080"/>
          </a:xfrm>
          <a:prstGeom prst="rect">
            <a:avLst/>
          </a:prstGeom>
        </p:spPr>
      </p:pic>
      <p:sp>
        <p:nvSpPr>
          <p:cNvPr id="8" name="Text Placeholder 2">
            <a:extLst>
              <a:ext uri="{FF2B5EF4-FFF2-40B4-BE49-F238E27FC236}">
                <a16:creationId xmlns:a16="http://schemas.microsoft.com/office/drawing/2014/main" id="{C49E5F9E-B854-BECB-B9F1-8A4038B69D62}"/>
              </a:ext>
            </a:extLst>
          </p:cNvPr>
          <p:cNvSpPr txBox="1">
            <a:spLocks/>
          </p:cNvSpPr>
          <p:nvPr/>
        </p:nvSpPr>
        <p:spPr>
          <a:xfrm>
            <a:off x="4182918" y="1916658"/>
            <a:ext cx="636074" cy="258960"/>
          </a:xfrm>
          <a:prstGeom prst="rect">
            <a:avLst/>
          </a:prstGeom>
        </p:spPr>
        <p:txBody>
          <a:bodyPr vert="horz" lIns="91440" tIns="45720" rIns="91440" bIns="45720" rtlCol="0">
            <a:normAutofit lnSpcReduction="10000"/>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Piston</a:t>
            </a:r>
          </a:p>
        </p:txBody>
      </p:sp>
      <p:sp>
        <p:nvSpPr>
          <p:cNvPr id="9" name="Text Placeholder 2">
            <a:extLst>
              <a:ext uri="{FF2B5EF4-FFF2-40B4-BE49-F238E27FC236}">
                <a16:creationId xmlns:a16="http://schemas.microsoft.com/office/drawing/2014/main" id="{F56C444C-9CD9-AC2F-87EC-39000980DCF5}"/>
              </a:ext>
            </a:extLst>
          </p:cNvPr>
          <p:cNvSpPr txBox="1">
            <a:spLocks/>
          </p:cNvSpPr>
          <p:nvPr/>
        </p:nvSpPr>
        <p:spPr>
          <a:xfrm>
            <a:off x="5988458" y="70009"/>
            <a:ext cx="1677376" cy="598245"/>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3 compression rings can be inserted in these ring grooves </a:t>
            </a:r>
          </a:p>
        </p:txBody>
      </p:sp>
      <p:cxnSp>
        <p:nvCxnSpPr>
          <p:cNvPr id="11" name="직선 연결선 10">
            <a:extLst>
              <a:ext uri="{FF2B5EF4-FFF2-40B4-BE49-F238E27FC236}">
                <a16:creationId xmlns:a16="http://schemas.microsoft.com/office/drawing/2014/main" id="{91F6CC5B-412F-CF5B-2251-0B7091E2FC2D}"/>
              </a:ext>
            </a:extLst>
          </p:cNvPr>
          <p:cNvCxnSpPr>
            <a:cxnSpLocks/>
          </p:cNvCxnSpPr>
          <p:nvPr/>
        </p:nvCxnSpPr>
        <p:spPr>
          <a:xfrm>
            <a:off x="6399742" y="1469180"/>
            <a:ext cx="152697"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3" name="직선 연결선 12">
            <a:extLst>
              <a:ext uri="{FF2B5EF4-FFF2-40B4-BE49-F238E27FC236}">
                <a16:creationId xmlns:a16="http://schemas.microsoft.com/office/drawing/2014/main" id="{5F65F1E9-7231-D3F6-BDDF-0EAE2B0EF7AC}"/>
              </a:ext>
            </a:extLst>
          </p:cNvPr>
          <p:cNvCxnSpPr>
            <a:cxnSpLocks/>
          </p:cNvCxnSpPr>
          <p:nvPr/>
        </p:nvCxnSpPr>
        <p:spPr>
          <a:xfrm>
            <a:off x="6399742" y="1640632"/>
            <a:ext cx="152697"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4" name="직선 연결선 13">
            <a:extLst>
              <a:ext uri="{FF2B5EF4-FFF2-40B4-BE49-F238E27FC236}">
                <a16:creationId xmlns:a16="http://schemas.microsoft.com/office/drawing/2014/main" id="{D6A58D62-C054-DA2D-D1B9-B23CEECBD796}"/>
              </a:ext>
            </a:extLst>
          </p:cNvPr>
          <p:cNvCxnSpPr>
            <a:cxnSpLocks/>
          </p:cNvCxnSpPr>
          <p:nvPr/>
        </p:nvCxnSpPr>
        <p:spPr>
          <a:xfrm>
            <a:off x="6403591" y="1807318"/>
            <a:ext cx="166223" cy="0"/>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15" name="직선 연결선 14">
            <a:extLst>
              <a:ext uri="{FF2B5EF4-FFF2-40B4-BE49-F238E27FC236}">
                <a16:creationId xmlns:a16="http://schemas.microsoft.com/office/drawing/2014/main" id="{A2BB7B05-961C-85F4-16C1-1B7CA389C8DF}"/>
              </a:ext>
            </a:extLst>
          </p:cNvPr>
          <p:cNvCxnSpPr>
            <a:cxnSpLocks/>
          </p:cNvCxnSpPr>
          <p:nvPr/>
        </p:nvCxnSpPr>
        <p:spPr>
          <a:xfrm>
            <a:off x="6560290" y="1459657"/>
            <a:ext cx="0" cy="347661"/>
          </a:xfrm>
          <a:prstGeom prst="line">
            <a:avLst/>
          </a:prstGeom>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0" name="직선 화살표 연결선 19">
            <a:extLst>
              <a:ext uri="{FF2B5EF4-FFF2-40B4-BE49-F238E27FC236}">
                <a16:creationId xmlns:a16="http://schemas.microsoft.com/office/drawing/2014/main" id="{D4DAEDDD-CDC2-E642-F185-D85DE16A8F3E}"/>
              </a:ext>
            </a:extLst>
          </p:cNvPr>
          <p:cNvCxnSpPr>
            <a:cxnSpLocks/>
          </p:cNvCxnSpPr>
          <p:nvPr/>
        </p:nvCxnSpPr>
        <p:spPr>
          <a:xfrm flipV="1">
            <a:off x="6560290" y="669080"/>
            <a:ext cx="269135" cy="97155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4" name="직선 화살표 연결선 23">
            <a:extLst>
              <a:ext uri="{FF2B5EF4-FFF2-40B4-BE49-F238E27FC236}">
                <a16:creationId xmlns:a16="http://schemas.microsoft.com/office/drawing/2014/main" id="{614DC840-9701-27F1-A7D5-44979ECEB6C9}"/>
              </a:ext>
            </a:extLst>
          </p:cNvPr>
          <p:cNvCxnSpPr>
            <a:cxnSpLocks/>
            <a:endCxn id="31" idx="0"/>
          </p:cNvCxnSpPr>
          <p:nvPr/>
        </p:nvCxnSpPr>
        <p:spPr>
          <a:xfrm>
            <a:off x="6399742" y="2001639"/>
            <a:ext cx="506834" cy="37828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1" name="Text Placeholder 2">
            <a:extLst>
              <a:ext uri="{FF2B5EF4-FFF2-40B4-BE49-F238E27FC236}">
                <a16:creationId xmlns:a16="http://schemas.microsoft.com/office/drawing/2014/main" id="{F4E21703-9733-5337-6EEB-D0CBD0E198E0}"/>
              </a:ext>
            </a:extLst>
          </p:cNvPr>
          <p:cNvSpPr txBox="1">
            <a:spLocks/>
          </p:cNvSpPr>
          <p:nvPr/>
        </p:nvSpPr>
        <p:spPr>
          <a:xfrm>
            <a:off x="6258115" y="2379927"/>
            <a:ext cx="1296921" cy="445382"/>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1 oil scraper ring </a:t>
            </a:r>
            <a:r>
              <a:rPr lang="en-US" altLang="ko-KR" sz="1300" b="1" dirty="0">
                <a:solidFill>
                  <a:srgbClr val="000000"/>
                </a:solidFill>
                <a:latin typeface="Calibri" panose="020F0502020204030204" pitchFamily="34" charset="0"/>
                <a:cs typeface="Calibri" panose="020F0502020204030204" pitchFamily="34" charset="0"/>
              </a:rPr>
              <a:t>can be inserted in this ring groove </a:t>
            </a:r>
            <a:endParaRPr lang="en-US" sz="1300" b="1" dirty="0">
              <a:solidFill>
                <a:srgbClr val="000000"/>
              </a:solidFill>
              <a:latin typeface="Calibri" panose="020F0502020204030204" pitchFamily="34" charset="0"/>
              <a:cs typeface="Calibri" panose="020F0502020204030204" pitchFamily="34" charset="0"/>
            </a:endParaRPr>
          </a:p>
        </p:txBody>
      </p:sp>
      <p:grpSp>
        <p:nvGrpSpPr>
          <p:cNvPr id="4" name="그룹 3">
            <a:extLst>
              <a:ext uri="{FF2B5EF4-FFF2-40B4-BE49-F238E27FC236}">
                <a16:creationId xmlns:a16="http://schemas.microsoft.com/office/drawing/2014/main" id="{D43CFAEE-5B0C-39AE-2CC6-CBEB9B2ADE1A}"/>
              </a:ext>
            </a:extLst>
          </p:cNvPr>
          <p:cNvGrpSpPr/>
          <p:nvPr/>
        </p:nvGrpSpPr>
        <p:grpSpPr>
          <a:xfrm>
            <a:off x="406034" y="3493274"/>
            <a:ext cx="6146405" cy="1650226"/>
            <a:chOff x="406034" y="3493274"/>
            <a:chExt cx="6146405" cy="1650226"/>
          </a:xfrm>
        </p:grpSpPr>
        <p:sp>
          <p:nvSpPr>
            <p:cNvPr id="26" name="Text Placeholder 2">
              <a:extLst>
                <a:ext uri="{FF2B5EF4-FFF2-40B4-BE49-F238E27FC236}">
                  <a16:creationId xmlns:a16="http://schemas.microsoft.com/office/drawing/2014/main" id="{9CE6975F-FC33-B8B2-1B6F-C28809C0F6D3}"/>
                </a:ext>
              </a:extLst>
            </p:cNvPr>
            <p:cNvSpPr txBox="1">
              <a:spLocks/>
            </p:cNvSpPr>
            <p:nvPr/>
          </p:nvSpPr>
          <p:spPr>
            <a:xfrm>
              <a:off x="4182918" y="4636380"/>
              <a:ext cx="2072834" cy="445382"/>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1 oil scraper ring was </a:t>
              </a:r>
              <a:r>
                <a:rPr lang="en-US" altLang="ko-KR" sz="1300" b="1" dirty="0">
                  <a:solidFill>
                    <a:srgbClr val="000000"/>
                  </a:solidFill>
                  <a:latin typeface="Calibri" panose="020F0502020204030204" pitchFamily="34" charset="0"/>
                  <a:cs typeface="Calibri" panose="020F0502020204030204" pitchFamily="34" charset="0"/>
                </a:rPr>
                <a:t>inserted in the ring groove </a:t>
              </a:r>
              <a:endParaRPr lang="en-US" sz="1300" b="1" dirty="0">
                <a:solidFill>
                  <a:srgbClr val="000000"/>
                </a:solidFill>
                <a:latin typeface="Calibri" panose="020F0502020204030204" pitchFamily="34" charset="0"/>
                <a:cs typeface="Calibri" panose="020F0502020204030204" pitchFamily="34" charset="0"/>
              </a:endParaRPr>
            </a:p>
          </p:txBody>
        </p:sp>
        <p:pic>
          <p:nvPicPr>
            <p:cNvPr id="28" name="그림 27">
              <a:extLst>
                <a:ext uri="{FF2B5EF4-FFF2-40B4-BE49-F238E27FC236}">
                  <a16:creationId xmlns:a16="http://schemas.microsoft.com/office/drawing/2014/main" id="{10C64386-A503-6B82-5EB6-BF9384185599}"/>
                </a:ext>
              </a:extLst>
            </p:cNvPr>
            <p:cNvPicPr>
              <a:picLocks noChangeAspect="1"/>
            </p:cNvPicPr>
            <p:nvPr/>
          </p:nvPicPr>
          <p:blipFill>
            <a:blip r:embed="rId5"/>
            <a:stretch>
              <a:fillRect/>
            </a:stretch>
          </p:blipFill>
          <p:spPr>
            <a:xfrm>
              <a:off x="406034" y="3493274"/>
              <a:ext cx="3194974" cy="1650226"/>
            </a:xfrm>
            <a:prstGeom prst="rect">
              <a:avLst/>
            </a:prstGeom>
          </p:spPr>
        </p:pic>
        <p:cxnSp>
          <p:nvCxnSpPr>
            <p:cNvPr id="29" name="직선 화살표 연결선 28">
              <a:extLst>
                <a:ext uri="{FF2B5EF4-FFF2-40B4-BE49-F238E27FC236}">
                  <a16:creationId xmlns:a16="http://schemas.microsoft.com/office/drawing/2014/main" id="{CCF07EB2-2B37-98AE-3596-338F0E4FA3EB}"/>
                </a:ext>
              </a:extLst>
            </p:cNvPr>
            <p:cNvCxnSpPr>
              <a:cxnSpLocks/>
              <a:endCxn id="26" idx="1"/>
            </p:cNvCxnSpPr>
            <p:nvPr/>
          </p:nvCxnSpPr>
          <p:spPr>
            <a:xfrm>
              <a:off x="2505116" y="4644428"/>
              <a:ext cx="1677802" cy="21464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2" name="직선 화살표 연결선 31">
              <a:extLst>
                <a:ext uri="{FF2B5EF4-FFF2-40B4-BE49-F238E27FC236}">
                  <a16:creationId xmlns:a16="http://schemas.microsoft.com/office/drawing/2014/main" id="{7AD42CED-D08A-A6A5-B37E-8C0DC26A0CC9}"/>
                </a:ext>
              </a:extLst>
            </p:cNvPr>
            <p:cNvCxnSpPr>
              <a:cxnSpLocks/>
            </p:cNvCxnSpPr>
            <p:nvPr/>
          </p:nvCxnSpPr>
          <p:spPr>
            <a:xfrm flipV="1">
              <a:off x="2602515" y="4255741"/>
              <a:ext cx="1580403" cy="19625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4" name="직선 화살표 연결선 33">
              <a:extLst>
                <a:ext uri="{FF2B5EF4-FFF2-40B4-BE49-F238E27FC236}">
                  <a16:creationId xmlns:a16="http://schemas.microsoft.com/office/drawing/2014/main" id="{71B78847-0383-D545-A940-41ACB1E7E993}"/>
                </a:ext>
              </a:extLst>
            </p:cNvPr>
            <p:cNvCxnSpPr>
              <a:cxnSpLocks/>
            </p:cNvCxnSpPr>
            <p:nvPr/>
          </p:nvCxnSpPr>
          <p:spPr>
            <a:xfrm flipV="1">
              <a:off x="2560116" y="4255741"/>
              <a:ext cx="1622802" cy="9812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6" name="Text Placeholder 2">
              <a:extLst>
                <a:ext uri="{FF2B5EF4-FFF2-40B4-BE49-F238E27FC236}">
                  <a16:creationId xmlns:a16="http://schemas.microsoft.com/office/drawing/2014/main" id="{E0610C6F-93BF-CDBB-9E09-5434E5752AAE}"/>
                </a:ext>
              </a:extLst>
            </p:cNvPr>
            <p:cNvSpPr txBox="1">
              <a:spLocks/>
            </p:cNvSpPr>
            <p:nvPr/>
          </p:nvSpPr>
          <p:spPr>
            <a:xfrm>
              <a:off x="4143687" y="4043833"/>
              <a:ext cx="2308360" cy="445382"/>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2 compression rings can be inserted in these ring grooves </a:t>
              </a:r>
            </a:p>
          </p:txBody>
        </p:sp>
        <p:cxnSp>
          <p:nvCxnSpPr>
            <p:cNvPr id="38" name="직선 화살표 연결선 37">
              <a:extLst>
                <a:ext uri="{FF2B5EF4-FFF2-40B4-BE49-F238E27FC236}">
                  <a16:creationId xmlns:a16="http://schemas.microsoft.com/office/drawing/2014/main" id="{DD0C311B-2D3E-CF80-90C5-7455CAE2BFFB}"/>
                </a:ext>
              </a:extLst>
            </p:cNvPr>
            <p:cNvCxnSpPr>
              <a:cxnSpLocks/>
            </p:cNvCxnSpPr>
            <p:nvPr/>
          </p:nvCxnSpPr>
          <p:spPr>
            <a:xfrm flipV="1">
              <a:off x="3196190" y="3756634"/>
              <a:ext cx="986728" cy="1083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41" name="Text Placeholder 2">
              <a:extLst>
                <a:ext uri="{FF2B5EF4-FFF2-40B4-BE49-F238E27FC236}">
                  <a16:creationId xmlns:a16="http://schemas.microsoft.com/office/drawing/2014/main" id="{8A5E569C-1150-BB25-F47E-7F1E4E314FA6}"/>
                </a:ext>
              </a:extLst>
            </p:cNvPr>
            <p:cNvSpPr txBox="1">
              <a:spLocks/>
            </p:cNvSpPr>
            <p:nvPr/>
          </p:nvSpPr>
          <p:spPr>
            <a:xfrm>
              <a:off x="4116381" y="3541402"/>
              <a:ext cx="2436058" cy="445382"/>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1 compression ring is being inserted by special ring opener</a:t>
              </a:r>
            </a:p>
          </p:txBody>
        </p:sp>
      </p:grpSp>
      <p:pic>
        <p:nvPicPr>
          <p:cNvPr id="44" name="그림 43">
            <a:extLst>
              <a:ext uri="{FF2B5EF4-FFF2-40B4-BE49-F238E27FC236}">
                <a16:creationId xmlns:a16="http://schemas.microsoft.com/office/drawing/2014/main" id="{050A1A6F-3922-F6DA-1A97-DE58E7EB5541}"/>
              </a:ext>
            </a:extLst>
          </p:cNvPr>
          <p:cNvPicPr>
            <a:picLocks noChangeAspect="1"/>
          </p:cNvPicPr>
          <p:nvPr/>
        </p:nvPicPr>
        <p:blipFill>
          <a:blip r:embed="rId6"/>
          <a:stretch>
            <a:fillRect/>
          </a:stretch>
        </p:blipFill>
        <p:spPr>
          <a:xfrm>
            <a:off x="7067695" y="3263768"/>
            <a:ext cx="1879732" cy="1879732"/>
          </a:xfrm>
          <a:prstGeom prst="rect">
            <a:avLst/>
          </a:prstGeom>
        </p:spPr>
      </p:pic>
    </p:spTree>
    <p:extLst>
      <p:ext uri="{BB962C8B-B14F-4D97-AF65-F5344CB8AC3E}">
        <p14:creationId xmlns:p14="http://schemas.microsoft.com/office/powerpoint/2010/main" val="2888321862"/>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2C3DE-BA53-FC36-9C06-B73320436AB8}"/>
            </a:ext>
          </a:extLst>
        </p:cNvPr>
        <p:cNvGrpSpPr/>
        <p:nvPr/>
      </p:nvGrpSpPr>
      <p:grpSpPr>
        <a:xfrm>
          <a:off x="0" y="0"/>
          <a:ext cx="0" cy="0"/>
          <a:chOff x="0" y="0"/>
          <a:chExt cx="0" cy="0"/>
        </a:xfrm>
      </p:grpSpPr>
      <p:pic>
        <p:nvPicPr>
          <p:cNvPr id="6" name="그림 5">
            <a:extLst>
              <a:ext uri="{FF2B5EF4-FFF2-40B4-BE49-F238E27FC236}">
                <a16:creationId xmlns:a16="http://schemas.microsoft.com/office/drawing/2014/main" id="{D078F0E9-73A0-D4A3-321E-15FE63B5BEE2}"/>
              </a:ext>
            </a:extLst>
          </p:cNvPr>
          <p:cNvPicPr>
            <a:picLocks noChangeAspect="1"/>
          </p:cNvPicPr>
          <p:nvPr/>
        </p:nvPicPr>
        <p:blipFill>
          <a:blip r:embed="rId3"/>
          <a:stretch>
            <a:fillRect/>
          </a:stretch>
        </p:blipFill>
        <p:spPr>
          <a:xfrm>
            <a:off x="5046969" y="0"/>
            <a:ext cx="4108888" cy="5143500"/>
          </a:xfrm>
          <a:prstGeom prst="rect">
            <a:avLst/>
          </a:prstGeom>
        </p:spPr>
      </p:pic>
      <p:pic>
        <p:nvPicPr>
          <p:cNvPr id="19" name="그림 18">
            <a:extLst>
              <a:ext uri="{FF2B5EF4-FFF2-40B4-BE49-F238E27FC236}">
                <a16:creationId xmlns:a16="http://schemas.microsoft.com/office/drawing/2014/main" id="{3E17D607-49AB-3C22-B513-AEA9DEEC8B35}"/>
              </a:ext>
            </a:extLst>
          </p:cNvPr>
          <p:cNvPicPr>
            <a:picLocks noChangeAspect="1"/>
          </p:cNvPicPr>
          <p:nvPr/>
        </p:nvPicPr>
        <p:blipFill>
          <a:blip r:embed="rId4"/>
          <a:stretch>
            <a:fillRect/>
          </a:stretch>
        </p:blipFill>
        <p:spPr>
          <a:xfrm>
            <a:off x="221243" y="0"/>
            <a:ext cx="4825726" cy="5143500"/>
          </a:xfrm>
          <a:prstGeom prst="rect">
            <a:avLst/>
          </a:prstGeom>
        </p:spPr>
      </p:pic>
      <p:cxnSp>
        <p:nvCxnSpPr>
          <p:cNvPr id="21" name="직선 연결선 20">
            <a:extLst>
              <a:ext uri="{FF2B5EF4-FFF2-40B4-BE49-F238E27FC236}">
                <a16:creationId xmlns:a16="http://schemas.microsoft.com/office/drawing/2014/main" id="{AF5E7BAC-3EA6-9304-77A2-B047FA5CBA59}"/>
              </a:ext>
            </a:extLst>
          </p:cNvPr>
          <p:cNvCxnSpPr>
            <a:cxnSpLocks/>
          </p:cNvCxnSpPr>
          <p:nvPr/>
        </p:nvCxnSpPr>
        <p:spPr>
          <a:xfrm>
            <a:off x="3344975" y="186062"/>
            <a:ext cx="486456"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3" name="직선 연결선 22">
            <a:extLst>
              <a:ext uri="{FF2B5EF4-FFF2-40B4-BE49-F238E27FC236}">
                <a16:creationId xmlns:a16="http://schemas.microsoft.com/office/drawing/2014/main" id="{95E50C6D-97CF-82AC-2EEB-A4D46C9CDD36}"/>
              </a:ext>
            </a:extLst>
          </p:cNvPr>
          <p:cNvCxnSpPr>
            <a:cxnSpLocks/>
          </p:cNvCxnSpPr>
          <p:nvPr/>
        </p:nvCxnSpPr>
        <p:spPr>
          <a:xfrm>
            <a:off x="3364025" y="288456"/>
            <a:ext cx="436450"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7" name="직선 연결선 26">
            <a:extLst>
              <a:ext uri="{FF2B5EF4-FFF2-40B4-BE49-F238E27FC236}">
                <a16:creationId xmlns:a16="http://schemas.microsoft.com/office/drawing/2014/main" id="{47D99986-2B24-0629-1351-73A89AA176BA}"/>
              </a:ext>
            </a:extLst>
          </p:cNvPr>
          <p:cNvCxnSpPr>
            <a:cxnSpLocks/>
          </p:cNvCxnSpPr>
          <p:nvPr/>
        </p:nvCxnSpPr>
        <p:spPr>
          <a:xfrm>
            <a:off x="3986212" y="193205"/>
            <a:ext cx="326232"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3" name="직선 연결선 32">
            <a:extLst>
              <a:ext uri="{FF2B5EF4-FFF2-40B4-BE49-F238E27FC236}">
                <a16:creationId xmlns:a16="http://schemas.microsoft.com/office/drawing/2014/main" id="{8ECD7FE1-1F76-0630-5148-CEB1E0634800}"/>
              </a:ext>
            </a:extLst>
          </p:cNvPr>
          <p:cNvCxnSpPr>
            <a:cxnSpLocks/>
          </p:cNvCxnSpPr>
          <p:nvPr/>
        </p:nvCxnSpPr>
        <p:spPr>
          <a:xfrm>
            <a:off x="3995736" y="288456"/>
            <a:ext cx="290514"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7" name="직선 연결선 36">
            <a:extLst>
              <a:ext uri="{FF2B5EF4-FFF2-40B4-BE49-F238E27FC236}">
                <a16:creationId xmlns:a16="http://schemas.microsoft.com/office/drawing/2014/main" id="{E02CC461-824B-1CA8-4884-486CE87CAB53}"/>
              </a:ext>
            </a:extLst>
          </p:cNvPr>
          <p:cNvCxnSpPr>
            <a:cxnSpLocks/>
          </p:cNvCxnSpPr>
          <p:nvPr/>
        </p:nvCxnSpPr>
        <p:spPr>
          <a:xfrm>
            <a:off x="4443412" y="333700"/>
            <a:ext cx="542926"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0" name="직선 연결선 39">
            <a:extLst>
              <a:ext uri="{FF2B5EF4-FFF2-40B4-BE49-F238E27FC236}">
                <a16:creationId xmlns:a16="http://schemas.microsoft.com/office/drawing/2014/main" id="{AAE1B542-E3F9-B7C7-624A-573B15CBA1C5}"/>
              </a:ext>
            </a:extLst>
          </p:cNvPr>
          <p:cNvCxnSpPr>
            <a:cxnSpLocks/>
          </p:cNvCxnSpPr>
          <p:nvPr/>
        </p:nvCxnSpPr>
        <p:spPr>
          <a:xfrm>
            <a:off x="3424236" y="4078613"/>
            <a:ext cx="1390652"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3" name="직선 연결선 42">
            <a:extLst>
              <a:ext uri="{FF2B5EF4-FFF2-40B4-BE49-F238E27FC236}">
                <a16:creationId xmlns:a16="http://schemas.microsoft.com/office/drawing/2014/main" id="{482F496A-8EE8-C247-F37D-2644DFA9B27C}"/>
              </a:ext>
            </a:extLst>
          </p:cNvPr>
          <p:cNvCxnSpPr>
            <a:cxnSpLocks/>
          </p:cNvCxnSpPr>
          <p:nvPr/>
        </p:nvCxnSpPr>
        <p:spPr>
          <a:xfrm>
            <a:off x="3424236" y="4178625"/>
            <a:ext cx="1390652"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5" name="직선 연결선 44">
            <a:extLst>
              <a:ext uri="{FF2B5EF4-FFF2-40B4-BE49-F238E27FC236}">
                <a16:creationId xmlns:a16="http://schemas.microsoft.com/office/drawing/2014/main" id="{DFA5DBD6-335C-5F16-0094-E543FF449F8F}"/>
              </a:ext>
            </a:extLst>
          </p:cNvPr>
          <p:cNvCxnSpPr>
            <a:cxnSpLocks/>
          </p:cNvCxnSpPr>
          <p:nvPr/>
        </p:nvCxnSpPr>
        <p:spPr>
          <a:xfrm>
            <a:off x="3424236" y="4295306"/>
            <a:ext cx="888208"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7" name="직선 연결선 46">
            <a:extLst>
              <a:ext uri="{FF2B5EF4-FFF2-40B4-BE49-F238E27FC236}">
                <a16:creationId xmlns:a16="http://schemas.microsoft.com/office/drawing/2014/main" id="{B372C9F5-0CDF-2E58-3C60-58AD01B3F62E}"/>
              </a:ext>
            </a:extLst>
          </p:cNvPr>
          <p:cNvCxnSpPr>
            <a:cxnSpLocks/>
          </p:cNvCxnSpPr>
          <p:nvPr/>
        </p:nvCxnSpPr>
        <p:spPr>
          <a:xfrm>
            <a:off x="5300661" y="4721550"/>
            <a:ext cx="1390652"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2" name="직선 연결선 1">
            <a:extLst>
              <a:ext uri="{FF2B5EF4-FFF2-40B4-BE49-F238E27FC236}">
                <a16:creationId xmlns:a16="http://schemas.microsoft.com/office/drawing/2014/main" id="{A40A3287-095F-89C4-49CE-EEF0DFD37BFB}"/>
              </a:ext>
            </a:extLst>
          </p:cNvPr>
          <p:cNvCxnSpPr>
            <a:cxnSpLocks/>
          </p:cNvCxnSpPr>
          <p:nvPr/>
        </p:nvCxnSpPr>
        <p:spPr>
          <a:xfrm>
            <a:off x="7010398" y="4466757"/>
            <a:ext cx="340521"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31104590"/>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43A97D-8A56-BB59-3F1F-C39B50DCC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8AC788-02D9-7ECA-03D9-903B5CFDD490}"/>
              </a:ext>
            </a:extLst>
          </p:cNvPr>
          <p:cNvSpPr>
            <a:spLocks noGrp="1"/>
          </p:cNvSpPr>
          <p:nvPr>
            <p:ph type="title"/>
          </p:nvPr>
        </p:nvSpPr>
        <p:spPr>
          <a:xfrm>
            <a:off x="304799" y="304655"/>
            <a:ext cx="8392313" cy="535531"/>
          </a:xfrm>
        </p:spPr>
        <p:txBody>
          <a:bodyPr/>
          <a:lstStyle/>
          <a:p>
            <a:r>
              <a:rPr lang="en-US" dirty="0"/>
              <a:t>Piston pin</a:t>
            </a:r>
          </a:p>
        </p:txBody>
      </p:sp>
      <p:sp>
        <p:nvSpPr>
          <p:cNvPr id="3" name="Text Placeholder 2">
            <a:extLst>
              <a:ext uri="{FF2B5EF4-FFF2-40B4-BE49-F238E27FC236}">
                <a16:creationId xmlns:a16="http://schemas.microsoft.com/office/drawing/2014/main" id="{0A25F95B-E80C-E04A-7679-531DB84D1D7E}"/>
              </a:ext>
            </a:extLst>
          </p:cNvPr>
          <p:cNvSpPr>
            <a:spLocks noGrp="1"/>
          </p:cNvSpPr>
          <p:nvPr>
            <p:ph type="body" sz="quarter" idx="10"/>
          </p:nvPr>
        </p:nvSpPr>
        <p:spPr>
          <a:xfrm>
            <a:off x="366676" y="1436914"/>
            <a:ext cx="2768409" cy="3257552"/>
          </a:xfrm>
        </p:spPr>
        <p:txBody>
          <a:bodyPr>
            <a:normAutofit/>
          </a:bodyPr>
          <a:lstStyle/>
          <a:p>
            <a:pPr marL="0" indent="0">
              <a:spcAft>
                <a:spcPts val="1000"/>
              </a:spcAft>
              <a:buNone/>
            </a:pPr>
            <a:r>
              <a:rPr lang="en-US" altLang="ko-KR" sz="1600" dirty="0"/>
              <a:t>The piston pin is fully floating which means that it can turn freely in the pin bosses of the piston as well as in the connecting rod bush. </a:t>
            </a:r>
          </a:p>
          <a:p>
            <a:pPr marL="0" indent="0">
              <a:spcAft>
                <a:spcPts val="1000"/>
              </a:spcAft>
              <a:buNone/>
            </a:pPr>
            <a:endParaRPr lang="en-US" altLang="ko-KR" sz="1600" dirty="0"/>
          </a:p>
          <a:p>
            <a:pPr marL="0" indent="0">
              <a:spcAft>
                <a:spcPts val="1000"/>
              </a:spcAft>
              <a:buNone/>
            </a:pPr>
            <a:r>
              <a:rPr lang="en-US" altLang="ko-KR" sz="1600" dirty="0"/>
              <a:t>The piston pin is prevented from moving in the axial direction by two circlips (retainer rings).</a:t>
            </a:r>
          </a:p>
        </p:txBody>
      </p:sp>
      <p:pic>
        <p:nvPicPr>
          <p:cNvPr id="6" name="그림 5">
            <a:extLst>
              <a:ext uri="{FF2B5EF4-FFF2-40B4-BE49-F238E27FC236}">
                <a16:creationId xmlns:a16="http://schemas.microsoft.com/office/drawing/2014/main" id="{3A88B7E2-215D-027C-804C-5EFD165DF74F}"/>
              </a:ext>
            </a:extLst>
          </p:cNvPr>
          <p:cNvPicPr>
            <a:picLocks noChangeAspect="1"/>
          </p:cNvPicPr>
          <p:nvPr/>
        </p:nvPicPr>
        <p:blipFill>
          <a:blip r:embed="rId3"/>
          <a:stretch>
            <a:fillRect/>
          </a:stretch>
        </p:blipFill>
        <p:spPr>
          <a:xfrm>
            <a:off x="3312410" y="558670"/>
            <a:ext cx="4692265" cy="4497232"/>
          </a:xfrm>
          <a:prstGeom prst="rect">
            <a:avLst/>
          </a:prstGeom>
        </p:spPr>
      </p:pic>
      <p:pic>
        <p:nvPicPr>
          <p:cNvPr id="11" name="그림 10">
            <a:extLst>
              <a:ext uri="{FF2B5EF4-FFF2-40B4-BE49-F238E27FC236}">
                <a16:creationId xmlns:a16="http://schemas.microsoft.com/office/drawing/2014/main" id="{67D5932C-D207-D777-10EA-2F6A250E65C7}"/>
              </a:ext>
            </a:extLst>
          </p:cNvPr>
          <p:cNvPicPr>
            <a:picLocks noChangeAspect="1"/>
          </p:cNvPicPr>
          <p:nvPr/>
        </p:nvPicPr>
        <p:blipFill>
          <a:blip r:embed="rId4"/>
          <a:stretch>
            <a:fillRect/>
          </a:stretch>
        </p:blipFill>
        <p:spPr>
          <a:xfrm>
            <a:off x="7369087" y="3258840"/>
            <a:ext cx="1664907" cy="1857160"/>
          </a:xfrm>
          <a:prstGeom prst="rect">
            <a:avLst/>
          </a:prstGeom>
        </p:spPr>
      </p:pic>
    </p:spTree>
    <p:extLst>
      <p:ext uri="{BB962C8B-B14F-4D97-AF65-F5344CB8AC3E}">
        <p14:creationId xmlns:p14="http://schemas.microsoft.com/office/powerpoint/2010/main" val="2992318245"/>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96F9B-A651-53C8-14D0-4F86BED769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331DD-422E-15A3-1FF4-9772BAD6C5AF}"/>
              </a:ext>
            </a:extLst>
          </p:cNvPr>
          <p:cNvSpPr>
            <a:spLocks noGrp="1"/>
          </p:cNvSpPr>
          <p:nvPr>
            <p:ph type="title"/>
          </p:nvPr>
        </p:nvSpPr>
        <p:spPr>
          <a:xfrm>
            <a:off x="304799" y="304655"/>
            <a:ext cx="8392313" cy="535531"/>
          </a:xfrm>
        </p:spPr>
        <p:txBody>
          <a:bodyPr/>
          <a:lstStyle/>
          <a:p>
            <a:r>
              <a:rPr lang="en-US" dirty="0"/>
              <a:t>Lubrication between piston and cylinder liner</a:t>
            </a:r>
          </a:p>
        </p:txBody>
      </p:sp>
      <p:sp>
        <p:nvSpPr>
          <p:cNvPr id="3" name="Text Placeholder 2">
            <a:extLst>
              <a:ext uri="{FF2B5EF4-FFF2-40B4-BE49-F238E27FC236}">
                <a16:creationId xmlns:a16="http://schemas.microsoft.com/office/drawing/2014/main" id="{139D50A7-10DB-4625-A863-3BA9B00F717D}"/>
              </a:ext>
            </a:extLst>
          </p:cNvPr>
          <p:cNvSpPr>
            <a:spLocks noGrp="1"/>
          </p:cNvSpPr>
          <p:nvPr>
            <p:ph type="body" sz="quarter" idx="10"/>
          </p:nvPr>
        </p:nvSpPr>
        <p:spPr>
          <a:xfrm>
            <a:off x="366676" y="2100263"/>
            <a:ext cx="2768409" cy="2878931"/>
          </a:xfrm>
        </p:spPr>
        <p:txBody>
          <a:bodyPr>
            <a:normAutofit/>
          </a:bodyPr>
          <a:lstStyle/>
          <a:p>
            <a:pPr marL="0" indent="0">
              <a:spcAft>
                <a:spcPts val="1000"/>
              </a:spcAft>
              <a:buNone/>
            </a:pPr>
            <a:r>
              <a:rPr lang="en-US" altLang="ko-KR" sz="1600" dirty="0"/>
              <a:t>Lubrication of the cylinder liner and piston rings is primarily done by splash oil from the revolving motion of the crankshaft and oil vapor from the crankcase.</a:t>
            </a:r>
          </a:p>
          <a:p>
            <a:pPr marL="0" indent="0">
              <a:spcAft>
                <a:spcPts val="1000"/>
              </a:spcAft>
              <a:buNone/>
            </a:pPr>
            <a:endParaRPr lang="en-US" altLang="ko-KR" sz="1600" dirty="0"/>
          </a:p>
        </p:txBody>
      </p:sp>
      <p:pic>
        <p:nvPicPr>
          <p:cNvPr id="1028" name="Picture 4" descr="PPT - Lubrication features of a large diesel engine PowerPoint Presentation  - ID:746522">
            <a:extLst>
              <a:ext uri="{FF2B5EF4-FFF2-40B4-BE49-F238E27FC236}">
                <a16:creationId xmlns:a16="http://schemas.microsoft.com/office/drawing/2014/main" id="{BCF09C22-D104-2343-3474-C1F3292010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57575" y="906997"/>
            <a:ext cx="4991444" cy="3743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401964"/>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90C71A-D5A7-5F48-2DC4-047A4E9109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9C78EE-010C-585F-B7D2-EFD0E49020AE}"/>
              </a:ext>
            </a:extLst>
          </p:cNvPr>
          <p:cNvSpPr>
            <a:spLocks noGrp="1"/>
          </p:cNvSpPr>
          <p:nvPr>
            <p:ph type="title"/>
          </p:nvPr>
        </p:nvSpPr>
        <p:spPr>
          <a:xfrm>
            <a:off x="304799" y="304655"/>
            <a:ext cx="8392313" cy="535531"/>
          </a:xfrm>
        </p:spPr>
        <p:txBody>
          <a:bodyPr/>
          <a:lstStyle/>
          <a:p>
            <a:r>
              <a:rPr lang="en-US" dirty="0"/>
              <a:t>Lubrication between piston and cylinder liner</a:t>
            </a:r>
          </a:p>
        </p:txBody>
      </p:sp>
      <p:sp>
        <p:nvSpPr>
          <p:cNvPr id="3" name="Text Placeholder 2">
            <a:extLst>
              <a:ext uri="{FF2B5EF4-FFF2-40B4-BE49-F238E27FC236}">
                <a16:creationId xmlns:a16="http://schemas.microsoft.com/office/drawing/2014/main" id="{7F54CD5B-A5EF-7D90-7BEC-4A92BCE9248B}"/>
              </a:ext>
            </a:extLst>
          </p:cNvPr>
          <p:cNvSpPr>
            <a:spLocks noGrp="1"/>
          </p:cNvSpPr>
          <p:nvPr>
            <p:ph type="body" sz="quarter" idx="10"/>
          </p:nvPr>
        </p:nvSpPr>
        <p:spPr>
          <a:xfrm>
            <a:off x="366676" y="1014413"/>
            <a:ext cx="7855780" cy="3278981"/>
          </a:xfrm>
        </p:spPr>
        <p:txBody>
          <a:bodyPr>
            <a:normAutofit/>
          </a:bodyPr>
          <a:lstStyle/>
          <a:p>
            <a:pPr marL="0" indent="0">
              <a:spcAft>
                <a:spcPts val="1000"/>
              </a:spcAft>
              <a:buNone/>
            </a:pPr>
            <a:r>
              <a:rPr lang="en-US" altLang="ko-KR" sz="1600" dirty="0"/>
              <a:t>Lubrication oil is present between the piston rings and the cylinder liner to maintain a sealing effect for the combustion chamber.</a:t>
            </a:r>
          </a:p>
          <a:p>
            <a:pPr marL="0" indent="0">
              <a:spcAft>
                <a:spcPts val="1000"/>
              </a:spcAft>
              <a:buNone/>
            </a:pPr>
            <a:r>
              <a:rPr lang="en-US" altLang="ko-KR" sz="1600" dirty="0"/>
              <a:t>Otherwise, a "blow by" phenomenon occurs, in which combustion gases leak into the crank chamber.</a:t>
            </a:r>
          </a:p>
          <a:p>
            <a:pPr marL="0" indent="0">
              <a:spcAft>
                <a:spcPts val="1000"/>
              </a:spcAft>
              <a:buNone/>
            </a:pPr>
            <a:endParaRPr lang="en-US" altLang="ko-KR" sz="1600" dirty="0"/>
          </a:p>
          <a:p>
            <a:pPr marL="0" indent="0">
              <a:spcAft>
                <a:spcPts val="1000"/>
              </a:spcAft>
              <a:buNone/>
            </a:pPr>
            <a:endParaRPr lang="en-US" altLang="ko-KR" sz="1600" dirty="0"/>
          </a:p>
        </p:txBody>
      </p:sp>
      <p:pic>
        <p:nvPicPr>
          <p:cNvPr id="1026" name="Picture 2" descr="Schematic representation of the piston group and liner assembly of the... |  Download Scientific Diagram">
            <a:extLst>
              <a:ext uri="{FF2B5EF4-FFF2-40B4-BE49-F238E27FC236}">
                <a16:creationId xmlns:a16="http://schemas.microsoft.com/office/drawing/2014/main" id="{D5AB0A9C-4C25-96EF-247D-57113D9A4E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004" y="2212878"/>
            <a:ext cx="4581051" cy="2794891"/>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Blow-by on large diesel engines. - Farm Machinery Digest">
            <a:extLst>
              <a:ext uri="{FF2B5EF4-FFF2-40B4-BE49-F238E27FC236}">
                <a16:creationId xmlns:a16="http://schemas.microsoft.com/office/drawing/2014/main" id="{CF943834-5888-C7BC-B301-614679DE44B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2063" y="1987396"/>
            <a:ext cx="4071937" cy="31561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3802740"/>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E7E15-A734-5F1D-35AB-D6251F8EBC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F6D0C-127B-648B-5B52-EC26344438AB}"/>
              </a:ext>
            </a:extLst>
          </p:cNvPr>
          <p:cNvSpPr>
            <a:spLocks noGrp="1"/>
          </p:cNvSpPr>
          <p:nvPr>
            <p:ph type="title"/>
          </p:nvPr>
        </p:nvSpPr>
        <p:spPr>
          <a:xfrm>
            <a:off x="304799" y="304655"/>
            <a:ext cx="8392313" cy="535531"/>
          </a:xfrm>
        </p:spPr>
        <p:txBody>
          <a:bodyPr/>
          <a:lstStyle/>
          <a:p>
            <a:r>
              <a:rPr lang="en-US" dirty="0"/>
              <a:t>Piston</a:t>
            </a:r>
          </a:p>
        </p:txBody>
      </p:sp>
      <p:pic>
        <p:nvPicPr>
          <p:cNvPr id="7" name="온라인 미디어 6" title="Assembling a Piston Part on the Generator">
            <a:hlinkClick r:id="" action="ppaction://media"/>
            <a:extLst>
              <a:ext uri="{FF2B5EF4-FFF2-40B4-BE49-F238E27FC236}">
                <a16:creationId xmlns:a16="http://schemas.microsoft.com/office/drawing/2014/main" id="{D66D74C0-80E5-EB6F-9390-E7F0BB4193EE}"/>
              </a:ext>
            </a:extLst>
          </p:cNvPr>
          <p:cNvPicPr>
            <a:picLocks noRot="1" noChangeAspect="1"/>
          </p:cNvPicPr>
          <p:nvPr>
            <a:videoFile r:link="rId1"/>
          </p:nvPr>
        </p:nvPicPr>
        <p:blipFill>
          <a:blip r:embed="rId4"/>
          <a:stretch>
            <a:fillRect/>
          </a:stretch>
        </p:blipFill>
        <p:spPr>
          <a:xfrm>
            <a:off x="422910" y="962106"/>
            <a:ext cx="6442710" cy="3639822"/>
          </a:xfrm>
          <a:prstGeom prst="rect">
            <a:avLst/>
          </a:prstGeom>
        </p:spPr>
      </p:pic>
    </p:spTree>
    <p:extLst>
      <p:ext uri="{BB962C8B-B14F-4D97-AF65-F5344CB8AC3E}">
        <p14:creationId xmlns:p14="http://schemas.microsoft.com/office/powerpoint/2010/main" val="423016041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C5719-C3B6-D4B2-7600-D94E9332D3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3C6D2A-C043-73E2-175D-4A4EA4083D1B}"/>
              </a:ext>
            </a:extLst>
          </p:cNvPr>
          <p:cNvSpPr>
            <a:spLocks noGrp="1"/>
          </p:cNvSpPr>
          <p:nvPr>
            <p:ph type="title"/>
          </p:nvPr>
        </p:nvSpPr>
        <p:spPr>
          <a:xfrm>
            <a:off x="304799" y="304655"/>
            <a:ext cx="8392313" cy="535531"/>
          </a:xfrm>
        </p:spPr>
        <p:txBody>
          <a:bodyPr/>
          <a:lstStyle/>
          <a:p>
            <a:r>
              <a:rPr lang="nb-NO" altLang="ko-KR" dirty="0" err="1"/>
              <a:t>Connecting</a:t>
            </a:r>
            <a:r>
              <a:rPr lang="nb-NO" altLang="ko-KR" dirty="0"/>
              <a:t> </a:t>
            </a:r>
            <a:r>
              <a:rPr lang="nb-NO" altLang="ko-KR" dirty="0" err="1"/>
              <a:t>rod</a:t>
            </a:r>
            <a:endParaRPr lang="en-US" dirty="0"/>
          </a:p>
        </p:txBody>
      </p:sp>
      <p:sp>
        <p:nvSpPr>
          <p:cNvPr id="3" name="Text Placeholder 2">
            <a:extLst>
              <a:ext uri="{FF2B5EF4-FFF2-40B4-BE49-F238E27FC236}">
                <a16:creationId xmlns:a16="http://schemas.microsoft.com/office/drawing/2014/main" id="{1941D6F6-249D-4BA5-5738-685BBC3D22E9}"/>
              </a:ext>
            </a:extLst>
          </p:cNvPr>
          <p:cNvSpPr>
            <a:spLocks noGrp="1"/>
          </p:cNvSpPr>
          <p:nvPr>
            <p:ph type="body" sz="quarter" idx="10"/>
          </p:nvPr>
        </p:nvSpPr>
        <p:spPr>
          <a:xfrm>
            <a:off x="382642" y="1240637"/>
            <a:ext cx="3528957" cy="2128206"/>
          </a:xfrm>
        </p:spPr>
        <p:txBody>
          <a:bodyPr>
            <a:normAutofit/>
          </a:bodyPr>
          <a:lstStyle/>
          <a:p>
            <a:pPr marL="0" indent="0">
              <a:spcAft>
                <a:spcPts val="1000"/>
              </a:spcAft>
              <a:buNone/>
            </a:pPr>
            <a:r>
              <a:rPr lang="en-US" altLang="ko-KR" sz="1600" dirty="0"/>
              <a:t>The connecting rod is die-forged. The big-end has an inclined joint in order to facilitate the piston and connecting rod assembly to be withdrawn up through the cylinder liner. The joint faces on the connecting rod and the bearing cap are serrated to ensure precise location and to prevent relative movement of the parts.</a:t>
            </a:r>
            <a:endParaRPr lang="en-US" sz="1600" dirty="0">
              <a:solidFill>
                <a:srgbClr val="000000"/>
              </a:solidFill>
            </a:endParaRPr>
          </a:p>
        </p:txBody>
      </p:sp>
      <p:grpSp>
        <p:nvGrpSpPr>
          <p:cNvPr id="9" name="그룹 8">
            <a:extLst>
              <a:ext uri="{FF2B5EF4-FFF2-40B4-BE49-F238E27FC236}">
                <a16:creationId xmlns:a16="http://schemas.microsoft.com/office/drawing/2014/main" id="{53ADE931-BC56-2033-369A-979B00AC014B}"/>
              </a:ext>
            </a:extLst>
          </p:cNvPr>
          <p:cNvGrpSpPr/>
          <p:nvPr/>
        </p:nvGrpSpPr>
        <p:grpSpPr>
          <a:xfrm>
            <a:off x="4286581" y="0"/>
            <a:ext cx="4857419" cy="5143500"/>
            <a:chOff x="4286581" y="0"/>
            <a:chExt cx="4857419" cy="5143500"/>
          </a:xfrm>
        </p:grpSpPr>
        <p:pic>
          <p:nvPicPr>
            <p:cNvPr id="6" name="그림 5">
              <a:extLst>
                <a:ext uri="{FF2B5EF4-FFF2-40B4-BE49-F238E27FC236}">
                  <a16:creationId xmlns:a16="http://schemas.microsoft.com/office/drawing/2014/main" id="{56BC3F92-9CBB-C75E-16F2-2418A5EB3795}"/>
                </a:ext>
              </a:extLst>
            </p:cNvPr>
            <p:cNvPicPr>
              <a:picLocks noChangeAspect="1"/>
            </p:cNvPicPr>
            <p:nvPr/>
          </p:nvPicPr>
          <p:blipFill>
            <a:blip r:embed="rId3"/>
            <a:stretch>
              <a:fillRect/>
            </a:stretch>
          </p:blipFill>
          <p:spPr>
            <a:xfrm>
              <a:off x="4286581" y="0"/>
              <a:ext cx="4857419" cy="5143500"/>
            </a:xfrm>
            <a:prstGeom prst="rect">
              <a:avLst/>
            </a:prstGeom>
          </p:spPr>
        </p:pic>
        <p:pic>
          <p:nvPicPr>
            <p:cNvPr id="8" name="그림 7">
              <a:extLst>
                <a:ext uri="{FF2B5EF4-FFF2-40B4-BE49-F238E27FC236}">
                  <a16:creationId xmlns:a16="http://schemas.microsoft.com/office/drawing/2014/main" id="{572DE795-AD4D-BE84-917A-31AD86E2A60C}"/>
                </a:ext>
              </a:extLst>
            </p:cNvPr>
            <p:cNvPicPr>
              <a:picLocks noChangeAspect="1"/>
            </p:cNvPicPr>
            <p:nvPr/>
          </p:nvPicPr>
          <p:blipFill>
            <a:blip r:embed="rId4"/>
            <a:stretch>
              <a:fillRect/>
            </a:stretch>
          </p:blipFill>
          <p:spPr>
            <a:xfrm>
              <a:off x="4500955" y="0"/>
              <a:ext cx="1518845" cy="736600"/>
            </a:xfrm>
            <a:prstGeom prst="rect">
              <a:avLst/>
            </a:prstGeom>
          </p:spPr>
        </p:pic>
      </p:grpSp>
      <p:pic>
        <p:nvPicPr>
          <p:cNvPr id="14" name="그림 13">
            <a:extLst>
              <a:ext uri="{FF2B5EF4-FFF2-40B4-BE49-F238E27FC236}">
                <a16:creationId xmlns:a16="http://schemas.microsoft.com/office/drawing/2014/main" id="{7E3D0C59-4A34-82A4-95C9-CBAD99501A30}"/>
              </a:ext>
            </a:extLst>
          </p:cNvPr>
          <p:cNvPicPr>
            <a:picLocks noChangeAspect="1"/>
          </p:cNvPicPr>
          <p:nvPr/>
        </p:nvPicPr>
        <p:blipFill>
          <a:blip r:embed="rId5"/>
          <a:stretch>
            <a:fillRect/>
          </a:stretch>
        </p:blipFill>
        <p:spPr>
          <a:xfrm>
            <a:off x="354350" y="3762526"/>
            <a:ext cx="1662218" cy="1076319"/>
          </a:xfrm>
          <a:prstGeom prst="rect">
            <a:avLst/>
          </a:prstGeom>
        </p:spPr>
      </p:pic>
      <p:pic>
        <p:nvPicPr>
          <p:cNvPr id="18" name="그림 17">
            <a:extLst>
              <a:ext uri="{FF2B5EF4-FFF2-40B4-BE49-F238E27FC236}">
                <a16:creationId xmlns:a16="http://schemas.microsoft.com/office/drawing/2014/main" id="{FD3803A8-81AB-D9A4-4243-24D3EE1BE9B7}"/>
              </a:ext>
            </a:extLst>
          </p:cNvPr>
          <p:cNvPicPr>
            <a:picLocks noChangeAspect="1"/>
          </p:cNvPicPr>
          <p:nvPr/>
        </p:nvPicPr>
        <p:blipFill>
          <a:blip r:embed="rId6"/>
          <a:stretch>
            <a:fillRect/>
          </a:stretch>
        </p:blipFill>
        <p:spPr>
          <a:xfrm>
            <a:off x="2255610" y="3762526"/>
            <a:ext cx="1901929" cy="1076319"/>
          </a:xfrm>
          <a:prstGeom prst="rect">
            <a:avLst/>
          </a:prstGeom>
        </p:spPr>
      </p:pic>
    </p:spTree>
    <p:extLst>
      <p:ext uri="{BB962C8B-B14F-4D97-AF65-F5344CB8AC3E}">
        <p14:creationId xmlns:p14="http://schemas.microsoft.com/office/powerpoint/2010/main" val="3913070746"/>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535570-17D7-4C33-3342-4566AF38CE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76C7C-3C02-B62C-C605-C95DF35D2FC7}"/>
              </a:ext>
            </a:extLst>
          </p:cNvPr>
          <p:cNvSpPr>
            <a:spLocks noGrp="1"/>
          </p:cNvSpPr>
          <p:nvPr>
            <p:ph type="title"/>
          </p:nvPr>
        </p:nvSpPr>
        <p:spPr>
          <a:xfrm>
            <a:off x="304799" y="304655"/>
            <a:ext cx="8392313" cy="535531"/>
          </a:xfrm>
        </p:spPr>
        <p:txBody>
          <a:bodyPr/>
          <a:lstStyle/>
          <a:p>
            <a:r>
              <a:rPr lang="nb-NO" altLang="ko-KR" dirty="0" err="1"/>
              <a:t>Connecting</a:t>
            </a:r>
            <a:r>
              <a:rPr lang="nb-NO" altLang="ko-KR" dirty="0"/>
              <a:t> </a:t>
            </a:r>
            <a:r>
              <a:rPr lang="nb-NO" altLang="ko-KR" dirty="0" err="1"/>
              <a:t>rod</a:t>
            </a:r>
            <a:endParaRPr lang="en-US" dirty="0"/>
          </a:p>
        </p:txBody>
      </p:sp>
      <p:pic>
        <p:nvPicPr>
          <p:cNvPr id="6150" name="Picture 6" descr="Yanmar S165 Connecting Rod, For Diesel Engines, Model Name/Number: S165L at  best price in Bhavnagar">
            <a:extLst>
              <a:ext uri="{FF2B5EF4-FFF2-40B4-BE49-F238E27FC236}">
                <a16:creationId xmlns:a16="http://schemas.microsoft.com/office/drawing/2014/main" id="{C2E9ECE1-28F1-4A4C-9741-22A915037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851" y="1113782"/>
            <a:ext cx="4390954" cy="3293215"/>
          </a:xfrm>
          <a:prstGeom prst="rect">
            <a:avLst/>
          </a:prstGeom>
          <a:noFill/>
          <a:extLst>
            <a:ext uri="{909E8E84-426E-40DD-AFC4-6F175D3DCCD1}">
              <a14:hiddenFill xmlns:a14="http://schemas.microsoft.com/office/drawing/2010/main">
                <a:solidFill>
                  <a:srgbClr val="FFFFFF"/>
                </a:solidFill>
              </a14:hiddenFill>
            </a:ext>
          </a:extLst>
        </p:spPr>
      </p:pic>
      <p:pic>
        <p:nvPicPr>
          <p:cNvPr id="6152" name="Picture 8" descr="Yanmar S165 Connecting Rod, For Diesel Engines, Model Name/Number: S165L at  best price in Bhavnagar">
            <a:extLst>
              <a:ext uri="{FF2B5EF4-FFF2-40B4-BE49-F238E27FC236}">
                <a16:creationId xmlns:a16="http://schemas.microsoft.com/office/drawing/2014/main" id="{EA7D2885-0AA2-20B4-4836-E9E9A9A3D8F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3046" y="1113781"/>
            <a:ext cx="4390954" cy="3293216"/>
          </a:xfrm>
          <a:prstGeom prst="rect">
            <a:avLst/>
          </a:prstGeom>
          <a:noFill/>
          <a:extLst>
            <a:ext uri="{909E8E84-426E-40DD-AFC4-6F175D3DCCD1}">
              <a14:hiddenFill xmlns:a14="http://schemas.microsoft.com/office/drawing/2010/main">
                <a:solidFill>
                  <a:srgbClr val="FFFFFF"/>
                </a:solidFill>
              </a14:hiddenFill>
            </a:ext>
          </a:extLst>
        </p:spPr>
      </p:pic>
      <p:sp>
        <p:nvSpPr>
          <p:cNvPr id="6" name="Text Placeholder 2">
            <a:extLst>
              <a:ext uri="{FF2B5EF4-FFF2-40B4-BE49-F238E27FC236}">
                <a16:creationId xmlns:a16="http://schemas.microsoft.com/office/drawing/2014/main" id="{2C12EC29-01B0-062B-1458-83CACE2E4618}"/>
              </a:ext>
            </a:extLst>
          </p:cNvPr>
          <p:cNvSpPr txBox="1">
            <a:spLocks/>
          </p:cNvSpPr>
          <p:nvPr/>
        </p:nvSpPr>
        <p:spPr>
          <a:xfrm>
            <a:off x="3233884" y="4709226"/>
            <a:ext cx="1846623" cy="258960"/>
          </a:xfrm>
          <a:prstGeom prst="rect">
            <a:avLst/>
          </a:prstGeom>
        </p:spPr>
        <p:txBody>
          <a:bodyPr vert="horz" lIns="91440" tIns="45720" rIns="91440" bIns="45720" rtlCol="0">
            <a:normAutofit lnSpcReduction="10000"/>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2 connecting rod bolts</a:t>
            </a:r>
          </a:p>
        </p:txBody>
      </p:sp>
      <p:cxnSp>
        <p:nvCxnSpPr>
          <p:cNvPr id="7" name="직선 화살표 연결선 6">
            <a:extLst>
              <a:ext uri="{FF2B5EF4-FFF2-40B4-BE49-F238E27FC236}">
                <a16:creationId xmlns:a16="http://schemas.microsoft.com/office/drawing/2014/main" id="{0B990F72-3C62-E47E-5911-99B3BE84CD19}"/>
              </a:ext>
            </a:extLst>
          </p:cNvPr>
          <p:cNvCxnSpPr>
            <a:cxnSpLocks/>
          </p:cNvCxnSpPr>
          <p:nvPr/>
        </p:nvCxnSpPr>
        <p:spPr>
          <a:xfrm flipH="1" flipV="1">
            <a:off x="2856006" y="3804760"/>
            <a:ext cx="471585" cy="90460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5971572"/>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963BC-B10F-BC54-5E90-C4C426AC0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B029A4-4036-4301-7A61-ECB5AC155F33}"/>
              </a:ext>
            </a:extLst>
          </p:cNvPr>
          <p:cNvSpPr>
            <a:spLocks noGrp="1"/>
          </p:cNvSpPr>
          <p:nvPr>
            <p:ph type="title"/>
          </p:nvPr>
        </p:nvSpPr>
        <p:spPr>
          <a:xfrm>
            <a:off x="304799" y="304655"/>
            <a:ext cx="8392313" cy="535531"/>
          </a:xfrm>
        </p:spPr>
        <p:txBody>
          <a:bodyPr/>
          <a:lstStyle/>
          <a:p>
            <a:r>
              <a:rPr lang="nb-NO" altLang="ko-KR" dirty="0" err="1"/>
              <a:t>Connecting</a:t>
            </a:r>
            <a:r>
              <a:rPr lang="nb-NO" altLang="ko-KR" dirty="0"/>
              <a:t> </a:t>
            </a:r>
            <a:r>
              <a:rPr lang="nb-NO" altLang="ko-KR" dirty="0" err="1"/>
              <a:t>rod</a:t>
            </a:r>
            <a:endParaRPr lang="en-US" dirty="0"/>
          </a:p>
        </p:txBody>
      </p:sp>
      <p:pic>
        <p:nvPicPr>
          <p:cNvPr id="13316" name="Picture 4" descr="MAN B&amp;W L23/30 CONNECTING ROD – Ship Spares india Abhi Marine">
            <a:extLst>
              <a:ext uri="{FF2B5EF4-FFF2-40B4-BE49-F238E27FC236}">
                <a16:creationId xmlns:a16="http://schemas.microsoft.com/office/drawing/2014/main" id="{FB9C087E-78BC-D48C-1ACB-BF30451E68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7663" y="1115192"/>
            <a:ext cx="3176337" cy="3176337"/>
          </a:xfrm>
          <a:prstGeom prst="rect">
            <a:avLst/>
          </a:prstGeom>
          <a:noFill/>
          <a:extLst>
            <a:ext uri="{909E8E84-426E-40DD-AFC4-6F175D3DCCD1}">
              <a14:hiddenFill xmlns:a14="http://schemas.microsoft.com/office/drawing/2010/main">
                <a:solidFill>
                  <a:srgbClr val="FFFFFF"/>
                </a:solidFill>
              </a14:hiddenFill>
            </a:ext>
          </a:extLst>
        </p:spPr>
      </p:pic>
      <p:pic>
        <p:nvPicPr>
          <p:cNvPr id="13318" name="Picture 6" descr="MAN B&amp;W L23/30 CONNECTING ROD – Ship Spares india Abhi Marine">
            <a:extLst>
              <a:ext uri="{FF2B5EF4-FFF2-40B4-BE49-F238E27FC236}">
                <a16:creationId xmlns:a16="http://schemas.microsoft.com/office/drawing/2014/main" id="{1DF78CB9-321E-BB17-56A0-899A2B5B2D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4259" y="1115191"/>
            <a:ext cx="3176337" cy="3176337"/>
          </a:xfrm>
          <a:prstGeom prst="rect">
            <a:avLst/>
          </a:prstGeom>
          <a:noFill/>
          <a:extLst>
            <a:ext uri="{909E8E84-426E-40DD-AFC4-6F175D3DCCD1}">
              <a14:hiddenFill xmlns:a14="http://schemas.microsoft.com/office/drawing/2010/main">
                <a:solidFill>
                  <a:srgbClr val="FFFFFF"/>
                </a:solidFill>
              </a14:hiddenFill>
            </a:ext>
          </a:extLst>
        </p:spPr>
      </p:pic>
      <p:pic>
        <p:nvPicPr>
          <p:cNvPr id="13314" name="Picture 2" descr="MAN B&amp;W L23/30 CONNECTING ROD – Ship Spares india Abhi Marine">
            <a:extLst>
              <a:ext uri="{FF2B5EF4-FFF2-40B4-BE49-F238E27FC236}">
                <a16:creationId xmlns:a16="http://schemas.microsoft.com/office/drawing/2014/main" id="{513C6F9A-6EBF-86F2-8155-A0F07AE2B3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299" y="1108317"/>
            <a:ext cx="3176337" cy="3176337"/>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A37EBB08-4DF2-E801-2C13-5C864446016B}"/>
              </a:ext>
            </a:extLst>
          </p:cNvPr>
          <p:cNvSpPr txBox="1">
            <a:spLocks/>
          </p:cNvSpPr>
          <p:nvPr/>
        </p:nvSpPr>
        <p:spPr>
          <a:xfrm>
            <a:off x="3240759" y="4681726"/>
            <a:ext cx="1846623" cy="258960"/>
          </a:xfrm>
          <a:prstGeom prst="rect">
            <a:avLst/>
          </a:prstGeom>
        </p:spPr>
        <p:txBody>
          <a:bodyPr vert="horz" lIns="91440" tIns="45720" rIns="91440" bIns="45720" rtlCol="0">
            <a:normAutofit lnSpcReduction="10000"/>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4 connecting rod bolts</a:t>
            </a:r>
          </a:p>
        </p:txBody>
      </p:sp>
      <p:cxnSp>
        <p:nvCxnSpPr>
          <p:cNvPr id="4" name="직선 화살표 연결선 3">
            <a:extLst>
              <a:ext uri="{FF2B5EF4-FFF2-40B4-BE49-F238E27FC236}">
                <a16:creationId xmlns:a16="http://schemas.microsoft.com/office/drawing/2014/main" id="{5D4787E4-C87C-7168-1039-B388BA931B05}"/>
              </a:ext>
            </a:extLst>
          </p:cNvPr>
          <p:cNvCxnSpPr>
            <a:cxnSpLocks/>
          </p:cNvCxnSpPr>
          <p:nvPr/>
        </p:nvCxnSpPr>
        <p:spPr>
          <a:xfrm flipV="1">
            <a:off x="4157195" y="3843230"/>
            <a:ext cx="0" cy="78363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32908224"/>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012A-7CC2-ECD4-0386-537DE39F4F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379C00-E091-66C7-35D6-7B56D2BD4339}"/>
              </a:ext>
            </a:extLst>
          </p:cNvPr>
          <p:cNvSpPr>
            <a:spLocks noGrp="1"/>
          </p:cNvSpPr>
          <p:nvPr>
            <p:ph type="title"/>
          </p:nvPr>
        </p:nvSpPr>
        <p:spPr>
          <a:xfrm>
            <a:off x="304799" y="304655"/>
            <a:ext cx="8392313" cy="535531"/>
          </a:xfrm>
        </p:spPr>
        <p:txBody>
          <a:bodyPr/>
          <a:lstStyle/>
          <a:p>
            <a:r>
              <a:rPr lang="nb-NO" altLang="ko-KR" dirty="0" err="1"/>
              <a:t>Connecting</a:t>
            </a:r>
            <a:r>
              <a:rPr lang="nb-NO" altLang="ko-KR" dirty="0"/>
              <a:t> </a:t>
            </a:r>
            <a:r>
              <a:rPr lang="nb-NO" altLang="ko-KR" dirty="0" err="1"/>
              <a:t>rod</a:t>
            </a:r>
            <a:endParaRPr lang="en-US" dirty="0"/>
          </a:p>
        </p:txBody>
      </p:sp>
      <p:sp>
        <p:nvSpPr>
          <p:cNvPr id="3" name="Text Placeholder 2">
            <a:extLst>
              <a:ext uri="{FF2B5EF4-FFF2-40B4-BE49-F238E27FC236}">
                <a16:creationId xmlns:a16="http://schemas.microsoft.com/office/drawing/2014/main" id="{2B9E82E5-7455-B23A-FBB3-64244456126D}"/>
              </a:ext>
            </a:extLst>
          </p:cNvPr>
          <p:cNvSpPr txBox="1">
            <a:spLocks/>
          </p:cNvSpPr>
          <p:nvPr/>
        </p:nvSpPr>
        <p:spPr>
          <a:xfrm>
            <a:off x="1464415" y="4709365"/>
            <a:ext cx="5135766" cy="258960"/>
          </a:xfrm>
          <a:prstGeom prst="rect">
            <a:avLst/>
          </a:prstGeom>
        </p:spPr>
        <p:txBody>
          <a:bodyPr vert="horz" lIns="91440" tIns="45720" rIns="91440" bIns="45720" rtlCol="0">
            <a:normAutofit lnSpcReduction="10000"/>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Some G/E models use 4 studs and 8 hydraulic nuts for connecting rod</a:t>
            </a:r>
          </a:p>
        </p:txBody>
      </p:sp>
      <p:pic>
        <p:nvPicPr>
          <p:cNvPr id="14338" name="Picture 2" descr="MAN B&amp;W – L58/64 – CONNECTING ROD – MARINETECH">
            <a:extLst>
              <a:ext uri="{FF2B5EF4-FFF2-40B4-BE49-F238E27FC236}">
                <a16:creationId xmlns:a16="http://schemas.microsoft.com/office/drawing/2014/main" id="{E65296AC-4484-61DF-F0D4-D8E228066D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725" y="1072669"/>
            <a:ext cx="4255741" cy="3191806"/>
          </a:xfrm>
          <a:prstGeom prst="rect">
            <a:avLst/>
          </a:prstGeom>
          <a:noFill/>
          <a:extLst>
            <a:ext uri="{909E8E84-426E-40DD-AFC4-6F175D3DCCD1}">
              <a14:hiddenFill xmlns:a14="http://schemas.microsoft.com/office/drawing/2010/main">
                <a:solidFill>
                  <a:srgbClr val="FFFFFF"/>
                </a:solidFill>
              </a14:hiddenFill>
            </a:ext>
          </a:extLst>
        </p:spPr>
      </p:pic>
      <p:pic>
        <p:nvPicPr>
          <p:cNvPr id="14340" name="Picture 4" descr="Man B&amp;W 40/54 Connecting Rod | HarbourYard">
            <a:extLst>
              <a:ext uri="{FF2B5EF4-FFF2-40B4-BE49-F238E27FC236}">
                <a16:creationId xmlns:a16="http://schemas.microsoft.com/office/drawing/2014/main" id="{D7E98834-B01B-43A2-0BC7-342507C54A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37004" y="1072669"/>
            <a:ext cx="4255741" cy="3191806"/>
          </a:xfrm>
          <a:prstGeom prst="rect">
            <a:avLst/>
          </a:prstGeom>
          <a:noFill/>
          <a:extLst>
            <a:ext uri="{909E8E84-426E-40DD-AFC4-6F175D3DCCD1}">
              <a14:hiddenFill xmlns:a14="http://schemas.microsoft.com/office/drawing/2010/main">
                <a:solidFill>
                  <a:srgbClr val="FFFFFF"/>
                </a:solidFill>
              </a14:hiddenFill>
            </a:ext>
          </a:extLst>
        </p:spPr>
      </p:pic>
      <p:cxnSp>
        <p:nvCxnSpPr>
          <p:cNvPr id="5" name="직선 화살표 연결선 4">
            <a:extLst>
              <a:ext uri="{FF2B5EF4-FFF2-40B4-BE49-F238E27FC236}">
                <a16:creationId xmlns:a16="http://schemas.microsoft.com/office/drawing/2014/main" id="{374E1B22-3847-4F68-60CF-15475F120BEB}"/>
              </a:ext>
            </a:extLst>
          </p:cNvPr>
          <p:cNvCxnSpPr>
            <a:cxnSpLocks/>
          </p:cNvCxnSpPr>
          <p:nvPr/>
        </p:nvCxnSpPr>
        <p:spPr>
          <a:xfrm flipV="1">
            <a:off x="4219071" y="3265714"/>
            <a:ext cx="0" cy="132691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7" name="직선 화살표 연결선 6">
            <a:extLst>
              <a:ext uri="{FF2B5EF4-FFF2-40B4-BE49-F238E27FC236}">
                <a16:creationId xmlns:a16="http://schemas.microsoft.com/office/drawing/2014/main" id="{957DE625-78DB-372D-71E3-19A3818262FA}"/>
              </a:ext>
            </a:extLst>
          </p:cNvPr>
          <p:cNvCxnSpPr>
            <a:cxnSpLocks/>
          </p:cNvCxnSpPr>
          <p:nvPr/>
        </p:nvCxnSpPr>
        <p:spPr>
          <a:xfrm flipV="1">
            <a:off x="2900180" y="4132995"/>
            <a:ext cx="0" cy="45963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2" name="직선 화살표 연결선 11">
            <a:extLst>
              <a:ext uri="{FF2B5EF4-FFF2-40B4-BE49-F238E27FC236}">
                <a16:creationId xmlns:a16="http://schemas.microsoft.com/office/drawing/2014/main" id="{C59C6BDF-5CE5-DEAF-2014-E0982E56C248}"/>
              </a:ext>
            </a:extLst>
          </p:cNvPr>
          <p:cNvCxnSpPr>
            <a:cxnSpLocks/>
          </p:cNvCxnSpPr>
          <p:nvPr/>
        </p:nvCxnSpPr>
        <p:spPr>
          <a:xfrm flipH="1" flipV="1">
            <a:off x="1360138" y="2602258"/>
            <a:ext cx="764295" cy="199036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95362247"/>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D8AC8-B7E0-7BBE-19B2-576498DDB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D60C89-77C9-2924-5BE5-7FF35F85638B}"/>
              </a:ext>
            </a:extLst>
          </p:cNvPr>
          <p:cNvSpPr>
            <a:spLocks noGrp="1"/>
          </p:cNvSpPr>
          <p:nvPr>
            <p:ph type="title"/>
          </p:nvPr>
        </p:nvSpPr>
        <p:spPr>
          <a:xfrm>
            <a:off x="304799" y="304655"/>
            <a:ext cx="8392313" cy="535531"/>
          </a:xfrm>
        </p:spPr>
        <p:txBody>
          <a:bodyPr/>
          <a:lstStyle/>
          <a:p>
            <a:r>
              <a:rPr lang="nb-NO" altLang="ko-KR" dirty="0" err="1"/>
              <a:t>Connecting</a:t>
            </a:r>
            <a:r>
              <a:rPr lang="nb-NO" altLang="ko-KR" dirty="0"/>
              <a:t> </a:t>
            </a:r>
            <a:r>
              <a:rPr lang="nb-NO" altLang="ko-KR" dirty="0" err="1"/>
              <a:t>rod</a:t>
            </a:r>
            <a:r>
              <a:rPr lang="nb-NO" altLang="ko-KR" dirty="0"/>
              <a:t> </a:t>
            </a:r>
            <a:r>
              <a:rPr lang="nb-NO" altLang="ko-KR" dirty="0" err="1"/>
              <a:t>bearing</a:t>
            </a:r>
            <a:endParaRPr lang="en-US" dirty="0"/>
          </a:p>
        </p:txBody>
      </p:sp>
      <p:pic>
        <p:nvPicPr>
          <p:cNvPr id="11266" name="Picture 2" descr="MAN B&amp;W L16/24 CONNECTING ROD BEARING STANDARD – Ship Spares india Abhi  Marine">
            <a:extLst>
              <a:ext uri="{FF2B5EF4-FFF2-40B4-BE49-F238E27FC236}">
                <a16:creationId xmlns:a16="http://schemas.microsoft.com/office/drawing/2014/main" id="{0B9FDE54-151E-4F92-0972-D7AE94A970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581" y="840186"/>
            <a:ext cx="4303314" cy="4303314"/>
          </a:xfrm>
          <a:prstGeom prst="rect">
            <a:avLst/>
          </a:prstGeom>
          <a:noFill/>
          <a:extLst>
            <a:ext uri="{909E8E84-426E-40DD-AFC4-6F175D3DCCD1}">
              <a14:hiddenFill xmlns:a14="http://schemas.microsoft.com/office/drawing/2010/main">
                <a:solidFill>
                  <a:srgbClr val="FFFFFF"/>
                </a:solidFill>
              </a14:hiddenFill>
            </a:ext>
          </a:extLst>
        </p:spPr>
      </p:pic>
      <p:pic>
        <p:nvPicPr>
          <p:cNvPr id="11268" name="Picture 4" descr="MAN B&amp;W L16/24 CONNECTING ROD BEARING STANDARD – Ship Spares india Abhi  Marine">
            <a:extLst>
              <a:ext uri="{FF2B5EF4-FFF2-40B4-BE49-F238E27FC236}">
                <a16:creationId xmlns:a16="http://schemas.microsoft.com/office/drawing/2014/main" id="{8FF08345-8A9C-9105-9979-CAF5BEDFFA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9426" y="826437"/>
            <a:ext cx="4303314" cy="43033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2414900"/>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F970E-D309-2446-7440-873F3492C0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05BD8-31C4-0CF6-5F6E-26710A59C5E0}"/>
              </a:ext>
            </a:extLst>
          </p:cNvPr>
          <p:cNvSpPr>
            <a:spLocks noGrp="1"/>
          </p:cNvSpPr>
          <p:nvPr>
            <p:ph type="title"/>
          </p:nvPr>
        </p:nvSpPr>
        <p:spPr>
          <a:xfrm>
            <a:off x="304799" y="304655"/>
            <a:ext cx="8392313" cy="535531"/>
          </a:xfrm>
        </p:spPr>
        <p:txBody>
          <a:bodyPr/>
          <a:lstStyle/>
          <a:p>
            <a:r>
              <a:rPr lang="nb-NO" altLang="ko-KR" dirty="0" err="1"/>
              <a:t>Connecting</a:t>
            </a:r>
            <a:r>
              <a:rPr lang="nb-NO" altLang="ko-KR" dirty="0"/>
              <a:t> </a:t>
            </a:r>
            <a:r>
              <a:rPr lang="nb-NO" altLang="ko-KR" dirty="0" err="1"/>
              <a:t>rod</a:t>
            </a:r>
            <a:r>
              <a:rPr lang="nb-NO" altLang="ko-KR" dirty="0"/>
              <a:t> </a:t>
            </a:r>
            <a:r>
              <a:rPr lang="nb-NO" altLang="ko-KR" dirty="0" err="1"/>
              <a:t>bearing</a:t>
            </a:r>
            <a:endParaRPr lang="en-US" dirty="0"/>
          </a:p>
        </p:txBody>
      </p:sp>
      <p:pic>
        <p:nvPicPr>
          <p:cNvPr id="12292" name="Picture 4" descr="MAN B&amp;W L23/30 CONNECTING ROD BEARING – Ship Spares india Abhi Marine">
            <a:extLst>
              <a:ext uri="{FF2B5EF4-FFF2-40B4-BE49-F238E27FC236}">
                <a16:creationId xmlns:a16="http://schemas.microsoft.com/office/drawing/2014/main" id="{D5365E41-E7FA-E257-93DD-79292D5293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315" y="1025814"/>
            <a:ext cx="4117685" cy="4117685"/>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MAN B&amp;W L23/30 CONNECTING ROD BEARING – Ship Spares india Abhi Marine">
            <a:extLst>
              <a:ext uri="{FF2B5EF4-FFF2-40B4-BE49-F238E27FC236}">
                <a16:creationId xmlns:a16="http://schemas.microsoft.com/office/drawing/2014/main" id="{81BB726B-681D-1289-63D1-7E6BB184DD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236" y="1025814"/>
            <a:ext cx="4117686" cy="4117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4621299"/>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87D4F-5E5A-2DE8-09FB-D471BED9B1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49C29B-1FBA-3B55-FC67-419287F6FDE2}"/>
              </a:ext>
            </a:extLst>
          </p:cNvPr>
          <p:cNvSpPr>
            <a:spLocks noGrp="1"/>
          </p:cNvSpPr>
          <p:nvPr>
            <p:ph type="title"/>
          </p:nvPr>
        </p:nvSpPr>
        <p:spPr>
          <a:xfrm>
            <a:off x="304799" y="304655"/>
            <a:ext cx="8392313" cy="535531"/>
          </a:xfrm>
        </p:spPr>
        <p:txBody>
          <a:bodyPr/>
          <a:lstStyle/>
          <a:p>
            <a:r>
              <a:rPr lang="en-US" altLang="ko-KR" dirty="0"/>
              <a:t>Dismounting of piston and connecting rod</a:t>
            </a:r>
            <a:endParaRPr lang="en-US" dirty="0"/>
          </a:p>
        </p:txBody>
      </p:sp>
      <p:pic>
        <p:nvPicPr>
          <p:cNvPr id="4" name="그림 3">
            <a:extLst>
              <a:ext uri="{FF2B5EF4-FFF2-40B4-BE49-F238E27FC236}">
                <a16:creationId xmlns:a16="http://schemas.microsoft.com/office/drawing/2014/main" id="{062B8122-6E2B-2673-A820-102C8DA07A4E}"/>
              </a:ext>
            </a:extLst>
          </p:cNvPr>
          <p:cNvPicPr>
            <a:picLocks noChangeAspect="1"/>
          </p:cNvPicPr>
          <p:nvPr/>
        </p:nvPicPr>
        <p:blipFill>
          <a:blip r:embed="rId3"/>
          <a:stretch>
            <a:fillRect/>
          </a:stretch>
        </p:blipFill>
        <p:spPr>
          <a:xfrm>
            <a:off x="931432" y="1077932"/>
            <a:ext cx="1486570" cy="4043470"/>
          </a:xfrm>
          <a:prstGeom prst="rect">
            <a:avLst/>
          </a:prstGeom>
        </p:spPr>
      </p:pic>
      <p:pic>
        <p:nvPicPr>
          <p:cNvPr id="8" name="그림 7">
            <a:extLst>
              <a:ext uri="{FF2B5EF4-FFF2-40B4-BE49-F238E27FC236}">
                <a16:creationId xmlns:a16="http://schemas.microsoft.com/office/drawing/2014/main" id="{7DD0C83F-B2B7-2824-1170-690C8440DB56}"/>
              </a:ext>
            </a:extLst>
          </p:cNvPr>
          <p:cNvPicPr>
            <a:picLocks noChangeAspect="1"/>
          </p:cNvPicPr>
          <p:nvPr/>
        </p:nvPicPr>
        <p:blipFill>
          <a:blip r:embed="rId4"/>
          <a:stretch>
            <a:fillRect/>
          </a:stretch>
        </p:blipFill>
        <p:spPr>
          <a:xfrm>
            <a:off x="2901328" y="1055834"/>
            <a:ext cx="4134183" cy="4087666"/>
          </a:xfrm>
          <a:prstGeom prst="rect">
            <a:avLst/>
          </a:prstGeom>
        </p:spPr>
      </p:pic>
    </p:spTree>
    <p:extLst>
      <p:ext uri="{BB962C8B-B14F-4D97-AF65-F5344CB8AC3E}">
        <p14:creationId xmlns:p14="http://schemas.microsoft.com/office/powerpoint/2010/main" val="1535293392"/>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0BFB0-BAF0-D8DA-5BB1-0B4E490CC7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EA81D2-F981-C390-313B-550CABB6B463}"/>
              </a:ext>
            </a:extLst>
          </p:cNvPr>
          <p:cNvSpPr>
            <a:spLocks noGrp="1"/>
          </p:cNvSpPr>
          <p:nvPr>
            <p:ph type="title"/>
          </p:nvPr>
        </p:nvSpPr>
        <p:spPr>
          <a:xfrm>
            <a:off x="304799" y="304655"/>
            <a:ext cx="8392313" cy="535531"/>
          </a:xfrm>
        </p:spPr>
        <p:txBody>
          <a:bodyPr/>
          <a:lstStyle/>
          <a:p>
            <a:r>
              <a:rPr lang="en-US" altLang="ko-KR" dirty="0"/>
              <a:t>Dismounting of piston and connecting rod</a:t>
            </a:r>
            <a:endParaRPr lang="en-US" dirty="0"/>
          </a:p>
        </p:txBody>
      </p:sp>
      <p:pic>
        <p:nvPicPr>
          <p:cNvPr id="4" name="그림 3">
            <a:extLst>
              <a:ext uri="{FF2B5EF4-FFF2-40B4-BE49-F238E27FC236}">
                <a16:creationId xmlns:a16="http://schemas.microsoft.com/office/drawing/2014/main" id="{5923DA7A-0F01-93B6-62E0-0DBA2FCAC5D8}"/>
              </a:ext>
            </a:extLst>
          </p:cNvPr>
          <p:cNvPicPr>
            <a:picLocks noChangeAspect="1"/>
          </p:cNvPicPr>
          <p:nvPr/>
        </p:nvPicPr>
        <p:blipFill>
          <a:blip r:embed="rId3"/>
          <a:stretch>
            <a:fillRect/>
          </a:stretch>
        </p:blipFill>
        <p:spPr>
          <a:xfrm>
            <a:off x="449260" y="950080"/>
            <a:ext cx="4315246" cy="4110917"/>
          </a:xfrm>
          <a:prstGeom prst="rect">
            <a:avLst/>
          </a:prstGeom>
        </p:spPr>
      </p:pic>
      <p:pic>
        <p:nvPicPr>
          <p:cNvPr id="6" name="그림 5">
            <a:extLst>
              <a:ext uri="{FF2B5EF4-FFF2-40B4-BE49-F238E27FC236}">
                <a16:creationId xmlns:a16="http://schemas.microsoft.com/office/drawing/2014/main" id="{4C99E709-9044-3A84-D48C-C6985FF1754B}"/>
              </a:ext>
            </a:extLst>
          </p:cNvPr>
          <p:cNvPicPr>
            <a:picLocks noChangeAspect="1"/>
          </p:cNvPicPr>
          <p:nvPr/>
        </p:nvPicPr>
        <p:blipFill>
          <a:blip r:embed="rId4"/>
          <a:stretch>
            <a:fillRect/>
          </a:stretch>
        </p:blipFill>
        <p:spPr>
          <a:xfrm>
            <a:off x="4816647" y="950079"/>
            <a:ext cx="2180574" cy="4110918"/>
          </a:xfrm>
          <a:prstGeom prst="rect">
            <a:avLst/>
          </a:prstGeom>
        </p:spPr>
      </p:pic>
    </p:spTree>
    <p:extLst>
      <p:ext uri="{BB962C8B-B14F-4D97-AF65-F5344CB8AC3E}">
        <p14:creationId xmlns:p14="http://schemas.microsoft.com/office/powerpoint/2010/main" val="1738089267"/>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9D2A1-725F-637B-FCE6-501D140D4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D30790-8FE3-2E2B-1307-4A3E7ECD2CC9}"/>
              </a:ext>
            </a:extLst>
          </p:cNvPr>
          <p:cNvSpPr>
            <a:spLocks noGrp="1"/>
          </p:cNvSpPr>
          <p:nvPr>
            <p:ph type="title"/>
          </p:nvPr>
        </p:nvSpPr>
        <p:spPr>
          <a:xfrm>
            <a:off x="304799" y="304655"/>
            <a:ext cx="8392313" cy="535531"/>
          </a:xfrm>
        </p:spPr>
        <p:txBody>
          <a:bodyPr/>
          <a:lstStyle/>
          <a:p>
            <a:r>
              <a:rPr lang="en-US" altLang="ko-KR" dirty="0"/>
              <a:t>Separation of piston and connecting rod</a:t>
            </a:r>
            <a:endParaRPr lang="en-US" dirty="0"/>
          </a:p>
        </p:txBody>
      </p:sp>
      <p:pic>
        <p:nvPicPr>
          <p:cNvPr id="6" name="그림 5">
            <a:extLst>
              <a:ext uri="{FF2B5EF4-FFF2-40B4-BE49-F238E27FC236}">
                <a16:creationId xmlns:a16="http://schemas.microsoft.com/office/drawing/2014/main" id="{02F2D96F-E8D2-7F1A-E87C-E34845F9BBB2}"/>
              </a:ext>
            </a:extLst>
          </p:cNvPr>
          <p:cNvPicPr>
            <a:picLocks noChangeAspect="1"/>
          </p:cNvPicPr>
          <p:nvPr/>
        </p:nvPicPr>
        <p:blipFill>
          <a:blip r:embed="rId3"/>
          <a:stretch>
            <a:fillRect/>
          </a:stretch>
        </p:blipFill>
        <p:spPr>
          <a:xfrm>
            <a:off x="556891" y="1939233"/>
            <a:ext cx="4095236" cy="2282992"/>
          </a:xfrm>
          <a:prstGeom prst="rect">
            <a:avLst/>
          </a:prstGeom>
        </p:spPr>
      </p:pic>
      <p:pic>
        <p:nvPicPr>
          <p:cNvPr id="8" name="그림 7">
            <a:extLst>
              <a:ext uri="{FF2B5EF4-FFF2-40B4-BE49-F238E27FC236}">
                <a16:creationId xmlns:a16="http://schemas.microsoft.com/office/drawing/2014/main" id="{D7A3039C-ECB9-A195-EE60-8DC8D3AA2175}"/>
              </a:ext>
            </a:extLst>
          </p:cNvPr>
          <p:cNvPicPr>
            <a:picLocks noChangeAspect="1"/>
          </p:cNvPicPr>
          <p:nvPr/>
        </p:nvPicPr>
        <p:blipFill>
          <a:blip r:embed="rId4"/>
          <a:stretch>
            <a:fillRect/>
          </a:stretch>
        </p:blipFill>
        <p:spPr>
          <a:xfrm>
            <a:off x="4952670" y="1110558"/>
            <a:ext cx="3216606" cy="3940342"/>
          </a:xfrm>
          <a:prstGeom prst="rect">
            <a:avLst/>
          </a:prstGeom>
        </p:spPr>
      </p:pic>
    </p:spTree>
    <p:extLst>
      <p:ext uri="{BB962C8B-B14F-4D97-AF65-F5344CB8AC3E}">
        <p14:creationId xmlns:p14="http://schemas.microsoft.com/office/powerpoint/2010/main" val="3191000846"/>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C28D6-EB7C-0744-55F3-FF89DCC5CE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4216685-384B-206B-E825-1A07C32ABEC5}"/>
              </a:ext>
            </a:extLst>
          </p:cNvPr>
          <p:cNvSpPr>
            <a:spLocks noGrp="1"/>
          </p:cNvSpPr>
          <p:nvPr>
            <p:ph type="title"/>
          </p:nvPr>
        </p:nvSpPr>
        <p:spPr>
          <a:xfrm>
            <a:off x="304799" y="304655"/>
            <a:ext cx="8392313" cy="535531"/>
          </a:xfrm>
        </p:spPr>
        <p:txBody>
          <a:bodyPr/>
          <a:lstStyle/>
          <a:p>
            <a:r>
              <a:rPr lang="en-US" altLang="ko-KR" dirty="0"/>
              <a:t>Connecting rod inspection</a:t>
            </a:r>
            <a:endParaRPr lang="en-US" dirty="0"/>
          </a:p>
        </p:txBody>
      </p:sp>
      <p:pic>
        <p:nvPicPr>
          <p:cNvPr id="5" name="그림 4">
            <a:extLst>
              <a:ext uri="{FF2B5EF4-FFF2-40B4-BE49-F238E27FC236}">
                <a16:creationId xmlns:a16="http://schemas.microsoft.com/office/drawing/2014/main" id="{98C44A35-5FC5-816F-A76F-2C8FC327CBB8}"/>
              </a:ext>
            </a:extLst>
          </p:cNvPr>
          <p:cNvPicPr>
            <a:picLocks noChangeAspect="1"/>
          </p:cNvPicPr>
          <p:nvPr/>
        </p:nvPicPr>
        <p:blipFill>
          <a:blip r:embed="rId3"/>
          <a:stretch>
            <a:fillRect/>
          </a:stretch>
        </p:blipFill>
        <p:spPr>
          <a:xfrm rot="16200000">
            <a:off x="2545946" y="373962"/>
            <a:ext cx="3910018" cy="5143500"/>
          </a:xfrm>
          <a:prstGeom prst="rect">
            <a:avLst/>
          </a:prstGeom>
        </p:spPr>
      </p:pic>
    </p:spTree>
    <p:extLst>
      <p:ext uri="{BB962C8B-B14F-4D97-AF65-F5344CB8AC3E}">
        <p14:creationId xmlns:p14="http://schemas.microsoft.com/office/powerpoint/2010/main" val="3802671407"/>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1F1DA-E58C-3413-E4C0-DAE3094BB8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01CE8-EB81-9FC5-2DB3-590053DB28A3}"/>
              </a:ext>
            </a:extLst>
          </p:cNvPr>
          <p:cNvSpPr>
            <a:spLocks noGrp="1"/>
          </p:cNvSpPr>
          <p:nvPr>
            <p:ph type="title"/>
          </p:nvPr>
        </p:nvSpPr>
        <p:spPr>
          <a:xfrm>
            <a:off x="304799" y="304655"/>
            <a:ext cx="8392313" cy="535531"/>
          </a:xfrm>
        </p:spPr>
        <p:txBody>
          <a:bodyPr/>
          <a:lstStyle/>
          <a:p>
            <a:r>
              <a:rPr lang="en-US" altLang="ko-KR" dirty="0"/>
              <a:t>Liquid penetrant test</a:t>
            </a:r>
            <a:endParaRPr lang="en-US" dirty="0"/>
          </a:p>
        </p:txBody>
      </p:sp>
      <p:pic>
        <p:nvPicPr>
          <p:cNvPr id="1026" name="Picture 2" descr="Procedure for liquid penetrant test [10] | Download Scientific Diagram">
            <a:extLst>
              <a:ext uri="{FF2B5EF4-FFF2-40B4-BE49-F238E27FC236}">
                <a16:creationId xmlns:a16="http://schemas.microsoft.com/office/drawing/2014/main" id="{080DCF13-A8C4-476F-C1AC-41B3DAB2915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2475" y="1693064"/>
            <a:ext cx="8096250" cy="33718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Liquid Penetrant Examination">
            <a:extLst>
              <a:ext uri="{FF2B5EF4-FFF2-40B4-BE49-F238E27FC236}">
                <a16:creationId xmlns:a16="http://schemas.microsoft.com/office/drawing/2014/main" id="{B8892130-AB66-9C52-BB94-8229D21E922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9363" y="1"/>
            <a:ext cx="2814636" cy="18254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5765765"/>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E1FC0-2DF1-811C-3B74-C989A97E2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4B999F-EE87-2976-261F-D0E2579CC62A}"/>
              </a:ext>
            </a:extLst>
          </p:cNvPr>
          <p:cNvSpPr>
            <a:spLocks noGrp="1"/>
          </p:cNvSpPr>
          <p:nvPr>
            <p:ph type="title"/>
          </p:nvPr>
        </p:nvSpPr>
        <p:spPr>
          <a:xfrm>
            <a:off x="304799" y="304655"/>
            <a:ext cx="8392313" cy="535531"/>
          </a:xfrm>
        </p:spPr>
        <p:txBody>
          <a:bodyPr/>
          <a:lstStyle/>
          <a:p>
            <a:r>
              <a:rPr lang="en-US" altLang="ko-KR" dirty="0"/>
              <a:t>Liquid penetrant test</a:t>
            </a:r>
            <a:endParaRPr lang="en-US" dirty="0"/>
          </a:p>
        </p:txBody>
      </p:sp>
      <p:pic>
        <p:nvPicPr>
          <p:cNvPr id="3" name="온라인 미디어 2" title="PART-18(ENGLISH) .. HOW DO THEY DO..DIAHATSU GENE DECARB.. HOW TO DO  CRACK TEST FOR CON ROD..">
            <a:hlinkClick r:id="" action="ppaction://media"/>
            <a:extLst>
              <a:ext uri="{FF2B5EF4-FFF2-40B4-BE49-F238E27FC236}">
                <a16:creationId xmlns:a16="http://schemas.microsoft.com/office/drawing/2014/main" id="{56D15373-2FCA-92EE-2476-CFCEC1DC209D}"/>
              </a:ext>
            </a:extLst>
          </p:cNvPr>
          <p:cNvPicPr>
            <a:picLocks noRot="1" noChangeAspect="1"/>
          </p:cNvPicPr>
          <p:nvPr>
            <a:videoFile r:link="rId1"/>
          </p:nvPr>
        </p:nvPicPr>
        <p:blipFill>
          <a:blip r:embed="rId4"/>
          <a:stretch>
            <a:fillRect/>
          </a:stretch>
        </p:blipFill>
        <p:spPr>
          <a:xfrm>
            <a:off x="421482" y="916194"/>
            <a:ext cx="6657974" cy="3761436"/>
          </a:xfrm>
          <a:prstGeom prst="rect">
            <a:avLst/>
          </a:prstGeom>
        </p:spPr>
      </p:pic>
    </p:spTree>
    <p:extLst>
      <p:ext uri="{BB962C8B-B14F-4D97-AF65-F5344CB8AC3E}">
        <p14:creationId xmlns:p14="http://schemas.microsoft.com/office/powerpoint/2010/main" val="396589827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6FCF3-6398-0D51-186C-A20129440A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F4EEFD-1AC9-C3B8-8DCC-4A7C4349A707}"/>
              </a:ext>
            </a:extLst>
          </p:cNvPr>
          <p:cNvSpPr>
            <a:spLocks noGrp="1"/>
          </p:cNvSpPr>
          <p:nvPr>
            <p:ph type="title"/>
          </p:nvPr>
        </p:nvSpPr>
        <p:spPr>
          <a:xfrm>
            <a:off x="335279" y="1432478"/>
            <a:ext cx="8473441" cy="1421928"/>
          </a:xfrm>
        </p:spPr>
        <p:txBody>
          <a:bodyPr/>
          <a:lstStyle/>
          <a:p>
            <a:r>
              <a:rPr lang="en-US" altLang="ko-KR" dirty="0"/>
              <a:t>Criteria for replacement of connecting rod </a:t>
            </a:r>
            <a:br>
              <a:rPr lang="en-US" altLang="ko-KR" dirty="0"/>
            </a:br>
            <a:r>
              <a:rPr lang="en-US" altLang="ko-KR" dirty="0"/>
              <a:t>big-end and main bearing shells (only reference)</a:t>
            </a:r>
            <a:endParaRPr lang="en-US" dirty="0"/>
          </a:p>
        </p:txBody>
      </p:sp>
    </p:spTree>
    <p:extLst>
      <p:ext uri="{BB962C8B-B14F-4D97-AF65-F5344CB8AC3E}">
        <p14:creationId xmlns:p14="http://schemas.microsoft.com/office/powerpoint/2010/main" val="2991419896"/>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3BE23B-E5A5-EB59-3021-6C8F71531E3B}"/>
            </a:ext>
          </a:extLst>
        </p:cNvPr>
        <p:cNvGrpSpPr/>
        <p:nvPr/>
      </p:nvGrpSpPr>
      <p:grpSpPr>
        <a:xfrm>
          <a:off x="0" y="0"/>
          <a:ext cx="0" cy="0"/>
          <a:chOff x="0" y="0"/>
          <a:chExt cx="0" cy="0"/>
        </a:xfrm>
      </p:grpSpPr>
      <p:pic>
        <p:nvPicPr>
          <p:cNvPr id="4" name="그림 3">
            <a:extLst>
              <a:ext uri="{FF2B5EF4-FFF2-40B4-BE49-F238E27FC236}">
                <a16:creationId xmlns:a16="http://schemas.microsoft.com/office/drawing/2014/main" id="{D56D5A98-0ADE-3A26-CE90-8001630AEBF0}"/>
              </a:ext>
            </a:extLst>
          </p:cNvPr>
          <p:cNvPicPr>
            <a:picLocks noChangeAspect="1"/>
          </p:cNvPicPr>
          <p:nvPr/>
        </p:nvPicPr>
        <p:blipFill>
          <a:blip r:embed="rId3"/>
          <a:stretch>
            <a:fillRect/>
          </a:stretch>
        </p:blipFill>
        <p:spPr>
          <a:xfrm>
            <a:off x="2257137" y="49530"/>
            <a:ext cx="4629725" cy="5044440"/>
          </a:xfrm>
          <a:prstGeom prst="rect">
            <a:avLst/>
          </a:prstGeom>
        </p:spPr>
      </p:pic>
    </p:spTree>
    <p:extLst>
      <p:ext uri="{BB962C8B-B14F-4D97-AF65-F5344CB8AC3E}">
        <p14:creationId xmlns:p14="http://schemas.microsoft.com/office/powerpoint/2010/main" val="1481319190"/>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984FB-B5A9-EAAB-8C84-271599F25B15}"/>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C0D78F29-EE9E-29D4-B59C-19B952C2D631}"/>
              </a:ext>
            </a:extLst>
          </p:cNvPr>
          <p:cNvPicPr>
            <a:picLocks noChangeAspect="1"/>
          </p:cNvPicPr>
          <p:nvPr/>
        </p:nvPicPr>
        <p:blipFill>
          <a:blip r:embed="rId3"/>
          <a:stretch>
            <a:fillRect/>
          </a:stretch>
        </p:blipFill>
        <p:spPr>
          <a:xfrm>
            <a:off x="2531791" y="76200"/>
            <a:ext cx="4080418" cy="4991100"/>
          </a:xfrm>
          <a:prstGeom prst="rect">
            <a:avLst/>
          </a:prstGeom>
        </p:spPr>
      </p:pic>
    </p:spTree>
    <p:extLst>
      <p:ext uri="{BB962C8B-B14F-4D97-AF65-F5344CB8AC3E}">
        <p14:creationId xmlns:p14="http://schemas.microsoft.com/office/powerpoint/2010/main" val="908671210"/>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97BA1A-0745-EE58-9819-7DA330722EEC}"/>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84A5FF0A-6F36-CB4A-155E-9380A0D44458}"/>
              </a:ext>
            </a:extLst>
          </p:cNvPr>
          <p:cNvPicPr>
            <a:picLocks noChangeAspect="1"/>
          </p:cNvPicPr>
          <p:nvPr/>
        </p:nvPicPr>
        <p:blipFill>
          <a:blip r:embed="rId3"/>
          <a:stretch>
            <a:fillRect/>
          </a:stretch>
        </p:blipFill>
        <p:spPr>
          <a:xfrm>
            <a:off x="2372440" y="72390"/>
            <a:ext cx="4399119" cy="4998720"/>
          </a:xfrm>
          <a:prstGeom prst="rect">
            <a:avLst/>
          </a:prstGeom>
        </p:spPr>
      </p:pic>
    </p:spTree>
    <p:extLst>
      <p:ext uri="{BB962C8B-B14F-4D97-AF65-F5344CB8AC3E}">
        <p14:creationId xmlns:p14="http://schemas.microsoft.com/office/powerpoint/2010/main" val="2201273798"/>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FA2314-97FD-94C7-58BE-B8A3553176A6}"/>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64586BB8-A9E2-F066-A2E0-278EF6299BE0}"/>
              </a:ext>
            </a:extLst>
          </p:cNvPr>
          <p:cNvPicPr>
            <a:picLocks noChangeAspect="1"/>
          </p:cNvPicPr>
          <p:nvPr/>
        </p:nvPicPr>
        <p:blipFill>
          <a:blip r:embed="rId3"/>
          <a:stretch>
            <a:fillRect/>
          </a:stretch>
        </p:blipFill>
        <p:spPr>
          <a:xfrm>
            <a:off x="2662250" y="83820"/>
            <a:ext cx="3819499" cy="4975860"/>
          </a:xfrm>
          <a:prstGeom prst="rect">
            <a:avLst/>
          </a:prstGeom>
        </p:spPr>
      </p:pic>
    </p:spTree>
    <p:extLst>
      <p:ext uri="{BB962C8B-B14F-4D97-AF65-F5344CB8AC3E}">
        <p14:creationId xmlns:p14="http://schemas.microsoft.com/office/powerpoint/2010/main" val="4261083397"/>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45582-BA86-7739-A9D8-AF4923FB7B72}"/>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9C551D17-B57A-95A2-6960-B5065E8049AE}"/>
              </a:ext>
            </a:extLst>
          </p:cNvPr>
          <p:cNvPicPr>
            <a:picLocks noChangeAspect="1"/>
          </p:cNvPicPr>
          <p:nvPr/>
        </p:nvPicPr>
        <p:blipFill>
          <a:blip r:embed="rId3"/>
          <a:stretch>
            <a:fillRect/>
          </a:stretch>
        </p:blipFill>
        <p:spPr>
          <a:xfrm>
            <a:off x="2019863" y="137981"/>
            <a:ext cx="5104273" cy="4867537"/>
          </a:xfrm>
          <a:prstGeom prst="rect">
            <a:avLst/>
          </a:prstGeom>
        </p:spPr>
      </p:pic>
    </p:spTree>
    <p:extLst>
      <p:ext uri="{BB962C8B-B14F-4D97-AF65-F5344CB8AC3E}">
        <p14:creationId xmlns:p14="http://schemas.microsoft.com/office/powerpoint/2010/main" val="1566593941"/>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65B65-003C-FA6D-CEA0-E7ECEBEDF3FD}"/>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0F83EC50-D759-17E8-10ED-2A376460394C}"/>
              </a:ext>
            </a:extLst>
          </p:cNvPr>
          <p:cNvPicPr>
            <a:picLocks noChangeAspect="1"/>
          </p:cNvPicPr>
          <p:nvPr/>
        </p:nvPicPr>
        <p:blipFill>
          <a:blip r:embed="rId3"/>
          <a:stretch>
            <a:fillRect/>
          </a:stretch>
        </p:blipFill>
        <p:spPr>
          <a:xfrm>
            <a:off x="2598608" y="185737"/>
            <a:ext cx="3946784" cy="4872037"/>
          </a:xfrm>
          <a:prstGeom prst="rect">
            <a:avLst/>
          </a:prstGeom>
        </p:spPr>
      </p:pic>
    </p:spTree>
    <p:extLst>
      <p:ext uri="{BB962C8B-B14F-4D97-AF65-F5344CB8AC3E}">
        <p14:creationId xmlns:p14="http://schemas.microsoft.com/office/powerpoint/2010/main" val="4028432302"/>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E9906-97B5-70B7-EEE4-B354B5C433FC}"/>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2B78B9FA-9E93-B778-8055-5F6770938DF5}"/>
              </a:ext>
            </a:extLst>
          </p:cNvPr>
          <p:cNvPicPr>
            <a:picLocks noChangeAspect="1"/>
          </p:cNvPicPr>
          <p:nvPr/>
        </p:nvPicPr>
        <p:blipFill>
          <a:blip r:embed="rId3"/>
          <a:stretch>
            <a:fillRect/>
          </a:stretch>
        </p:blipFill>
        <p:spPr>
          <a:xfrm>
            <a:off x="2028087" y="199935"/>
            <a:ext cx="5087825" cy="4743630"/>
          </a:xfrm>
          <a:prstGeom prst="rect">
            <a:avLst/>
          </a:prstGeom>
        </p:spPr>
      </p:pic>
    </p:spTree>
    <p:extLst>
      <p:ext uri="{BB962C8B-B14F-4D97-AF65-F5344CB8AC3E}">
        <p14:creationId xmlns:p14="http://schemas.microsoft.com/office/powerpoint/2010/main" val="203314250"/>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E5A91-3AD0-0420-1A11-E006270934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196BFA-E277-C08E-6D45-097A1F9EB233}"/>
              </a:ext>
            </a:extLst>
          </p:cNvPr>
          <p:cNvSpPr>
            <a:spLocks noGrp="1"/>
          </p:cNvSpPr>
          <p:nvPr>
            <p:ph type="title"/>
          </p:nvPr>
        </p:nvSpPr>
        <p:spPr>
          <a:xfrm>
            <a:off x="304799" y="304655"/>
            <a:ext cx="8392313" cy="535531"/>
          </a:xfrm>
        </p:spPr>
        <p:txBody>
          <a:bodyPr/>
          <a:lstStyle/>
          <a:p>
            <a:r>
              <a:rPr lang="en-US" altLang="ko-KR" dirty="0"/>
              <a:t>Mounting of piston and connecting rod</a:t>
            </a:r>
            <a:endParaRPr lang="en-US" dirty="0"/>
          </a:p>
        </p:txBody>
      </p:sp>
      <p:pic>
        <p:nvPicPr>
          <p:cNvPr id="5" name="그림 4">
            <a:extLst>
              <a:ext uri="{FF2B5EF4-FFF2-40B4-BE49-F238E27FC236}">
                <a16:creationId xmlns:a16="http://schemas.microsoft.com/office/drawing/2014/main" id="{07D12273-AB2C-7333-AEEF-9DF078A1E458}"/>
              </a:ext>
            </a:extLst>
          </p:cNvPr>
          <p:cNvPicPr>
            <a:picLocks noChangeAspect="1"/>
          </p:cNvPicPr>
          <p:nvPr/>
        </p:nvPicPr>
        <p:blipFill>
          <a:blip r:embed="rId3"/>
          <a:stretch>
            <a:fillRect/>
          </a:stretch>
        </p:blipFill>
        <p:spPr>
          <a:xfrm>
            <a:off x="398490" y="840186"/>
            <a:ext cx="3589783" cy="4303314"/>
          </a:xfrm>
          <a:prstGeom prst="rect">
            <a:avLst/>
          </a:prstGeom>
        </p:spPr>
      </p:pic>
      <p:pic>
        <p:nvPicPr>
          <p:cNvPr id="7" name="그림 6">
            <a:extLst>
              <a:ext uri="{FF2B5EF4-FFF2-40B4-BE49-F238E27FC236}">
                <a16:creationId xmlns:a16="http://schemas.microsoft.com/office/drawing/2014/main" id="{F39F4378-686D-0BCC-435D-350CE2A12CDD}"/>
              </a:ext>
            </a:extLst>
          </p:cNvPr>
          <p:cNvPicPr>
            <a:picLocks noChangeAspect="1"/>
          </p:cNvPicPr>
          <p:nvPr/>
        </p:nvPicPr>
        <p:blipFill>
          <a:blip r:embed="rId4"/>
          <a:stretch>
            <a:fillRect/>
          </a:stretch>
        </p:blipFill>
        <p:spPr>
          <a:xfrm>
            <a:off x="4188803" y="840186"/>
            <a:ext cx="3310242" cy="4303314"/>
          </a:xfrm>
          <a:prstGeom prst="rect">
            <a:avLst/>
          </a:prstGeom>
        </p:spPr>
      </p:pic>
    </p:spTree>
    <p:extLst>
      <p:ext uri="{BB962C8B-B14F-4D97-AF65-F5344CB8AC3E}">
        <p14:creationId xmlns:p14="http://schemas.microsoft.com/office/powerpoint/2010/main" val="4002928255"/>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210B6-50B2-4B3F-7143-3C945320AC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9AFE57-969F-5BFB-26CC-21E909A1B1C0}"/>
              </a:ext>
            </a:extLst>
          </p:cNvPr>
          <p:cNvSpPr>
            <a:spLocks noGrp="1"/>
          </p:cNvSpPr>
          <p:nvPr>
            <p:ph type="title"/>
          </p:nvPr>
        </p:nvSpPr>
        <p:spPr>
          <a:xfrm>
            <a:off x="304799" y="304655"/>
            <a:ext cx="8392313" cy="535531"/>
          </a:xfrm>
        </p:spPr>
        <p:txBody>
          <a:bodyPr/>
          <a:lstStyle/>
          <a:p>
            <a:r>
              <a:rPr lang="en-US" altLang="ko-KR" dirty="0"/>
              <a:t>Mounting of piston and connecting rod</a:t>
            </a:r>
            <a:endParaRPr lang="en-US" dirty="0"/>
          </a:p>
        </p:txBody>
      </p:sp>
      <p:pic>
        <p:nvPicPr>
          <p:cNvPr id="4" name="그림 3">
            <a:extLst>
              <a:ext uri="{FF2B5EF4-FFF2-40B4-BE49-F238E27FC236}">
                <a16:creationId xmlns:a16="http://schemas.microsoft.com/office/drawing/2014/main" id="{46A57CBF-1281-3173-425B-29E9AB0682A2}"/>
              </a:ext>
            </a:extLst>
          </p:cNvPr>
          <p:cNvPicPr>
            <a:picLocks noChangeAspect="1"/>
          </p:cNvPicPr>
          <p:nvPr/>
        </p:nvPicPr>
        <p:blipFill>
          <a:blip r:embed="rId3"/>
          <a:stretch>
            <a:fillRect/>
          </a:stretch>
        </p:blipFill>
        <p:spPr>
          <a:xfrm>
            <a:off x="428168" y="1010653"/>
            <a:ext cx="4239578" cy="4132847"/>
          </a:xfrm>
          <a:prstGeom prst="rect">
            <a:avLst/>
          </a:prstGeom>
        </p:spPr>
      </p:pic>
      <p:pic>
        <p:nvPicPr>
          <p:cNvPr id="8" name="그림 7">
            <a:extLst>
              <a:ext uri="{FF2B5EF4-FFF2-40B4-BE49-F238E27FC236}">
                <a16:creationId xmlns:a16="http://schemas.microsoft.com/office/drawing/2014/main" id="{4E99DAA9-057C-49FC-772C-53CD75AA2D4C}"/>
              </a:ext>
            </a:extLst>
          </p:cNvPr>
          <p:cNvPicPr>
            <a:picLocks noChangeAspect="1"/>
          </p:cNvPicPr>
          <p:nvPr/>
        </p:nvPicPr>
        <p:blipFill>
          <a:blip r:embed="rId4"/>
          <a:stretch>
            <a:fillRect/>
          </a:stretch>
        </p:blipFill>
        <p:spPr>
          <a:xfrm>
            <a:off x="5044897" y="1017896"/>
            <a:ext cx="3833373" cy="4125603"/>
          </a:xfrm>
          <a:prstGeom prst="rect">
            <a:avLst/>
          </a:prstGeom>
        </p:spPr>
      </p:pic>
    </p:spTree>
    <p:extLst>
      <p:ext uri="{BB962C8B-B14F-4D97-AF65-F5344CB8AC3E}">
        <p14:creationId xmlns:p14="http://schemas.microsoft.com/office/powerpoint/2010/main" val="546578172"/>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7BCE9-CAD9-F6C3-6ADC-75049F9174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7EC6C-9444-0C8A-3056-8F49B59B377C}"/>
              </a:ext>
            </a:extLst>
          </p:cNvPr>
          <p:cNvSpPr>
            <a:spLocks noGrp="1"/>
          </p:cNvSpPr>
          <p:nvPr>
            <p:ph type="title"/>
          </p:nvPr>
        </p:nvSpPr>
        <p:spPr>
          <a:xfrm>
            <a:off x="304799" y="304655"/>
            <a:ext cx="8392313" cy="535531"/>
          </a:xfrm>
        </p:spPr>
        <p:txBody>
          <a:bodyPr/>
          <a:lstStyle/>
          <a:p>
            <a:r>
              <a:rPr lang="en-US" altLang="ko-KR" dirty="0"/>
              <a:t>Mounting of piston and connecting rod</a:t>
            </a:r>
            <a:endParaRPr lang="en-US" dirty="0"/>
          </a:p>
        </p:txBody>
      </p:sp>
      <p:pic>
        <p:nvPicPr>
          <p:cNvPr id="10" name="그림 9">
            <a:extLst>
              <a:ext uri="{FF2B5EF4-FFF2-40B4-BE49-F238E27FC236}">
                <a16:creationId xmlns:a16="http://schemas.microsoft.com/office/drawing/2014/main" id="{24FA10FC-162D-4A7C-D11F-D75366A0AB4D}"/>
              </a:ext>
            </a:extLst>
          </p:cNvPr>
          <p:cNvPicPr>
            <a:picLocks noChangeAspect="1"/>
          </p:cNvPicPr>
          <p:nvPr/>
        </p:nvPicPr>
        <p:blipFill>
          <a:blip r:embed="rId3"/>
          <a:stretch>
            <a:fillRect/>
          </a:stretch>
        </p:blipFill>
        <p:spPr>
          <a:xfrm>
            <a:off x="2843151" y="1017896"/>
            <a:ext cx="3457698" cy="4125604"/>
          </a:xfrm>
          <a:prstGeom prst="rect">
            <a:avLst/>
          </a:prstGeom>
        </p:spPr>
      </p:pic>
    </p:spTree>
    <p:extLst>
      <p:ext uri="{BB962C8B-B14F-4D97-AF65-F5344CB8AC3E}">
        <p14:creationId xmlns:p14="http://schemas.microsoft.com/office/powerpoint/2010/main" val="2907870100"/>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15AFB0-A45D-876A-51EC-6115B32680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5BDE2A-7549-63AA-CD12-F7B58606178D}"/>
              </a:ext>
            </a:extLst>
          </p:cNvPr>
          <p:cNvSpPr>
            <a:spLocks noGrp="1"/>
          </p:cNvSpPr>
          <p:nvPr>
            <p:ph type="title"/>
          </p:nvPr>
        </p:nvSpPr>
        <p:spPr>
          <a:xfrm>
            <a:off x="304799" y="304655"/>
            <a:ext cx="8392313" cy="535531"/>
          </a:xfrm>
        </p:spPr>
        <p:txBody>
          <a:bodyPr/>
          <a:lstStyle/>
          <a:p>
            <a:r>
              <a:rPr lang="nb-NO" altLang="ko-KR" dirty="0" err="1"/>
              <a:t>Cylinder</a:t>
            </a:r>
            <a:r>
              <a:rPr lang="nb-NO" altLang="ko-KR" dirty="0"/>
              <a:t> liner</a:t>
            </a:r>
            <a:endParaRPr lang="en-US" dirty="0"/>
          </a:p>
        </p:txBody>
      </p:sp>
      <p:sp>
        <p:nvSpPr>
          <p:cNvPr id="3" name="Text Placeholder 2">
            <a:extLst>
              <a:ext uri="{FF2B5EF4-FFF2-40B4-BE49-F238E27FC236}">
                <a16:creationId xmlns:a16="http://schemas.microsoft.com/office/drawing/2014/main" id="{4E5E38FF-7C3A-55AA-0851-218DDAB9DD83}"/>
              </a:ext>
            </a:extLst>
          </p:cNvPr>
          <p:cNvSpPr>
            <a:spLocks noGrp="1"/>
          </p:cNvSpPr>
          <p:nvPr>
            <p:ph type="body" sz="quarter" idx="10"/>
          </p:nvPr>
        </p:nvSpPr>
        <p:spPr>
          <a:xfrm>
            <a:off x="382642" y="1240635"/>
            <a:ext cx="3934976" cy="3702625"/>
          </a:xfrm>
        </p:spPr>
        <p:txBody>
          <a:bodyPr>
            <a:normAutofit lnSpcReduction="10000"/>
          </a:bodyPr>
          <a:lstStyle/>
          <a:p>
            <a:pPr marL="0" indent="0">
              <a:spcAft>
                <a:spcPts val="1000"/>
              </a:spcAft>
              <a:buNone/>
            </a:pPr>
            <a:r>
              <a:rPr lang="en-US" altLang="ko-KR" sz="1600" dirty="0"/>
              <a:t>The cylinder liner is made of fine-grained, pearlite cast iron and is fitted in a bore in the engine frame. </a:t>
            </a:r>
          </a:p>
          <a:p>
            <a:pPr marL="0" indent="0">
              <a:spcAft>
                <a:spcPts val="1000"/>
              </a:spcAft>
              <a:buNone/>
            </a:pPr>
            <a:r>
              <a:rPr lang="en-US" altLang="ko-KR" sz="1600" dirty="0"/>
              <a:t>Replaceable cast iron sealing rings are fitted between the liner and the cylinder head and between the liner and the frame.</a:t>
            </a:r>
          </a:p>
          <a:p>
            <a:pPr marL="0" indent="0">
              <a:spcAft>
                <a:spcPts val="1000"/>
              </a:spcAft>
              <a:buNone/>
            </a:pPr>
            <a:r>
              <a:rPr lang="en-US" altLang="ko-KR" sz="1600" dirty="0"/>
              <a:t>The liner is clamped by the cylinder head and is guided by a bore at the bottom of the cooling water space of the engine frame. The liner can thus expand freely downwards, when heated during the running of the engine. </a:t>
            </a:r>
          </a:p>
          <a:p>
            <a:pPr marL="0" indent="0">
              <a:spcAft>
                <a:spcPts val="1000"/>
              </a:spcAft>
              <a:buNone/>
            </a:pPr>
            <a:r>
              <a:rPr lang="en-US" altLang="ko-KR" sz="1600" dirty="0"/>
              <a:t>Sealing for the cooling water is obtained by means of silicone rubber rings which are fitted in grooves machined in the liner.</a:t>
            </a:r>
            <a:endParaRPr lang="en-US" sz="1600" dirty="0">
              <a:solidFill>
                <a:srgbClr val="000000"/>
              </a:solidFill>
            </a:endParaRPr>
          </a:p>
        </p:txBody>
      </p:sp>
      <p:pic>
        <p:nvPicPr>
          <p:cNvPr id="5" name="그림 4">
            <a:extLst>
              <a:ext uri="{FF2B5EF4-FFF2-40B4-BE49-F238E27FC236}">
                <a16:creationId xmlns:a16="http://schemas.microsoft.com/office/drawing/2014/main" id="{45D0B8AD-F693-CBCF-CF4D-5F11BCE8568A}"/>
              </a:ext>
            </a:extLst>
          </p:cNvPr>
          <p:cNvPicPr>
            <a:picLocks noChangeAspect="1"/>
          </p:cNvPicPr>
          <p:nvPr/>
        </p:nvPicPr>
        <p:blipFill>
          <a:blip r:embed="rId3"/>
          <a:stretch>
            <a:fillRect/>
          </a:stretch>
        </p:blipFill>
        <p:spPr>
          <a:xfrm>
            <a:off x="5810377" y="0"/>
            <a:ext cx="2693387" cy="5143500"/>
          </a:xfrm>
          <a:prstGeom prst="rect">
            <a:avLst/>
          </a:prstGeom>
        </p:spPr>
      </p:pic>
      <p:sp>
        <p:nvSpPr>
          <p:cNvPr id="7" name="Text Placeholder 2">
            <a:extLst>
              <a:ext uri="{FF2B5EF4-FFF2-40B4-BE49-F238E27FC236}">
                <a16:creationId xmlns:a16="http://schemas.microsoft.com/office/drawing/2014/main" id="{DA4030F5-C944-ADCA-4C9F-508EFA5C088B}"/>
              </a:ext>
            </a:extLst>
          </p:cNvPr>
          <p:cNvSpPr txBox="1">
            <a:spLocks/>
          </p:cNvSpPr>
          <p:nvPr/>
        </p:nvSpPr>
        <p:spPr>
          <a:xfrm>
            <a:off x="5330819" y="290905"/>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10" name="Text Placeholder 2">
            <a:extLst>
              <a:ext uri="{FF2B5EF4-FFF2-40B4-BE49-F238E27FC236}">
                <a16:creationId xmlns:a16="http://schemas.microsoft.com/office/drawing/2014/main" id="{2BB0F074-952C-8CDA-CC76-87FA57A7B492}"/>
              </a:ext>
            </a:extLst>
          </p:cNvPr>
          <p:cNvSpPr txBox="1">
            <a:spLocks/>
          </p:cNvSpPr>
          <p:nvPr/>
        </p:nvSpPr>
        <p:spPr>
          <a:xfrm>
            <a:off x="5330818" y="841504"/>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11" name="Text Placeholder 2">
            <a:extLst>
              <a:ext uri="{FF2B5EF4-FFF2-40B4-BE49-F238E27FC236}">
                <a16:creationId xmlns:a16="http://schemas.microsoft.com/office/drawing/2014/main" id="{192F94A0-FF9B-8D10-EBE7-E66A913A6361}"/>
              </a:ext>
            </a:extLst>
          </p:cNvPr>
          <p:cNvSpPr txBox="1">
            <a:spLocks/>
          </p:cNvSpPr>
          <p:nvPr/>
        </p:nvSpPr>
        <p:spPr>
          <a:xfrm>
            <a:off x="5330819" y="654252"/>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Sleeve</a:t>
            </a:r>
          </a:p>
        </p:txBody>
      </p:sp>
      <p:sp>
        <p:nvSpPr>
          <p:cNvPr id="12" name="Text Placeholder 2">
            <a:extLst>
              <a:ext uri="{FF2B5EF4-FFF2-40B4-BE49-F238E27FC236}">
                <a16:creationId xmlns:a16="http://schemas.microsoft.com/office/drawing/2014/main" id="{49944A14-A5E8-BDE7-57A0-932B2F828B3C}"/>
              </a:ext>
            </a:extLst>
          </p:cNvPr>
          <p:cNvSpPr txBox="1">
            <a:spLocks/>
          </p:cNvSpPr>
          <p:nvPr/>
        </p:nvSpPr>
        <p:spPr>
          <a:xfrm>
            <a:off x="4686328" y="1100967"/>
            <a:ext cx="121690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Water guide jacket</a:t>
            </a:r>
          </a:p>
        </p:txBody>
      </p:sp>
      <p:sp>
        <p:nvSpPr>
          <p:cNvPr id="13" name="Text Placeholder 2">
            <a:extLst>
              <a:ext uri="{FF2B5EF4-FFF2-40B4-BE49-F238E27FC236}">
                <a16:creationId xmlns:a16="http://schemas.microsoft.com/office/drawing/2014/main" id="{6B4870D8-FAD7-C834-A9F7-6A166BE5BEDF}"/>
              </a:ext>
            </a:extLst>
          </p:cNvPr>
          <p:cNvSpPr txBox="1">
            <a:spLocks/>
          </p:cNvSpPr>
          <p:nvPr/>
        </p:nvSpPr>
        <p:spPr>
          <a:xfrm>
            <a:off x="5330817" y="1286710"/>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15" name="Text Placeholder 2">
            <a:extLst>
              <a:ext uri="{FF2B5EF4-FFF2-40B4-BE49-F238E27FC236}">
                <a16:creationId xmlns:a16="http://schemas.microsoft.com/office/drawing/2014/main" id="{AD71DE11-2D0E-B6E9-1AE4-D39093E46D81}"/>
              </a:ext>
            </a:extLst>
          </p:cNvPr>
          <p:cNvSpPr txBox="1">
            <a:spLocks/>
          </p:cNvSpPr>
          <p:nvPr/>
        </p:nvSpPr>
        <p:spPr>
          <a:xfrm>
            <a:off x="5063997" y="1467774"/>
            <a:ext cx="83923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Sealing ring</a:t>
            </a:r>
          </a:p>
        </p:txBody>
      </p:sp>
      <p:sp>
        <p:nvSpPr>
          <p:cNvPr id="16" name="Text Placeholder 2">
            <a:extLst>
              <a:ext uri="{FF2B5EF4-FFF2-40B4-BE49-F238E27FC236}">
                <a16:creationId xmlns:a16="http://schemas.microsoft.com/office/drawing/2014/main" id="{40E32014-BB96-EF53-136C-DCD62DCA76FD}"/>
              </a:ext>
            </a:extLst>
          </p:cNvPr>
          <p:cNvSpPr txBox="1">
            <a:spLocks/>
          </p:cNvSpPr>
          <p:nvPr/>
        </p:nvSpPr>
        <p:spPr>
          <a:xfrm>
            <a:off x="5063999" y="1646642"/>
            <a:ext cx="83923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 Plug screw</a:t>
            </a:r>
          </a:p>
        </p:txBody>
      </p:sp>
      <p:sp>
        <p:nvSpPr>
          <p:cNvPr id="17" name="Text Placeholder 2">
            <a:extLst>
              <a:ext uri="{FF2B5EF4-FFF2-40B4-BE49-F238E27FC236}">
                <a16:creationId xmlns:a16="http://schemas.microsoft.com/office/drawing/2014/main" id="{A8677D13-D911-27B4-DB8C-C9BC93296FF5}"/>
              </a:ext>
            </a:extLst>
          </p:cNvPr>
          <p:cNvSpPr txBox="1">
            <a:spLocks/>
          </p:cNvSpPr>
          <p:nvPr/>
        </p:nvSpPr>
        <p:spPr>
          <a:xfrm>
            <a:off x="5323088" y="1829387"/>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19" name="Text Placeholder 2">
            <a:extLst>
              <a:ext uri="{FF2B5EF4-FFF2-40B4-BE49-F238E27FC236}">
                <a16:creationId xmlns:a16="http://schemas.microsoft.com/office/drawing/2014/main" id="{5E5A269A-1B5C-8E75-00AB-6A8174702535}"/>
              </a:ext>
            </a:extLst>
          </p:cNvPr>
          <p:cNvSpPr txBox="1">
            <a:spLocks/>
          </p:cNvSpPr>
          <p:nvPr/>
        </p:nvSpPr>
        <p:spPr>
          <a:xfrm>
            <a:off x="5044216" y="2006574"/>
            <a:ext cx="83923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Sealing ring</a:t>
            </a:r>
          </a:p>
        </p:txBody>
      </p:sp>
      <p:sp>
        <p:nvSpPr>
          <p:cNvPr id="20" name="Text Placeholder 2">
            <a:extLst>
              <a:ext uri="{FF2B5EF4-FFF2-40B4-BE49-F238E27FC236}">
                <a16:creationId xmlns:a16="http://schemas.microsoft.com/office/drawing/2014/main" id="{8EBF1E86-1178-269D-C7DF-E871ACC68D97}"/>
              </a:ext>
            </a:extLst>
          </p:cNvPr>
          <p:cNvSpPr txBox="1">
            <a:spLocks/>
          </p:cNvSpPr>
          <p:nvPr/>
        </p:nvSpPr>
        <p:spPr>
          <a:xfrm>
            <a:off x="4242411" y="2185442"/>
            <a:ext cx="1656920"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 Cooling water connection</a:t>
            </a:r>
          </a:p>
        </p:txBody>
      </p:sp>
      <p:sp>
        <p:nvSpPr>
          <p:cNvPr id="21" name="Text Placeholder 2">
            <a:extLst>
              <a:ext uri="{FF2B5EF4-FFF2-40B4-BE49-F238E27FC236}">
                <a16:creationId xmlns:a16="http://schemas.microsoft.com/office/drawing/2014/main" id="{80C024BC-B23A-7AB5-D6E1-FD7B9F5817E5}"/>
              </a:ext>
            </a:extLst>
          </p:cNvPr>
          <p:cNvSpPr txBox="1">
            <a:spLocks/>
          </p:cNvSpPr>
          <p:nvPr/>
        </p:nvSpPr>
        <p:spPr>
          <a:xfrm>
            <a:off x="5315407" y="2371185"/>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22" name="Text Placeholder 2">
            <a:extLst>
              <a:ext uri="{FF2B5EF4-FFF2-40B4-BE49-F238E27FC236}">
                <a16:creationId xmlns:a16="http://schemas.microsoft.com/office/drawing/2014/main" id="{FA11DDDE-C86F-D07C-4300-8801A5B86C6C}"/>
              </a:ext>
            </a:extLst>
          </p:cNvPr>
          <p:cNvSpPr txBox="1">
            <a:spLocks/>
          </p:cNvSpPr>
          <p:nvPr/>
        </p:nvSpPr>
        <p:spPr>
          <a:xfrm>
            <a:off x="5034837" y="2536899"/>
            <a:ext cx="83923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Sealing ring</a:t>
            </a:r>
          </a:p>
        </p:txBody>
      </p:sp>
      <p:sp>
        <p:nvSpPr>
          <p:cNvPr id="23" name="Text Placeholder 2">
            <a:extLst>
              <a:ext uri="{FF2B5EF4-FFF2-40B4-BE49-F238E27FC236}">
                <a16:creationId xmlns:a16="http://schemas.microsoft.com/office/drawing/2014/main" id="{7F0C7D21-2E0A-3FD5-59F6-D95E91241D65}"/>
              </a:ext>
            </a:extLst>
          </p:cNvPr>
          <p:cNvSpPr txBox="1">
            <a:spLocks/>
          </p:cNvSpPr>
          <p:nvPr/>
        </p:nvSpPr>
        <p:spPr>
          <a:xfrm>
            <a:off x="4957009" y="2758864"/>
            <a:ext cx="930817"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Cylinder liner</a:t>
            </a:r>
          </a:p>
        </p:txBody>
      </p:sp>
      <p:sp>
        <p:nvSpPr>
          <p:cNvPr id="24" name="Text Placeholder 2">
            <a:extLst>
              <a:ext uri="{FF2B5EF4-FFF2-40B4-BE49-F238E27FC236}">
                <a16:creationId xmlns:a16="http://schemas.microsoft.com/office/drawing/2014/main" id="{59471540-529A-E4BF-0A0F-87758785FC35}"/>
              </a:ext>
            </a:extLst>
          </p:cNvPr>
          <p:cNvSpPr txBox="1">
            <a:spLocks/>
          </p:cNvSpPr>
          <p:nvPr/>
        </p:nvSpPr>
        <p:spPr>
          <a:xfrm>
            <a:off x="5311036" y="4408653"/>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O-ring</a:t>
            </a:r>
          </a:p>
        </p:txBody>
      </p:sp>
      <p:sp>
        <p:nvSpPr>
          <p:cNvPr id="25" name="Text Placeholder 2">
            <a:extLst>
              <a:ext uri="{FF2B5EF4-FFF2-40B4-BE49-F238E27FC236}">
                <a16:creationId xmlns:a16="http://schemas.microsoft.com/office/drawing/2014/main" id="{BA84CDF3-D2BA-52A2-09CA-0C3CBDE18BA1}"/>
              </a:ext>
            </a:extLst>
          </p:cNvPr>
          <p:cNvSpPr txBox="1">
            <a:spLocks/>
          </p:cNvSpPr>
          <p:nvPr/>
        </p:nvSpPr>
        <p:spPr>
          <a:xfrm>
            <a:off x="8275761" y="2371184"/>
            <a:ext cx="764223"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Flame ring</a:t>
            </a:r>
          </a:p>
        </p:txBody>
      </p:sp>
      <p:sp>
        <p:nvSpPr>
          <p:cNvPr id="26" name="Text Placeholder 2">
            <a:extLst>
              <a:ext uri="{FF2B5EF4-FFF2-40B4-BE49-F238E27FC236}">
                <a16:creationId xmlns:a16="http://schemas.microsoft.com/office/drawing/2014/main" id="{C4BBD8C8-FC03-ED8A-7A39-F8442B129F08}"/>
              </a:ext>
            </a:extLst>
          </p:cNvPr>
          <p:cNvSpPr txBox="1">
            <a:spLocks/>
          </p:cNvSpPr>
          <p:nvPr/>
        </p:nvSpPr>
        <p:spPr>
          <a:xfrm>
            <a:off x="7920216" y="1646642"/>
            <a:ext cx="121690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Water guide jacket</a:t>
            </a:r>
          </a:p>
        </p:txBody>
      </p:sp>
      <p:sp>
        <p:nvSpPr>
          <p:cNvPr id="27" name="Text Placeholder 2">
            <a:extLst>
              <a:ext uri="{FF2B5EF4-FFF2-40B4-BE49-F238E27FC236}">
                <a16:creationId xmlns:a16="http://schemas.microsoft.com/office/drawing/2014/main" id="{D23D27A6-A187-F393-6727-AE4B1F05DFF2}"/>
              </a:ext>
            </a:extLst>
          </p:cNvPr>
          <p:cNvSpPr txBox="1">
            <a:spLocks/>
          </p:cNvSpPr>
          <p:nvPr/>
        </p:nvSpPr>
        <p:spPr>
          <a:xfrm>
            <a:off x="6870860" y="389938"/>
            <a:ext cx="572419"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Sleeve</a:t>
            </a:r>
          </a:p>
        </p:txBody>
      </p:sp>
      <p:sp>
        <p:nvSpPr>
          <p:cNvPr id="28" name="Text Placeholder 2">
            <a:extLst>
              <a:ext uri="{FF2B5EF4-FFF2-40B4-BE49-F238E27FC236}">
                <a16:creationId xmlns:a16="http://schemas.microsoft.com/office/drawing/2014/main" id="{A5DB3C03-3264-969D-AC93-8EC2C3ACFDB6}"/>
              </a:ext>
            </a:extLst>
          </p:cNvPr>
          <p:cNvSpPr txBox="1">
            <a:spLocks/>
          </p:cNvSpPr>
          <p:nvPr/>
        </p:nvSpPr>
        <p:spPr>
          <a:xfrm>
            <a:off x="6821632" y="203463"/>
            <a:ext cx="621647" cy="243689"/>
          </a:xfrm>
          <a:prstGeom prst="rect">
            <a:avLst/>
          </a:prstGeom>
        </p:spPr>
        <p:txBody>
          <a:bodyPr vert="horz" lIns="91440" tIns="45720" rIns="91440" bIns="45720" rtlCol="0">
            <a:norm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Washer</a:t>
            </a:r>
          </a:p>
        </p:txBody>
      </p:sp>
      <p:sp>
        <p:nvSpPr>
          <p:cNvPr id="29" name="Text Placeholder 2">
            <a:extLst>
              <a:ext uri="{FF2B5EF4-FFF2-40B4-BE49-F238E27FC236}">
                <a16:creationId xmlns:a16="http://schemas.microsoft.com/office/drawing/2014/main" id="{35A08404-054A-15F2-5F9C-E596563187C7}"/>
              </a:ext>
            </a:extLst>
          </p:cNvPr>
          <p:cNvSpPr txBox="1">
            <a:spLocks/>
          </p:cNvSpPr>
          <p:nvPr/>
        </p:nvSpPr>
        <p:spPr>
          <a:xfrm>
            <a:off x="6756606" y="-35471"/>
            <a:ext cx="739391" cy="337975"/>
          </a:xfrm>
          <a:prstGeom prst="rect">
            <a:avLst/>
          </a:prstGeom>
        </p:spPr>
        <p:txBody>
          <a:bodyPr vert="horz" lIns="91440" tIns="45720" rIns="91440" bIns="45720" rtlCol="0">
            <a:normAutofit fontScale="92500" lnSpcReduction="10000"/>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 Hexagon screw</a:t>
            </a:r>
          </a:p>
        </p:txBody>
      </p:sp>
      <p:cxnSp>
        <p:nvCxnSpPr>
          <p:cNvPr id="30" name="직선 연결선 29">
            <a:extLst>
              <a:ext uri="{FF2B5EF4-FFF2-40B4-BE49-F238E27FC236}">
                <a16:creationId xmlns:a16="http://schemas.microsoft.com/office/drawing/2014/main" id="{14915565-1C51-1106-CE73-5BEFC87E895F}"/>
              </a:ext>
            </a:extLst>
          </p:cNvPr>
          <p:cNvCxnSpPr>
            <a:cxnSpLocks/>
          </p:cNvCxnSpPr>
          <p:nvPr/>
        </p:nvCxnSpPr>
        <p:spPr>
          <a:xfrm>
            <a:off x="4399100" y="2391810"/>
            <a:ext cx="1390652"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31" name="직선 연결선 30">
            <a:extLst>
              <a:ext uri="{FF2B5EF4-FFF2-40B4-BE49-F238E27FC236}">
                <a16:creationId xmlns:a16="http://schemas.microsoft.com/office/drawing/2014/main" id="{611B6AE6-2A92-23C7-27CA-60973C0EDD9E}"/>
              </a:ext>
            </a:extLst>
          </p:cNvPr>
          <p:cNvCxnSpPr>
            <a:cxnSpLocks/>
          </p:cNvCxnSpPr>
          <p:nvPr/>
        </p:nvCxnSpPr>
        <p:spPr>
          <a:xfrm>
            <a:off x="5115051" y="2206067"/>
            <a:ext cx="695326"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cxnSp>
        <p:nvCxnSpPr>
          <p:cNvPr id="4" name="직선 연결선 3">
            <a:extLst>
              <a:ext uri="{FF2B5EF4-FFF2-40B4-BE49-F238E27FC236}">
                <a16:creationId xmlns:a16="http://schemas.microsoft.com/office/drawing/2014/main" id="{D0A9EEC5-756A-3D1B-A0E9-AFCE2D73D633}"/>
              </a:ext>
            </a:extLst>
          </p:cNvPr>
          <p:cNvCxnSpPr>
            <a:cxnSpLocks/>
          </p:cNvCxnSpPr>
          <p:nvPr/>
        </p:nvCxnSpPr>
        <p:spPr>
          <a:xfrm>
            <a:off x="5115051" y="2744576"/>
            <a:ext cx="695326" cy="0"/>
          </a:xfrm>
          <a:prstGeom prst="line">
            <a:avLst/>
          </a:prstGeom>
          <a:ln w="1270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469160"/>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3CBD6-64B2-6301-F524-016EC09EDB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876BB-5A74-1453-BCD2-94080B5D3F94}"/>
              </a:ext>
            </a:extLst>
          </p:cNvPr>
          <p:cNvSpPr>
            <a:spLocks noGrp="1"/>
          </p:cNvSpPr>
          <p:nvPr>
            <p:ph type="title"/>
          </p:nvPr>
        </p:nvSpPr>
        <p:spPr>
          <a:xfrm>
            <a:off x="304799" y="304655"/>
            <a:ext cx="8392313" cy="535531"/>
          </a:xfrm>
        </p:spPr>
        <p:txBody>
          <a:bodyPr/>
          <a:lstStyle/>
          <a:p>
            <a:r>
              <a:rPr lang="nb-NO" altLang="ko-KR" dirty="0" err="1"/>
              <a:t>Cylinder</a:t>
            </a:r>
            <a:r>
              <a:rPr lang="nb-NO" altLang="ko-KR" dirty="0"/>
              <a:t> liner</a:t>
            </a:r>
            <a:endParaRPr lang="en-US" dirty="0"/>
          </a:p>
        </p:txBody>
      </p:sp>
      <p:pic>
        <p:nvPicPr>
          <p:cNvPr id="15362" name="Picture 2" descr="MAN B&amp;W Alpha Liner for 23/30 - Smedegaarden A/S">
            <a:extLst>
              <a:ext uri="{FF2B5EF4-FFF2-40B4-BE49-F238E27FC236}">
                <a16:creationId xmlns:a16="http://schemas.microsoft.com/office/drawing/2014/main" id="{9BCBAA6B-8324-C45E-DF44-E6F4E8F268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721" y="1112874"/>
            <a:ext cx="4471091" cy="3353318"/>
          </a:xfrm>
          <a:prstGeom prst="rect">
            <a:avLst/>
          </a:prstGeom>
          <a:noFill/>
          <a:extLst>
            <a:ext uri="{909E8E84-426E-40DD-AFC4-6F175D3DCCD1}">
              <a14:hiddenFill xmlns:a14="http://schemas.microsoft.com/office/drawing/2010/main">
                <a:solidFill>
                  <a:srgbClr val="FFFFFF"/>
                </a:solidFill>
              </a14:hiddenFill>
            </a:ext>
          </a:extLst>
        </p:spPr>
      </p:pic>
      <p:pic>
        <p:nvPicPr>
          <p:cNvPr id="18" name="그림 17">
            <a:extLst>
              <a:ext uri="{FF2B5EF4-FFF2-40B4-BE49-F238E27FC236}">
                <a16:creationId xmlns:a16="http://schemas.microsoft.com/office/drawing/2014/main" id="{CC5B04B0-F6C6-2AE9-6652-DB11FDBCC63C}"/>
              </a:ext>
            </a:extLst>
          </p:cNvPr>
          <p:cNvPicPr>
            <a:picLocks noChangeAspect="1"/>
          </p:cNvPicPr>
          <p:nvPr/>
        </p:nvPicPr>
        <p:blipFill>
          <a:blip r:embed="rId4"/>
          <a:stretch>
            <a:fillRect/>
          </a:stretch>
        </p:blipFill>
        <p:spPr>
          <a:xfrm>
            <a:off x="4473455" y="1112874"/>
            <a:ext cx="4483697" cy="3353318"/>
          </a:xfrm>
          <a:prstGeom prst="rect">
            <a:avLst/>
          </a:prstGeom>
        </p:spPr>
      </p:pic>
      <p:sp>
        <p:nvSpPr>
          <p:cNvPr id="32" name="Text Placeholder 2">
            <a:extLst>
              <a:ext uri="{FF2B5EF4-FFF2-40B4-BE49-F238E27FC236}">
                <a16:creationId xmlns:a16="http://schemas.microsoft.com/office/drawing/2014/main" id="{A203D996-3AB2-1279-6C34-F4767932640C}"/>
              </a:ext>
            </a:extLst>
          </p:cNvPr>
          <p:cNvSpPr txBox="1">
            <a:spLocks/>
          </p:cNvSpPr>
          <p:nvPr/>
        </p:nvSpPr>
        <p:spPr>
          <a:xfrm>
            <a:off x="304798" y="4617035"/>
            <a:ext cx="2266951" cy="24368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2 </a:t>
            </a:r>
            <a:r>
              <a:rPr lang="en-US" sz="1300" b="1" dirty="0" err="1">
                <a:solidFill>
                  <a:srgbClr val="000000"/>
                </a:solidFill>
                <a:latin typeface="Calibri" panose="020F0502020204030204" pitchFamily="34" charset="0"/>
                <a:cs typeface="Calibri" panose="020F0502020204030204" pitchFamily="34" charset="0"/>
              </a:rPr>
              <a:t>o-rings</a:t>
            </a:r>
            <a:r>
              <a:rPr lang="en-US" sz="1300" b="1" dirty="0">
                <a:solidFill>
                  <a:srgbClr val="000000"/>
                </a:solidFill>
                <a:latin typeface="Calibri" panose="020F0502020204030204" pitchFamily="34" charset="0"/>
                <a:cs typeface="Calibri" panose="020F0502020204030204" pitchFamily="34" charset="0"/>
              </a:rPr>
              <a:t> are inserted here</a:t>
            </a:r>
          </a:p>
        </p:txBody>
      </p:sp>
      <p:cxnSp>
        <p:nvCxnSpPr>
          <p:cNvPr id="33" name="직선 화살표 연결선 32">
            <a:extLst>
              <a:ext uri="{FF2B5EF4-FFF2-40B4-BE49-F238E27FC236}">
                <a16:creationId xmlns:a16="http://schemas.microsoft.com/office/drawing/2014/main" id="{19917913-4FCE-13FE-A45E-4070B19AAB54}"/>
              </a:ext>
            </a:extLst>
          </p:cNvPr>
          <p:cNvCxnSpPr>
            <a:cxnSpLocks/>
          </p:cNvCxnSpPr>
          <p:nvPr/>
        </p:nvCxnSpPr>
        <p:spPr>
          <a:xfrm flipV="1">
            <a:off x="1464415" y="3564731"/>
            <a:ext cx="571554" cy="97976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6" name="직선 화살표 연결선 35">
            <a:extLst>
              <a:ext uri="{FF2B5EF4-FFF2-40B4-BE49-F238E27FC236}">
                <a16:creationId xmlns:a16="http://schemas.microsoft.com/office/drawing/2014/main" id="{E5071A2D-4D6B-24AB-52DF-89D15E59BC9B}"/>
              </a:ext>
            </a:extLst>
          </p:cNvPr>
          <p:cNvCxnSpPr>
            <a:cxnSpLocks/>
          </p:cNvCxnSpPr>
          <p:nvPr/>
        </p:nvCxnSpPr>
        <p:spPr>
          <a:xfrm flipV="1">
            <a:off x="1683544" y="3788569"/>
            <a:ext cx="466767" cy="8096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8" name="직선 화살표 연결선 37">
            <a:extLst>
              <a:ext uri="{FF2B5EF4-FFF2-40B4-BE49-F238E27FC236}">
                <a16:creationId xmlns:a16="http://schemas.microsoft.com/office/drawing/2014/main" id="{E19AF016-134B-C9BA-5E17-9163FA225BEE}"/>
              </a:ext>
            </a:extLst>
          </p:cNvPr>
          <p:cNvCxnSpPr>
            <a:cxnSpLocks/>
          </p:cNvCxnSpPr>
          <p:nvPr/>
        </p:nvCxnSpPr>
        <p:spPr>
          <a:xfrm flipV="1">
            <a:off x="4967722" y="4029220"/>
            <a:ext cx="0" cy="58781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40" name="Text Placeholder 2">
            <a:extLst>
              <a:ext uri="{FF2B5EF4-FFF2-40B4-BE49-F238E27FC236}">
                <a16:creationId xmlns:a16="http://schemas.microsoft.com/office/drawing/2014/main" id="{72345464-7E6F-BDF0-66AF-ACB01F5C7F70}"/>
              </a:ext>
            </a:extLst>
          </p:cNvPr>
          <p:cNvSpPr txBox="1">
            <a:spLocks/>
          </p:cNvSpPr>
          <p:nvPr/>
        </p:nvSpPr>
        <p:spPr>
          <a:xfrm>
            <a:off x="3927906" y="4648175"/>
            <a:ext cx="2079985" cy="24368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1 sealing ring is placed here</a:t>
            </a:r>
          </a:p>
        </p:txBody>
      </p:sp>
      <p:sp>
        <p:nvSpPr>
          <p:cNvPr id="41" name="Text Placeholder 2">
            <a:extLst>
              <a:ext uri="{FF2B5EF4-FFF2-40B4-BE49-F238E27FC236}">
                <a16:creationId xmlns:a16="http://schemas.microsoft.com/office/drawing/2014/main" id="{32B42F13-3AA6-3590-6774-27E778E57799}"/>
              </a:ext>
            </a:extLst>
          </p:cNvPr>
          <p:cNvSpPr txBox="1">
            <a:spLocks/>
          </p:cNvSpPr>
          <p:nvPr/>
        </p:nvSpPr>
        <p:spPr>
          <a:xfrm>
            <a:off x="2400882" y="1102383"/>
            <a:ext cx="466767" cy="24368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400" b="1" dirty="0">
                <a:solidFill>
                  <a:srgbClr val="FF0000"/>
                </a:solidFill>
                <a:latin typeface="Calibri" panose="020F0502020204030204" pitchFamily="34" charset="0"/>
                <a:cs typeface="Calibri" panose="020F0502020204030204" pitchFamily="34" charset="0"/>
              </a:rPr>
              <a:t>Top</a:t>
            </a:r>
          </a:p>
        </p:txBody>
      </p:sp>
      <p:sp>
        <p:nvSpPr>
          <p:cNvPr id="42" name="Text Placeholder 2">
            <a:extLst>
              <a:ext uri="{FF2B5EF4-FFF2-40B4-BE49-F238E27FC236}">
                <a16:creationId xmlns:a16="http://schemas.microsoft.com/office/drawing/2014/main" id="{CAB6C523-6AE3-AE49-B2DA-A36CD6D68FEF}"/>
              </a:ext>
            </a:extLst>
          </p:cNvPr>
          <p:cNvSpPr txBox="1">
            <a:spLocks/>
          </p:cNvSpPr>
          <p:nvPr/>
        </p:nvSpPr>
        <p:spPr>
          <a:xfrm>
            <a:off x="5677482" y="772143"/>
            <a:ext cx="1593268" cy="24368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400" b="1" dirty="0">
                <a:solidFill>
                  <a:srgbClr val="FF0000"/>
                </a:solidFill>
                <a:latin typeface="Calibri" panose="020F0502020204030204" pitchFamily="34" charset="0"/>
                <a:cs typeface="Calibri" panose="020F0502020204030204" pitchFamily="34" charset="0"/>
              </a:rPr>
              <a:t>From the top view</a:t>
            </a:r>
          </a:p>
        </p:txBody>
      </p:sp>
    </p:spTree>
    <p:extLst>
      <p:ext uri="{BB962C8B-B14F-4D97-AF65-F5344CB8AC3E}">
        <p14:creationId xmlns:p14="http://schemas.microsoft.com/office/powerpoint/2010/main" val="1865708293"/>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F72C5-B957-C7F1-775B-75FA726D6F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EC3618-1E93-31F1-1398-27CBC6A2D344}"/>
              </a:ext>
            </a:extLst>
          </p:cNvPr>
          <p:cNvSpPr>
            <a:spLocks noGrp="1"/>
          </p:cNvSpPr>
          <p:nvPr>
            <p:ph type="title"/>
          </p:nvPr>
        </p:nvSpPr>
        <p:spPr>
          <a:xfrm>
            <a:off x="304799" y="304655"/>
            <a:ext cx="8392313" cy="535531"/>
          </a:xfrm>
        </p:spPr>
        <p:txBody>
          <a:bodyPr/>
          <a:lstStyle/>
          <a:p>
            <a:r>
              <a:rPr lang="nb-NO" altLang="ko-KR" dirty="0" err="1"/>
              <a:t>Cylinder</a:t>
            </a:r>
            <a:r>
              <a:rPr lang="nb-NO" altLang="ko-KR" dirty="0"/>
              <a:t> liner</a:t>
            </a:r>
            <a:endParaRPr lang="en-US" dirty="0"/>
          </a:p>
        </p:txBody>
      </p:sp>
      <p:sp>
        <p:nvSpPr>
          <p:cNvPr id="32" name="Text Placeholder 2">
            <a:extLst>
              <a:ext uri="{FF2B5EF4-FFF2-40B4-BE49-F238E27FC236}">
                <a16:creationId xmlns:a16="http://schemas.microsoft.com/office/drawing/2014/main" id="{6D1A0B34-4E54-4EA7-966E-B8B3CC8A644F}"/>
              </a:ext>
            </a:extLst>
          </p:cNvPr>
          <p:cNvSpPr txBox="1">
            <a:spLocks/>
          </p:cNvSpPr>
          <p:nvPr/>
        </p:nvSpPr>
        <p:spPr>
          <a:xfrm>
            <a:off x="5353050" y="2739486"/>
            <a:ext cx="3435349" cy="180501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000"/>
              </a:spcAft>
              <a:buNone/>
            </a:pPr>
            <a:r>
              <a:rPr lang="en-US" sz="1600" dirty="0">
                <a:solidFill>
                  <a:srgbClr val="000000"/>
                </a:solidFill>
                <a:latin typeface="Calibri" panose="020F0502020204030204" pitchFamily="34" charset="0"/>
                <a:cs typeface="Calibri" panose="020F0502020204030204" pitchFamily="34" charset="0"/>
              </a:rPr>
              <a:t>If the inner wear of the cylinder liner is severe, it is removed and replaced with a new one, as shown in the photo on the left.</a:t>
            </a:r>
          </a:p>
          <a:p>
            <a:pPr marL="0" indent="0">
              <a:spcAft>
                <a:spcPts val="1000"/>
              </a:spcAft>
              <a:buNone/>
            </a:pPr>
            <a:r>
              <a:rPr lang="en-US" sz="1600" dirty="0">
                <a:solidFill>
                  <a:srgbClr val="000000"/>
                </a:solidFill>
                <a:latin typeface="Calibri" panose="020F0502020204030204" pitchFamily="34" charset="0"/>
                <a:cs typeface="Calibri" panose="020F0502020204030204" pitchFamily="34" charset="0"/>
              </a:rPr>
              <a:t>After fixing the chain block to the ceiling, hang the cylinder liner on the hook and slowly pull it up.</a:t>
            </a:r>
          </a:p>
        </p:txBody>
      </p:sp>
      <p:pic>
        <p:nvPicPr>
          <p:cNvPr id="17410" name="Picture 2" descr="HFO POWER PLANT: Cylinder Liner Installation Process-MAN B&amp;W 58/68 Diesel  Engine">
            <a:extLst>
              <a:ext uri="{FF2B5EF4-FFF2-40B4-BE49-F238E27FC236}">
                <a16:creationId xmlns:a16="http://schemas.microsoft.com/office/drawing/2014/main" id="{7EB136F6-35CD-29D6-82AB-DE9D3DD7F4A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 y="1065404"/>
            <a:ext cx="4546600" cy="3409950"/>
          </a:xfrm>
          <a:prstGeom prst="rect">
            <a:avLst/>
          </a:prstGeom>
          <a:noFill/>
          <a:extLst>
            <a:ext uri="{909E8E84-426E-40DD-AFC4-6F175D3DCCD1}">
              <a14:hiddenFill xmlns:a14="http://schemas.microsoft.com/office/drawing/2010/main">
                <a:solidFill>
                  <a:srgbClr val="FFFFFF"/>
                </a:solidFill>
              </a14:hiddenFill>
            </a:ext>
          </a:extLst>
        </p:spPr>
      </p:pic>
      <p:pic>
        <p:nvPicPr>
          <p:cNvPr id="17412" name="Picture 4" descr="Chain Blocks HSZ-B|Seagull">
            <a:extLst>
              <a:ext uri="{FF2B5EF4-FFF2-40B4-BE49-F238E27FC236}">
                <a16:creationId xmlns:a16="http://schemas.microsoft.com/office/drawing/2014/main" id="{4F57350D-68B3-B198-02EE-CA01C4B36E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0782" y="107618"/>
            <a:ext cx="2519132" cy="2519132"/>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38A0DE6B-6334-3AF8-EF23-8462C9202297}"/>
              </a:ext>
            </a:extLst>
          </p:cNvPr>
          <p:cNvSpPr txBox="1">
            <a:spLocks/>
          </p:cNvSpPr>
          <p:nvPr/>
        </p:nvSpPr>
        <p:spPr>
          <a:xfrm>
            <a:off x="7469985" y="670558"/>
            <a:ext cx="1318414" cy="298996"/>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600" b="1" dirty="0">
                <a:solidFill>
                  <a:srgbClr val="000000"/>
                </a:solidFill>
                <a:latin typeface="Calibri" panose="020F0502020204030204" pitchFamily="34" charset="0"/>
                <a:cs typeface="Calibri" panose="020F0502020204030204" pitchFamily="34" charset="0"/>
              </a:rPr>
              <a:t>Chain block</a:t>
            </a:r>
          </a:p>
        </p:txBody>
      </p:sp>
    </p:spTree>
    <p:extLst>
      <p:ext uri="{BB962C8B-B14F-4D97-AF65-F5344CB8AC3E}">
        <p14:creationId xmlns:p14="http://schemas.microsoft.com/office/powerpoint/2010/main" val="2292120488"/>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BC1C3-0A34-DDAC-08D8-4C63AE5BD73D}"/>
            </a:ext>
          </a:extLst>
        </p:cNvPr>
        <p:cNvGrpSpPr/>
        <p:nvPr/>
      </p:nvGrpSpPr>
      <p:grpSpPr>
        <a:xfrm>
          <a:off x="0" y="0"/>
          <a:ext cx="0" cy="0"/>
          <a:chOff x="0" y="0"/>
          <a:chExt cx="0" cy="0"/>
        </a:xfrm>
      </p:grpSpPr>
      <p:pic>
        <p:nvPicPr>
          <p:cNvPr id="4" name="그림 3">
            <a:extLst>
              <a:ext uri="{FF2B5EF4-FFF2-40B4-BE49-F238E27FC236}">
                <a16:creationId xmlns:a16="http://schemas.microsoft.com/office/drawing/2014/main" id="{34831F64-9DF6-7131-439D-110E11829D88}"/>
              </a:ext>
            </a:extLst>
          </p:cNvPr>
          <p:cNvPicPr>
            <a:picLocks noChangeAspect="1"/>
          </p:cNvPicPr>
          <p:nvPr/>
        </p:nvPicPr>
        <p:blipFill>
          <a:blip r:embed="rId3"/>
          <a:stretch>
            <a:fillRect/>
          </a:stretch>
        </p:blipFill>
        <p:spPr>
          <a:xfrm>
            <a:off x="2899619" y="0"/>
            <a:ext cx="3344761" cy="5143500"/>
          </a:xfrm>
          <a:prstGeom prst="rect">
            <a:avLst/>
          </a:prstGeom>
        </p:spPr>
      </p:pic>
      <p:sp>
        <p:nvSpPr>
          <p:cNvPr id="7" name="Text Placeholder 2">
            <a:extLst>
              <a:ext uri="{FF2B5EF4-FFF2-40B4-BE49-F238E27FC236}">
                <a16:creationId xmlns:a16="http://schemas.microsoft.com/office/drawing/2014/main" id="{061FB165-D7C1-593A-9A69-0B3C65929B98}"/>
              </a:ext>
            </a:extLst>
          </p:cNvPr>
          <p:cNvSpPr txBox="1">
            <a:spLocks/>
          </p:cNvSpPr>
          <p:nvPr/>
        </p:nvSpPr>
        <p:spPr>
          <a:xfrm>
            <a:off x="6635750" y="1125141"/>
            <a:ext cx="65999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Piston</a:t>
            </a:r>
          </a:p>
        </p:txBody>
      </p:sp>
      <p:cxnSp>
        <p:nvCxnSpPr>
          <p:cNvPr id="9" name="직선 화살표 연결선 8">
            <a:extLst>
              <a:ext uri="{FF2B5EF4-FFF2-40B4-BE49-F238E27FC236}">
                <a16:creationId xmlns:a16="http://schemas.microsoft.com/office/drawing/2014/main" id="{EF527860-A88C-33D2-4000-09EFEBE9F13F}"/>
              </a:ext>
            </a:extLst>
          </p:cNvPr>
          <p:cNvCxnSpPr>
            <a:cxnSpLocks/>
          </p:cNvCxnSpPr>
          <p:nvPr/>
        </p:nvCxnSpPr>
        <p:spPr>
          <a:xfrm flipH="1">
            <a:off x="4805416" y="1263650"/>
            <a:ext cx="1843034" cy="27701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4FA3BAAD-ED3E-A365-F306-9942C8FAEB55}"/>
              </a:ext>
            </a:extLst>
          </p:cNvPr>
          <p:cNvCxnSpPr>
            <a:cxnSpLocks/>
          </p:cNvCxnSpPr>
          <p:nvPr/>
        </p:nvCxnSpPr>
        <p:spPr>
          <a:xfrm>
            <a:off x="3005138" y="2416177"/>
            <a:ext cx="149780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6" name="Text Placeholder 2">
            <a:extLst>
              <a:ext uri="{FF2B5EF4-FFF2-40B4-BE49-F238E27FC236}">
                <a16:creationId xmlns:a16="http://schemas.microsoft.com/office/drawing/2014/main" id="{2B668719-FF70-2E7D-7C9E-B27BB3305040}"/>
              </a:ext>
            </a:extLst>
          </p:cNvPr>
          <p:cNvSpPr txBox="1">
            <a:spLocks/>
          </p:cNvSpPr>
          <p:nvPr/>
        </p:nvSpPr>
        <p:spPr>
          <a:xfrm>
            <a:off x="1697765" y="2290368"/>
            <a:ext cx="1292714"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Connecting rod</a:t>
            </a:r>
          </a:p>
        </p:txBody>
      </p:sp>
      <p:cxnSp>
        <p:nvCxnSpPr>
          <p:cNvPr id="17" name="직선 화살표 연결선 16">
            <a:extLst>
              <a:ext uri="{FF2B5EF4-FFF2-40B4-BE49-F238E27FC236}">
                <a16:creationId xmlns:a16="http://schemas.microsoft.com/office/drawing/2014/main" id="{E69BC1DF-C99B-B5F8-D7F7-BF3A7BB44451}"/>
              </a:ext>
            </a:extLst>
          </p:cNvPr>
          <p:cNvCxnSpPr>
            <a:cxnSpLocks/>
          </p:cNvCxnSpPr>
          <p:nvPr/>
        </p:nvCxnSpPr>
        <p:spPr>
          <a:xfrm flipH="1">
            <a:off x="4898284" y="2307037"/>
            <a:ext cx="165729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A023D46E-B3D6-1ABE-7A59-2CF0FDB19489}"/>
              </a:ext>
            </a:extLst>
          </p:cNvPr>
          <p:cNvSpPr txBox="1">
            <a:spLocks/>
          </p:cNvSpPr>
          <p:nvPr/>
        </p:nvSpPr>
        <p:spPr>
          <a:xfrm>
            <a:off x="6555580" y="2173290"/>
            <a:ext cx="1116807"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Cylinder liner</a:t>
            </a:r>
          </a:p>
        </p:txBody>
      </p:sp>
    </p:spTree>
    <p:extLst>
      <p:ext uri="{BB962C8B-B14F-4D97-AF65-F5344CB8AC3E}">
        <p14:creationId xmlns:p14="http://schemas.microsoft.com/office/powerpoint/2010/main" val="1585944422"/>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D4FC5-8528-A207-075F-8A6AB45E24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81228-AADB-0C07-07FF-9B02484FBBDF}"/>
              </a:ext>
            </a:extLst>
          </p:cNvPr>
          <p:cNvSpPr>
            <a:spLocks noGrp="1"/>
          </p:cNvSpPr>
          <p:nvPr>
            <p:ph type="title"/>
          </p:nvPr>
        </p:nvSpPr>
        <p:spPr>
          <a:xfrm>
            <a:off x="304799" y="304655"/>
            <a:ext cx="8392313" cy="535531"/>
          </a:xfrm>
        </p:spPr>
        <p:txBody>
          <a:bodyPr/>
          <a:lstStyle/>
          <a:p>
            <a:r>
              <a:rPr lang="en-US" altLang="ko-KR" dirty="0"/>
              <a:t>Inspection of cylinder liner</a:t>
            </a:r>
            <a:endParaRPr lang="en-US" dirty="0"/>
          </a:p>
        </p:txBody>
      </p:sp>
      <p:sp>
        <p:nvSpPr>
          <p:cNvPr id="32" name="Text Placeholder 2">
            <a:extLst>
              <a:ext uri="{FF2B5EF4-FFF2-40B4-BE49-F238E27FC236}">
                <a16:creationId xmlns:a16="http://schemas.microsoft.com/office/drawing/2014/main" id="{9DD33F47-3CFC-2838-0597-F46A7ABEBF9E}"/>
              </a:ext>
            </a:extLst>
          </p:cNvPr>
          <p:cNvSpPr txBox="1">
            <a:spLocks/>
          </p:cNvSpPr>
          <p:nvPr/>
        </p:nvSpPr>
        <p:spPr>
          <a:xfrm>
            <a:off x="366713" y="1217866"/>
            <a:ext cx="3435349" cy="376847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000"/>
              </a:spcAft>
              <a:buNone/>
            </a:pPr>
            <a:r>
              <a:rPr lang="en-US" sz="1600" b="1" dirty="0">
                <a:solidFill>
                  <a:srgbClr val="000000"/>
                </a:solidFill>
                <a:latin typeface="Calibri" panose="020F0502020204030204" pitchFamily="34" charset="0"/>
                <a:cs typeface="Calibri" panose="020F0502020204030204" pitchFamily="34" charset="0"/>
              </a:rPr>
              <a:t>Measurement of Cylinder Diameter</a:t>
            </a:r>
          </a:p>
          <a:p>
            <a:pPr marL="0" indent="0">
              <a:spcAft>
                <a:spcPts val="1000"/>
              </a:spcAft>
              <a:buNone/>
            </a:pPr>
            <a:r>
              <a:rPr lang="en-US" altLang="ko-KR" sz="1600" dirty="0">
                <a:latin typeface="Calibri" panose="020F0502020204030204" pitchFamily="34" charset="0"/>
                <a:cs typeface="Calibri" panose="020F0502020204030204" pitchFamily="34" charset="0"/>
              </a:rPr>
              <a:t>While the piston is removed from the cylinder, the latter is measured to record the wear. </a:t>
            </a:r>
          </a:p>
          <a:p>
            <a:pPr marL="0" indent="0">
              <a:spcAft>
                <a:spcPts val="1000"/>
              </a:spcAft>
              <a:buNone/>
            </a:pPr>
            <a:r>
              <a:rPr lang="en-US" altLang="ko-KR" sz="1600" dirty="0">
                <a:latin typeface="Calibri" panose="020F0502020204030204" pitchFamily="34" charset="0"/>
                <a:cs typeface="Calibri" panose="020F0502020204030204" pitchFamily="34" charset="0"/>
              </a:rPr>
              <a:t>The measurements are taken by means of an inside micrometer, with measuring points at TDC-position for uppermost piston ring, halfway down and at the bottom of the cylinder liner.</a:t>
            </a:r>
          </a:p>
          <a:p>
            <a:pPr marL="0" indent="0">
              <a:spcAft>
                <a:spcPts val="1000"/>
              </a:spcAft>
              <a:buNone/>
            </a:pPr>
            <a:r>
              <a:rPr lang="en-US" sz="1600">
                <a:solidFill>
                  <a:srgbClr val="000000"/>
                </a:solidFill>
                <a:latin typeface="Calibri" panose="020F0502020204030204" pitchFamily="34" charset="0"/>
                <a:cs typeface="Calibri" panose="020F0502020204030204" pitchFamily="34" charset="0"/>
              </a:rPr>
              <a:t>The </a:t>
            </a:r>
            <a:r>
              <a:rPr lang="en-US" sz="1600" dirty="0">
                <a:solidFill>
                  <a:srgbClr val="000000"/>
                </a:solidFill>
                <a:latin typeface="Calibri" panose="020F0502020204030204" pitchFamily="34" charset="0"/>
                <a:cs typeface="Calibri" panose="020F0502020204030204" pitchFamily="34" charset="0"/>
              </a:rPr>
              <a:t>measurements should normally be taken in transverse as well as in longitudinal direction.</a:t>
            </a:r>
          </a:p>
          <a:p>
            <a:pPr marL="0" indent="0">
              <a:spcAft>
                <a:spcPts val="1000"/>
              </a:spcAft>
              <a:buNone/>
            </a:pPr>
            <a:endParaRPr lang="en-US" sz="1600" dirty="0">
              <a:solidFill>
                <a:srgbClr val="000000"/>
              </a:solidFill>
              <a:latin typeface="Calibri" panose="020F0502020204030204" pitchFamily="34" charset="0"/>
              <a:cs typeface="Calibri" panose="020F0502020204030204" pitchFamily="34" charset="0"/>
            </a:endParaRPr>
          </a:p>
        </p:txBody>
      </p:sp>
      <p:pic>
        <p:nvPicPr>
          <p:cNvPr id="5" name="그림 4">
            <a:extLst>
              <a:ext uri="{FF2B5EF4-FFF2-40B4-BE49-F238E27FC236}">
                <a16:creationId xmlns:a16="http://schemas.microsoft.com/office/drawing/2014/main" id="{E32CF7AC-8783-7820-1F12-F10266966AB6}"/>
              </a:ext>
            </a:extLst>
          </p:cNvPr>
          <p:cNvPicPr>
            <a:picLocks noChangeAspect="1"/>
          </p:cNvPicPr>
          <p:nvPr/>
        </p:nvPicPr>
        <p:blipFill>
          <a:blip r:embed="rId3"/>
          <a:stretch>
            <a:fillRect/>
          </a:stretch>
        </p:blipFill>
        <p:spPr>
          <a:xfrm>
            <a:off x="4054850" y="1070373"/>
            <a:ext cx="3151304" cy="3551633"/>
          </a:xfrm>
          <a:prstGeom prst="rect">
            <a:avLst/>
          </a:prstGeom>
        </p:spPr>
      </p:pic>
      <p:pic>
        <p:nvPicPr>
          <p:cNvPr id="2050" name="Picture 2" descr="Mitutoyo 339-304 Digimatic Tubular Inside Micrometer, 8-80&quot;/203-1524&quot;  Range, .0001&quot;/0.001mm Resolution">
            <a:extLst>
              <a:ext uri="{FF2B5EF4-FFF2-40B4-BE49-F238E27FC236}">
                <a16:creationId xmlns:a16="http://schemas.microsoft.com/office/drawing/2014/main" id="{9395F352-651B-5E72-F1EA-9CB02FF8724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43650" y="2045447"/>
            <a:ext cx="2700337" cy="14635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03428572"/>
      </p:ext>
    </p:extLst>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4D697-BF62-8BB1-AB83-B18A35618D6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3A626C-E7D3-F650-57FE-2DBD73AD2B8B}"/>
              </a:ext>
            </a:extLst>
          </p:cNvPr>
          <p:cNvSpPr>
            <a:spLocks noGrp="1"/>
          </p:cNvSpPr>
          <p:nvPr>
            <p:ph type="title"/>
          </p:nvPr>
        </p:nvSpPr>
        <p:spPr>
          <a:xfrm>
            <a:off x="304799" y="304655"/>
            <a:ext cx="8392313" cy="535531"/>
          </a:xfrm>
        </p:spPr>
        <p:txBody>
          <a:bodyPr/>
          <a:lstStyle/>
          <a:p>
            <a:r>
              <a:rPr lang="en-US" altLang="ko-KR" dirty="0"/>
              <a:t>Inspection of cylinder liner</a:t>
            </a:r>
            <a:endParaRPr lang="en-US" dirty="0"/>
          </a:p>
        </p:txBody>
      </p:sp>
      <p:pic>
        <p:nvPicPr>
          <p:cNvPr id="4" name="그림 3">
            <a:extLst>
              <a:ext uri="{FF2B5EF4-FFF2-40B4-BE49-F238E27FC236}">
                <a16:creationId xmlns:a16="http://schemas.microsoft.com/office/drawing/2014/main" id="{99EE53C1-A11B-3494-F994-8B2335C6C928}"/>
              </a:ext>
            </a:extLst>
          </p:cNvPr>
          <p:cNvPicPr>
            <a:picLocks noChangeAspect="1"/>
          </p:cNvPicPr>
          <p:nvPr/>
        </p:nvPicPr>
        <p:blipFill>
          <a:blip r:embed="rId3"/>
          <a:stretch>
            <a:fillRect/>
          </a:stretch>
        </p:blipFill>
        <p:spPr>
          <a:xfrm rot="16200000">
            <a:off x="2587094" y="353234"/>
            <a:ext cx="3827721" cy="5143500"/>
          </a:xfrm>
          <a:prstGeom prst="rect">
            <a:avLst/>
          </a:prstGeom>
        </p:spPr>
      </p:pic>
    </p:spTree>
    <p:extLst>
      <p:ext uri="{BB962C8B-B14F-4D97-AF65-F5344CB8AC3E}">
        <p14:creationId xmlns:p14="http://schemas.microsoft.com/office/powerpoint/2010/main" val="688764181"/>
      </p:ext>
    </p:extLst>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7A6D2-7B26-998D-3AEA-F4D5C0FAC9C0}"/>
            </a:ext>
          </a:extLst>
        </p:cNvPr>
        <p:cNvGrpSpPr/>
        <p:nvPr/>
      </p:nvGrpSpPr>
      <p:grpSpPr>
        <a:xfrm>
          <a:off x="0" y="0"/>
          <a:ext cx="0" cy="0"/>
          <a:chOff x="0" y="0"/>
          <a:chExt cx="0" cy="0"/>
        </a:xfrm>
      </p:grpSpPr>
      <p:pic>
        <p:nvPicPr>
          <p:cNvPr id="4" name="그림 3">
            <a:extLst>
              <a:ext uri="{FF2B5EF4-FFF2-40B4-BE49-F238E27FC236}">
                <a16:creationId xmlns:a16="http://schemas.microsoft.com/office/drawing/2014/main" id="{1BBCB3D9-1E72-0576-EC93-F5250EF15E39}"/>
              </a:ext>
            </a:extLst>
          </p:cNvPr>
          <p:cNvPicPr>
            <a:picLocks noChangeAspect="1"/>
          </p:cNvPicPr>
          <p:nvPr/>
        </p:nvPicPr>
        <p:blipFill>
          <a:blip r:embed="rId3"/>
          <a:stretch>
            <a:fillRect/>
          </a:stretch>
        </p:blipFill>
        <p:spPr>
          <a:xfrm>
            <a:off x="2899619" y="0"/>
            <a:ext cx="3344761" cy="5143500"/>
          </a:xfrm>
          <a:prstGeom prst="rect">
            <a:avLst/>
          </a:prstGeom>
        </p:spPr>
      </p:pic>
      <p:sp>
        <p:nvSpPr>
          <p:cNvPr id="7" name="Text Placeholder 2">
            <a:extLst>
              <a:ext uri="{FF2B5EF4-FFF2-40B4-BE49-F238E27FC236}">
                <a16:creationId xmlns:a16="http://schemas.microsoft.com/office/drawing/2014/main" id="{EDBC8E2F-20E2-1F8A-6FEF-CCC6CDB34BB8}"/>
              </a:ext>
            </a:extLst>
          </p:cNvPr>
          <p:cNvSpPr txBox="1">
            <a:spLocks/>
          </p:cNvSpPr>
          <p:nvPr/>
        </p:nvSpPr>
        <p:spPr>
          <a:xfrm>
            <a:off x="6635750" y="1125141"/>
            <a:ext cx="65999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Piston</a:t>
            </a:r>
          </a:p>
        </p:txBody>
      </p:sp>
      <p:cxnSp>
        <p:nvCxnSpPr>
          <p:cNvPr id="9" name="직선 화살표 연결선 8">
            <a:extLst>
              <a:ext uri="{FF2B5EF4-FFF2-40B4-BE49-F238E27FC236}">
                <a16:creationId xmlns:a16="http://schemas.microsoft.com/office/drawing/2014/main" id="{279491C2-A605-F2A9-EB8B-825292728472}"/>
              </a:ext>
            </a:extLst>
          </p:cNvPr>
          <p:cNvCxnSpPr>
            <a:cxnSpLocks/>
          </p:cNvCxnSpPr>
          <p:nvPr/>
        </p:nvCxnSpPr>
        <p:spPr>
          <a:xfrm flipH="1">
            <a:off x="4805416" y="1263650"/>
            <a:ext cx="1843034" cy="27701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D3B4BADD-3025-D25D-4741-059D235140D9}"/>
              </a:ext>
            </a:extLst>
          </p:cNvPr>
          <p:cNvCxnSpPr>
            <a:cxnSpLocks/>
          </p:cNvCxnSpPr>
          <p:nvPr/>
        </p:nvCxnSpPr>
        <p:spPr>
          <a:xfrm flipH="1">
            <a:off x="4712493" y="1978027"/>
            <a:ext cx="152553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6" name="Text Placeholder 2">
            <a:extLst>
              <a:ext uri="{FF2B5EF4-FFF2-40B4-BE49-F238E27FC236}">
                <a16:creationId xmlns:a16="http://schemas.microsoft.com/office/drawing/2014/main" id="{ADF586F9-B8A5-EF85-946C-8F8236D814AF}"/>
              </a:ext>
            </a:extLst>
          </p:cNvPr>
          <p:cNvSpPr txBox="1">
            <a:spLocks/>
          </p:cNvSpPr>
          <p:nvPr/>
        </p:nvSpPr>
        <p:spPr>
          <a:xfrm>
            <a:off x="6244380" y="1848056"/>
            <a:ext cx="1292714"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Connecting rod</a:t>
            </a:r>
          </a:p>
        </p:txBody>
      </p:sp>
      <p:cxnSp>
        <p:nvCxnSpPr>
          <p:cNvPr id="17" name="직선 화살표 연결선 16">
            <a:extLst>
              <a:ext uri="{FF2B5EF4-FFF2-40B4-BE49-F238E27FC236}">
                <a16:creationId xmlns:a16="http://schemas.microsoft.com/office/drawing/2014/main" id="{21534681-BA3D-0399-2D65-D8E4D427EDE4}"/>
              </a:ext>
            </a:extLst>
          </p:cNvPr>
          <p:cNvCxnSpPr>
            <a:cxnSpLocks/>
          </p:cNvCxnSpPr>
          <p:nvPr/>
        </p:nvCxnSpPr>
        <p:spPr>
          <a:xfrm flipH="1">
            <a:off x="4898284" y="2307037"/>
            <a:ext cx="165729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C199B3F1-5A98-67D3-4EB1-B74BA3A24245}"/>
              </a:ext>
            </a:extLst>
          </p:cNvPr>
          <p:cNvSpPr txBox="1">
            <a:spLocks/>
          </p:cNvSpPr>
          <p:nvPr/>
        </p:nvSpPr>
        <p:spPr>
          <a:xfrm>
            <a:off x="6555580" y="2173290"/>
            <a:ext cx="1116807"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Cylinder liner</a:t>
            </a:r>
          </a:p>
        </p:txBody>
      </p:sp>
      <p:cxnSp>
        <p:nvCxnSpPr>
          <p:cNvPr id="2" name="직선 화살표 연결선 1">
            <a:extLst>
              <a:ext uri="{FF2B5EF4-FFF2-40B4-BE49-F238E27FC236}">
                <a16:creationId xmlns:a16="http://schemas.microsoft.com/office/drawing/2014/main" id="{2E3A6B94-0711-167B-34B8-34571EAFF9B1}"/>
              </a:ext>
            </a:extLst>
          </p:cNvPr>
          <p:cNvCxnSpPr>
            <a:cxnSpLocks/>
          </p:cNvCxnSpPr>
          <p:nvPr/>
        </p:nvCxnSpPr>
        <p:spPr>
          <a:xfrm flipH="1">
            <a:off x="4657777" y="2945212"/>
            <a:ext cx="165729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 name="Text Placeholder 2">
            <a:extLst>
              <a:ext uri="{FF2B5EF4-FFF2-40B4-BE49-F238E27FC236}">
                <a16:creationId xmlns:a16="http://schemas.microsoft.com/office/drawing/2014/main" id="{98BE6413-FCD0-513C-144B-23699BA10613}"/>
              </a:ext>
            </a:extLst>
          </p:cNvPr>
          <p:cNvSpPr txBox="1">
            <a:spLocks/>
          </p:cNvSpPr>
          <p:nvPr/>
        </p:nvSpPr>
        <p:spPr>
          <a:xfrm>
            <a:off x="6329427" y="2809884"/>
            <a:ext cx="966315"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Crankshaft</a:t>
            </a:r>
          </a:p>
        </p:txBody>
      </p:sp>
      <p:sp>
        <p:nvSpPr>
          <p:cNvPr id="8" name="왼쪽 중괄호 7">
            <a:extLst>
              <a:ext uri="{FF2B5EF4-FFF2-40B4-BE49-F238E27FC236}">
                <a16:creationId xmlns:a16="http://schemas.microsoft.com/office/drawing/2014/main" id="{AA97CF6B-F7C9-3307-0521-283585C0ADC5}"/>
              </a:ext>
            </a:extLst>
          </p:cNvPr>
          <p:cNvSpPr/>
          <p:nvPr/>
        </p:nvSpPr>
        <p:spPr>
          <a:xfrm>
            <a:off x="2828925" y="3759200"/>
            <a:ext cx="161554" cy="1314450"/>
          </a:xfrm>
          <a:prstGeom prst="leftBrace">
            <a:avLst/>
          </a:prstGeom>
          <a:noFill/>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dirty="0"/>
          </a:p>
        </p:txBody>
      </p:sp>
      <p:sp>
        <p:nvSpPr>
          <p:cNvPr id="10" name="Text Placeholder 2">
            <a:extLst>
              <a:ext uri="{FF2B5EF4-FFF2-40B4-BE49-F238E27FC236}">
                <a16:creationId xmlns:a16="http://schemas.microsoft.com/office/drawing/2014/main" id="{DB8E5D63-D814-8BEC-CAB1-0B8D347DE1AB}"/>
              </a:ext>
            </a:extLst>
          </p:cNvPr>
          <p:cNvSpPr txBox="1">
            <a:spLocks/>
          </p:cNvSpPr>
          <p:nvPr/>
        </p:nvSpPr>
        <p:spPr>
          <a:xfrm>
            <a:off x="1816100" y="4277916"/>
            <a:ext cx="99847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Base frame</a:t>
            </a:r>
          </a:p>
        </p:txBody>
      </p:sp>
      <p:sp>
        <p:nvSpPr>
          <p:cNvPr id="12" name="왼쪽 중괄호 11">
            <a:extLst>
              <a:ext uri="{FF2B5EF4-FFF2-40B4-BE49-F238E27FC236}">
                <a16:creationId xmlns:a16="http://schemas.microsoft.com/office/drawing/2014/main" id="{B0B02020-EA7E-7174-05CF-9C98CE6DD0A4}"/>
              </a:ext>
            </a:extLst>
          </p:cNvPr>
          <p:cNvSpPr/>
          <p:nvPr/>
        </p:nvSpPr>
        <p:spPr>
          <a:xfrm>
            <a:off x="2828925" y="1212851"/>
            <a:ext cx="161554" cy="2531275"/>
          </a:xfrm>
          <a:prstGeom prst="leftBrace">
            <a:avLst/>
          </a:prstGeom>
          <a:noFill/>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14" name="Text Placeholder 2">
            <a:extLst>
              <a:ext uri="{FF2B5EF4-FFF2-40B4-BE49-F238E27FC236}">
                <a16:creationId xmlns:a16="http://schemas.microsoft.com/office/drawing/2014/main" id="{B1E6FC68-5B43-FDE3-1976-C1C387817894}"/>
              </a:ext>
            </a:extLst>
          </p:cNvPr>
          <p:cNvSpPr txBox="1">
            <a:spLocks/>
          </p:cNvSpPr>
          <p:nvPr/>
        </p:nvSpPr>
        <p:spPr>
          <a:xfrm>
            <a:off x="1606905" y="2339979"/>
            <a:ext cx="1207667"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Engine frame</a:t>
            </a:r>
          </a:p>
        </p:txBody>
      </p:sp>
      <p:cxnSp>
        <p:nvCxnSpPr>
          <p:cNvPr id="15" name="직선 화살표 연결선 14">
            <a:extLst>
              <a:ext uri="{FF2B5EF4-FFF2-40B4-BE49-F238E27FC236}">
                <a16:creationId xmlns:a16="http://schemas.microsoft.com/office/drawing/2014/main" id="{39C13D4D-4AF6-82C6-752B-377FF3B46354}"/>
              </a:ext>
            </a:extLst>
          </p:cNvPr>
          <p:cNvCxnSpPr>
            <a:cxnSpLocks/>
          </p:cNvCxnSpPr>
          <p:nvPr/>
        </p:nvCxnSpPr>
        <p:spPr>
          <a:xfrm flipV="1">
            <a:off x="4572000" y="3619900"/>
            <a:ext cx="0" cy="3647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0" name="Text Placeholder 2">
            <a:extLst>
              <a:ext uri="{FF2B5EF4-FFF2-40B4-BE49-F238E27FC236}">
                <a16:creationId xmlns:a16="http://schemas.microsoft.com/office/drawing/2014/main" id="{D11FCC4E-C3B3-3468-4B5A-6AC908943EE4}"/>
              </a:ext>
            </a:extLst>
          </p:cNvPr>
          <p:cNvSpPr txBox="1">
            <a:spLocks/>
          </p:cNvSpPr>
          <p:nvPr/>
        </p:nvSpPr>
        <p:spPr>
          <a:xfrm>
            <a:off x="3948324" y="3977085"/>
            <a:ext cx="124735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Counterweight</a:t>
            </a:r>
          </a:p>
        </p:txBody>
      </p:sp>
      <p:sp>
        <p:nvSpPr>
          <p:cNvPr id="21" name="왼쪽 중괄호 20">
            <a:extLst>
              <a:ext uri="{FF2B5EF4-FFF2-40B4-BE49-F238E27FC236}">
                <a16:creationId xmlns:a16="http://schemas.microsoft.com/office/drawing/2014/main" id="{00FE047F-28ED-3212-9F6A-BD01EB9A9EF1}"/>
              </a:ext>
            </a:extLst>
          </p:cNvPr>
          <p:cNvSpPr/>
          <p:nvPr/>
        </p:nvSpPr>
        <p:spPr>
          <a:xfrm rot="10800000">
            <a:off x="5165858" y="3171825"/>
            <a:ext cx="161554" cy="721920"/>
          </a:xfrm>
          <a:prstGeom prst="leftBrace">
            <a:avLst/>
          </a:prstGeom>
          <a:noFill/>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dirty="0"/>
          </a:p>
        </p:txBody>
      </p:sp>
      <p:sp>
        <p:nvSpPr>
          <p:cNvPr id="22" name="Text Placeholder 2">
            <a:extLst>
              <a:ext uri="{FF2B5EF4-FFF2-40B4-BE49-F238E27FC236}">
                <a16:creationId xmlns:a16="http://schemas.microsoft.com/office/drawing/2014/main" id="{F4BE10BF-0857-0CE2-84BE-3C0320BBFDDC}"/>
              </a:ext>
            </a:extLst>
          </p:cNvPr>
          <p:cNvSpPr txBox="1">
            <a:spLocks/>
          </p:cNvSpPr>
          <p:nvPr/>
        </p:nvSpPr>
        <p:spPr>
          <a:xfrm>
            <a:off x="5282962" y="3402807"/>
            <a:ext cx="1460803" cy="277018"/>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 Main bearing cap</a:t>
            </a:r>
          </a:p>
        </p:txBody>
      </p:sp>
    </p:spTree>
    <p:extLst>
      <p:ext uri="{BB962C8B-B14F-4D97-AF65-F5344CB8AC3E}">
        <p14:creationId xmlns:p14="http://schemas.microsoft.com/office/powerpoint/2010/main" val="1288794173"/>
      </p:ext>
    </p:extLst>
  </p:cSld>
  <p:clrMapOvr>
    <a:masterClrMapping/>
  </p:clrMapOvr>
  <p:transition>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A55F0-3F02-98E8-5833-80D3C1E1D81B}"/>
            </a:ext>
          </a:extLst>
        </p:cNvPr>
        <p:cNvGrpSpPr/>
        <p:nvPr/>
      </p:nvGrpSpPr>
      <p:grpSpPr>
        <a:xfrm>
          <a:off x="0" y="0"/>
          <a:ext cx="0" cy="0"/>
          <a:chOff x="0" y="0"/>
          <a:chExt cx="0" cy="0"/>
        </a:xfrm>
      </p:grpSpPr>
      <p:pic>
        <p:nvPicPr>
          <p:cNvPr id="34" name="그림 33">
            <a:extLst>
              <a:ext uri="{FF2B5EF4-FFF2-40B4-BE49-F238E27FC236}">
                <a16:creationId xmlns:a16="http://schemas.microsoft.com/office/drawing/2014/main" id="{67CDC6B5-3B2A-7FA2-8A97-CFDB6FBC3B36}"/>
              </a:ext>
            </a:extLst>
          </p:cNvPr>
          <p:cNvPicPr>
            <a:picLocks noChangeAspect="1"/>
          </p:cNvPicPr>
          <p:nvPr/>
        </p:nvPicPr>
        <p:blipFill>
          <a:blip r:embed="rId3"/>
          <a:stretch>
            <a:fillRect/>
          </a:stretch>
        </p:blipFill>
        <p:spPr>
          <a:xfrm>
            <a:off x="220618" y="920602"/>
            <a:ext cx="5411672" cy="3821512"/>
          </a:xfrm>
          <a:prstGeom prst="rect">
            <a:avLst/>
          </a:prstGeom>
        </p:spPr>
      </p:pic>
      <p:sp>
        <p:nvSpPr>
          <p:cNvPr id="2" name="Title 1">
            <a:extLst>
              <a:ext uri="{FF2B5EF4-FFF2-40B4-BE49-F238E27FC236}">
                <a16:creationId xmlns:a16="http://schemas.microsoft.com/office/drawing/2014/main" id="{9052FCA7-B037-DD42-ABA5-9DCE338BF26A}"/>
              </a:ext>
            </a:extLst>
          </p:cNvPr>
          <p:cNvSpPr>
            <a:spLocks noGrp="1"/>
          </p:cNvSpPr>
          <p:nvPr>
            <p:ph type="title"/>
          </p:nvPr>
        </p:nvSpPr>
        <p:spPr>
          <a:xfrm>
            <a:off x="304799" y="304655"/>
            <a:ext cx="8392313" cy="535531"/>
          </a:xfrm>
        </p:spPr>
        <p:txBody>
          <a:bodyPr/>
          <a:lstStyle/>
          <a:p>
            <a:r>
              <a:rPr lang="en-US" altLang="ko-KR" dirty="0"/>
              <a:t>Crankshaft</a:t>
            </a:r>
            <a:endParaRPr lang="en-US" dirty="0"/>
          </a:p>
        </p:txBody>
      </p:sp>
      <p:pic>
        <p:nvPicPr>
          <p:cNvPr id="4" name="그림 3">
            <a:extLst>
              <a:ext uri="{FF2B5EF4-FFF2-40B4-BE49-F238E27FC236}">
                <a16:creationId xmlns:a16="http://schemas.microsoft.com/office/drawing/2014/main" id="{C380974B-62B7-9ADC-6BB7-FFE91862AAA1}"/>
              </a:ext>
            </a:extLst>
          </p:cNvPr>
          <p:cNvPicPr>
            <a:picLocks noChangeAspect="1"/>
          </p:cNvPicPr>
          <p:nvPr/>
        </p:nvPicPr>
        <p:blipFill>
          <a:blip r:embed="rId4"/>
          <a:stretch>
            <a:fillRect/>
          </a:stretch>
        </p:blipFill>
        <p:spPr>
          <a:xfrm>
            <a:off x="5558039" y="0"/>
            <a:ext cx="3585961" cy="5143500"/>
          </a:xfrm>
          <a:prstGeom prst="rect">
            <a:avLst/>
          </a:prstGeom>
        </p:spPr>
      </p:pic>
      <p:cxnSp>
        <p:nvCxnSpPr>
          <p:cNvPr id="8" name="직선 화살표 연결선 7">
            <a:extLst>
              <a:ext uri="{FF2B5EF4-FFF2-40B4-BE49-F238E27FC236}">
                <a16:creationId xmlns:a16="http://schemas.microsoft.com/office/drawing/2014/main" id="{85332D37-ACB4-EB5B-E492-77404FF3F989}"/>
              </a:ext>
            </a:extLst>
          </p:cNvPr>
          <p:cNvCxnSpPr>
            <a:cxnSpLocks/>
          </p:cNvCxnSpPr>
          <p:nvPr/>
        </p:nvCxnSpPr>
        <p:spPr>
          <a:xfrm flipV="1">
            <a:off x="1878013" y="3785792"/>
            <a:ext cx="0" cy="103673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9" name="직선 화살표 연결선 8">
            <a:extLst>
              <a:ext uri="{FF2B5EF4-FFF2-40B4-BE49-F238E27FC236}">
                <a16:creationId xmlns:a16="http://schemas.microsoft.com/office/drawing/2014/main" id="{72721A07-0E7C-11AA-2534-6CE67DC0D726}"/>
              </a:ext>
            </a:extLst>
          </p:cNvPr>
          <p:cNvCxnSpPr>
            <a:cxnSpLocks/>
          </p:cNvCxnSpPr>
          <p:nvPr/>
        </p:nvCxnSpPr>
        <p:spPr>
          <a:xfrm flipV="1">
            <a:off x="2348706" y="3790156"/>
            <a:ext cx="0" cy="103237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DB383CD2-7AD6-C486-DB1A-D389A0FCC0C0}"/>
              </a:ext>
            </a:extLst>
          </p:cNvPr>
          <p:cNvCxnSpPr>
            <a:cxnSpLocks/>
          </p:cNvCxnSpPr>
          <p:nvPr/>
        </p:nvCxnSpPr>
        <p:spPr>
          <a:xfrm flipH="1" flipV="1">
            <a:off x="7289800" y="3998912"/>
            <a:ext cx="498475" cy="19843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5" name="Text Placeholder 2">
            <a:extLst>
              <a:ext uri="{FF2B5EF4-FFF2-40B4-BE49-F238E27FC236}">
                <a16:creationId xmlns:a16="http://schemas.microsoft.com/office/drawing/2014/main" id="{1E494925-6279-A3A2-6EC1-CE6E696EF000}"/>
              </a:ext>
            </a:extLst>
          </p:cNvPr>
          <p:cNvSpPr txBox="1">
            <a:spLocks/>
          </p:cNvSpPr>
          <p:nvPr/>
        </p:nvSpPr>
        <p:spPr>
          <a:xfrm>
            <a:off x="7730797" y="4105275"/>
            <a:ext cx="1194103"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 Main bearing cap</a:t>
            </a:r>
          </a:p>
        </p:txBody>
      </p:sp>
      <p:sp>
        <p:nvSpPr>
          <p:cNvPr id="16" name="Text Placeholder 2">
            <a:extLst>
              <a:ext uri="{FF2B5EF4-FFF2-40B4-BE49-F238E27FC236}">
                <a16:creationId xmlns:a16="http://schemas.microsoft.com/office/drawing/2014/main" id="{E427C885-91AD-4F0F-929B-3F7FEA86616A}"/>
              </a:ext>
            </a:extLst>
          </p:cNvPr>
          <p:cNvSpPr txBox="1">
            <a:spLocks/>
          </p:cNvSpPr>
          <p:nvPr/>
        </p:nvSpPr>
        <p:spPr>
          <a:xfrm>
            <a:off x="1516986" y="4822530"/>
            <a:ext cx="1194103"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 Main bearing cap</a:t>
            </a:r>
          </a:p>
        </p:txBody>
      </p:sp>
      <p:cxnSp>
        <p:nvCxnSpPr>
          <p:cNvPr id="17" name="직선 화살표 연결선 16">
            <a:extLst>
              <a:ext uri="{FF2B5EF4-FFF2-40B4-BE49-F238E27FC236}">
                <a16:creationId xmlns:a16="http://schemas.microsoft.com/office/drawing/2014/main" id="{EA2DFB0C-21BC-8373-F21F-4901B1BD3A88}"/>
              </a:ext>
            </a:extLst>
          </p:cNvPr>
          <p:cNvCxnSpPr>
            <a:cxnSpLocks/>
          </p:cNvCxnSpPr>
          <p:nvPr/>
        </p:nvCxnSpPr>
        <p:spPr>
          <a:xfrm flipV="1">
            <a:off x="728663" y="3244145"/>
            <a:ext cx="854075" cy="56713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0" name="Text Placeholder 2">
            <a:extLst>
              <a:ext uri="{FF2B5EF4-FFF2-40B4-BE49-F238E27FC236}">
                <a16:creationId xmlns:a16="http://schemas.microsoft.com/office/drawing/2014/main" id="{723C351A-B7AA-8794-4B9D-213A74DA5159}"/>
              </a:ext>
            </a:extLst>
          </p:cNvPr>
          <p:cNvSpPr txBox="1">
            <a:spLocks/>
          </p:cNvSpPr>
          <p:nvPr/>
        </p:nvSpPr>
        <p:spPr>
          <a:xfrm>
            <a:off x="128807" y="3818334"/>
            <a:ext cx="783785"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Crankshaft</a:t>
            </a:r>
          </a:p>
        </p:txBody>
      </p:sp>
      <p:sp>
        <p:nvSpPr>
          <p:cNvPr id="22" name="Text Placeholder 2">
            <a:extLst>
              <a:ext uri="{FF2B5EF4-FFF2-40B4-BE49-F238E27FC236}">
                <a16:creationId xmlns:a16="http://schemas.microsoft.com/office/drawing/2014/main" id="{ABDDBF16-2F37-6948-8AD4-515B57713A80}"/>
              </a:ext>
            </a:extLst>
          </p:cNvPr>
          <p:cNvSpPr txBox="1">
            <a:spLocks/>
          </p:cNvSpPr>
          <p:nvPr/>
        </p:nvSpPr>
        <p:spPr>
          <a:xfrm>
            <a:off x="5263053" y="3225403"/>
            <a:ext cx="940898"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 Main bearing</a:t>
            </a:r>
          </a:p>
        </p:txBody>
      </p:sp>
      <p:cxnSp>
        <p:nvCxnSpPr>
          <p:cNvPr id="29" name="직선 화살표 연결선 28">
            <a:extLst>
              <a:ext uri="{FF2B5EF4-FFF2-40B4-BE49-F238E27FC236}">
                <a16:creationId xmlns:a16="http://schemas.microsoft.com/office/drawing/2014/main" id="{56443908-BAA7-47FE-BF44-333C43D96B5A}"/>
              </a:ext>
            </a:extLst>
          </p:cNvPr>
          <p:cNvCxnSpPr>
            <a:cxnSpLocks/>
          </p:cNvCxnSpPr>
          <p:nvPr/>
        </p:nvCxnSpPr>
        <p:spPr>
          <a:xfrm flipH="1" flipV="1">
            <a:off x="5852160" y="1729740"/>
            <a:ext cx="387437" cy="36234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1" name="Text Placeholder 2">
            <a:extLst>
              <a:ext uri="{FF2B5EF4-FFF2-40B4-BE49-F238E27FC236}">
                <a16:creationId xmlns:a16="http://schemas.microsoft.com/office/drawing/2014/main" id="{C257BDE9-519B-02BD-6570-5D229C693D65}"/>
              </a:ext>
            </a:extLst>
          </p:cNvPr>
          <p:cNvSpPr txBox="1">
            <a:spLocks/>
          </p:cNvSpPr>
          <p:nvPr/>
        </p:nvSpPr>
        <p:spPr>
          <a:xfrm>
            <a:off x="5381710" y="1501575"/>
            <a:ext cx="940899"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Engine frame</a:t>
            </a:r>
          </a:p>
        </p:txBody>
      </p:sp>
    </p:spTree>
    <p:extLst>
      <p:ext uri="{BB962C8B-B14F-4D97-AF65-F5344CB8AC3E}">
        <p14:creationId xmlns:p14="http://schemas.microsoft.com/office/powerpoint/2010/main" val="4084559066"/>
      </p:ext>
    </p:extLst>
  </p:cSld>
  <p:clrMapOvr>
    <a:masterClrMapping/>
  </p:clrMapOvr>
  <p:transition>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D71D1-F08A-61B3-AD9C-688449AD82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C026E0-E934-7CF1-C5DC-CD208FD225D7}"/>
              </a:ext>
            </a:extLst>
          </p:cNvPr>
          <p:cNvSpPr>
            <a:spLocks noGrp="1"/>
          </p:cNvSpPr>
          <p:nvPr>
            <p:ph type="title"/>
          </p:nvPr>
        </p:nvSpPr>
        <p:spPr>
          <a:xfrm>
            <a:off x="304799" y="304655"/>
            <a:ext cx="8392313" cy="535531"/>
          </a:xfrm>
        </p:spPr>
        <p:txBody>
          <a:bodyPr/>
          <a:lstStyle/>
          <a:p>
            <a:r>
              <a:rPr lang="en-US" altLang="ko-KR" dirty="0"/>
              <a:t>Crankshaft</a:t>
            </a:r>
            <a:endParaRPr lang="en-US" dirty="0"/>
          </a:p>
        </p:txBody>
      </p:sp>
      <p:pic>
        <p:nvPicPr>
          <p:cNvPr id="5" name="그림 4">
            <a:extLst>
              <a:ext uri="{FF2B5EF4-FFF2-40B4-BE49-F238E27FC236}">
                <a16:creationId xmlns:a16="http://schemas.microsoft.com/office/drawing/2014/main" id="{525BE43A-4433-3626-FB30-4298826F3FAE}"/>
              </a:ext>
            </a:extLst>
          </p:cNvPr>
          <p:cNvPicPr>
            <a:picLocks noChangeAspect="1"/>
          </p:cNvPicPr>
          <p:nvPr/>
        </p:nvPicPr>
        <p:blipFill>
          <a:blip r:embed="rId3"/>
          <a:stretch>
            <a:fillRect/>
          </a:stretch>
        </p:blipFill>
        <p:spPr>
          <a:xfrm rot="3629656">
            <a:off x="2445323" y="142765"/>
            <a:ext cx="3099349" cy="4845185"/>
          </a:xfrm>
          <a:prstGeom prst="rect">
            <a:avLst/>
          </a:prstGeom>
        </p:spPr>
      </p:pic>
      <p:sp>
        <p:nvSpPr>
          <p:cNvPr id="7" name="Text Placeholder 2">
            <a:extLst>
              <a:ext uri="{FF2B5EF4-FFF2-40B4-BE49-F238E27FC236}">
                <a16:creationId xmlns:a16="http://schemas.microsoft.com/office/drawing/2014/main" id="{156FF3B2-0655-3431-B3BB-07D7F01572F1}"/>
              </a:ext>
            </a:extLst>
          </p:cNvPr>
          <p:cNvSpPr txBox="1">
            <a:spLocks/>
          </p:cNvSpPr>
          <p:nvPr/>
        </p:nvSpPr>
        <p:spPr>
          <a:xfrm>
            <a:off x="4216781" y="2017609"/>
            <a:ext cx="996950"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Counterweight</a:t>
            </a:r>
          </a:p>
        </p:txBody>
      </p:sp>
      <p:sp>
        <p:nvSpPr>
          <p:cNvPr id="12" name="Text Placeholder 2">
            <a:extLst>
              <a:ext uri="{FF2B5EF4-FFF2-40B4-BE49-F238E27FC236}">
                <a16:creationId xmlns:a16="http://schemas.microsoft.com/office/drawing/2014/main" id="{FE7E08A3-0C94-4442-8CD5-12496D81B7BC}"/>
              </a:ext>
            </a:extLst>
          </p:cNvPr>
          <p:cNvSpPr txBox="1">
            <a:spLocks/>
          </p:cNvSpPr>
          <p:nvPr/>
        </p:nvSpPr>
        <p:spPr>
          <a:xfrm>
            <a:off x="218417" y="2775254"/>
            <a:ext cx="783785"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Crankshaft</a:t>
            </a:r>
          </a:p>
        </p:txBody>
      </p:sp>
      <p:sp>
        <p:nvSpPr>
          <p:cNvPr id="14" name="왼쪽 중괄호 13">
            <a:extLst>
              <a:ext uri="{FF2B5EF4-FFF2-40B4-BE49-F238E27FC236}">
                <a16:creationId xmlns:a16="http://schemas.microsoft.com/office/drawing/2014/main" id="{24967785-4755-5887-4A1C-7D7C0D748857}"/>
              </a:ext>
            </a:extLst>
          </p:cNvPr>
          <p:cNvSpPr/>
          <p:nvPr/>
        </p:nvSpPr>
        <p:spPr>
          <a:xfrm>
            <a:off x="1042591" y="2516521"/>
            <a:ext cx="161554" cy="715903"/>
          </a:xfrm>
          <a:prstGeom prst="leftBrace">
            <a:avLst/>
          </a:prstGeom>
          <a:noFill/>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dirty="0"/>
          </a:p>
        </p:txBody>
      </p:sp>
      <p:cxnSp>
        <p:nvCxnSpPr>
          <p:cNvPr id="18" name="직선 화살표 연결선 17">
            <a:extLst>
              <a:ext uri="{FF2B5EF4-FFF2-40B4-BE49-F238E27FC236}">
                <a16:creationId xmlns:a16="http://schemas.microsoft.com/office/drawing/2014/main" id="{4B7DA3A7-F0B5-D6D3-DA8D-77CE9E24C2C9}"/>
              </a:ext>
            </a:extLst>
          </p:cNvPr>
          <p:cNvCxnSpPr>
            <a:cxnSpLocks/>
          </p:cNvCxnSpPr>
          <p:nvPr/>
        </p:nvCxnSpPr>
        <p:spPr>
          <a:xfrm>
            <a:off x="4272825" y="1901756"/>
            <a:ext cx="201101" cy="1158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3" name="직선 화살표 연결선 22">
            <a:extLst>
              <a:ext uri="{FF2B5EF4-FFF2-40B4-BE49-F238E27FC236}">
                <a16:creationId xmlns:a16="http://schemas.microsoft.com/office/drawing/2014/main" id="{EE95D87B-6A07-61D6-4C33-11F32BA32187}"/>
              </a:ext>
            </a:extLst>
          </p:cNvPr>
          <p:cNvCxnSpPr>
            <a:cxnSpLocks/>
          </p:cNvCxnSpPr>
          <p:nvPr/>
        </p:nvCxnSpPr>
        <p:spPr>
          <a:xfrm>
            <a:off x="2220825" y="2965470"/>
            <a:ext cx="103271" cy="863580"/>
          </a:xfrm>
          <a:prstGeom prst="straightConnector1">
            <a:avLst/>
          </a:prstGeom>
          <a:ln w="19050" cap="flat" cmpd="sng" algn="ctr">
            <a:solidFill>
              <a:srgbClr val="92D05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26" name="직선 화살표 연결선 25">
            <a:extLst>
              <a:ext uri="{FF2B5EF4-FFF2-40B4-BE49-F238E27FC236}">
                <a16:creationId xmlns:a16="http://schemas.microsoft.com/office/drawing/2014/main" id="{8A88D3D7-C477-7177-AC82-783DCEA2B4EA}"/>
              </a:ext>
            </a:extLst>
          </p:cNvPr>
          <p:cNvCxnSpPr>
            <a:cxnSpLocks/>
          </p:cNvCxnSpPr>
          <p:nvPr/>
        </p:nvCxnSpPr>
        <p:spPr>
          <a:xfrm flipH="1">
            <a:off x="2404873" y="3181370"/>
            <a:ext cx="381102" cy="647680"/>
          </a:xfrm>
          <a:prstGeom prst="straightConnector1">
            <a:avLst/>
          </a:prstGeom>
          <a:ln w="19050" cap="flat" cmpd="sng" algn="ctr">
            <a:solidFill>
              <a:srgbClr val="92D05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8" name="Text Placeholder 2">
            <a:extLst>
              <a:ext uri="{FF2B5EF4-FFF2-40B4-BE49-F238E27FC236}">
                <a16:creationId xmlns:a16="http://schemas.microsoft.com/office/drawing/2014/main" id="{943950C9-815F-21BB-E620-A5F3F7C7B5BA}"/>
              </a:ext>
            </a:extLst>
          </p:cNvPr>
          <p:cNvSpPr txBox="1">
            <a:spLocks/>
          </p:cNvSpPr>
          <p:nvPr/>
        </p:nvSpPr>
        <p:spPr>
          <a:xfrm>
            <a:off x="2021719" y="3911358"/>
            <a:ext cx="706354"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Crankpin journals</a:t>
            </a:r>
          </a:p>
        </p:txBody>
      </p:sp>
      <p:cxnSp>
        <p:nvCxnSpPr>
          <p:cNvPr id="29" name="직선 화살표 연결선 28">
            <a:extLst>
              <a:ext uri="{FF2B5EF4-FFF2-40B4-BE49-F238E27FC236}">
                <a16:creationId xmlns:a16="http://schemas.microsoft.com/office/drawing/2014/main" id="{ED71312B-3B78-63A5-A84F-0776EDDA7FC6}"/>
              </a:ext>
            </a:extLst>
          </p:cNvPr>
          <p:cNvCxnSpPr>
            <a:cxnSpLocks/>
          </p:cNvCxnSpPr>
          <p:nvPr/>
        </p:nvCxnSpPr>
        <p:spPr>
          <a:xfrm>
            <a:off x="3636967" y="2959120"/>
            <a:ext cx="358030" cy="95223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2" name="직선 화살표 연결선 31">
            <a:extLst>
              <a:ext uri="{FF2B5EF4-FFF2-40B4-BE49-F238E27FC236}">
                <a16:creationId xmlns:a16="http://schemas.microsoft.com/office/drawing/2014/main" id="{545435FE-2733-DBC6-F46B-ED915D1037F1}"/>
              </a:ext>
            </a:extLst>
          </p:cNvPr>
          <p:cNvCxnSpPr>
            <a:cxnSpLocks/>
          </p:cNvCxnSpPr>
          <p:nvPr/>
        </p:nvCxnSpPr>
        <p:spPr>
          <a:xfrm flipH="1">
            <a:off x="4100901" y="2946430"/>
            <a:ext cx="132966" cy="96492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4" name="Text Placeholder 2">
            <a:extLst>
              <a:ext uri="{FF2B5EF4-FFF2-40B4-BE49-F238E27FC236}">
                <a16:creationId xmlns:a16="http://schemas.microsoft.com/office/drawing/2014/main" id="{29E987F7-5DA3-10E2-9F42-CF123E9265DD}"/>
              </a:ext>
            </a:extLst>
          </p:cNvPr>
          <p:cNvSpPr txBox="1">
            <a:spLocks/>
          </p:cNvSpPr>
          <p:nvPr/>
        </p:nvSpPr>
        <p:spPr>
          <a:xfrm>
            <a:off x="3693369" y="3922953"/>
            <a:ext cx="706354"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Main journals</a:t>
            </a:r>
          </a:p>
        </p:txBody>
      </p:sp>
      <p:pic>
        <p:nvPicPr>
          <p:cNvPr id="1026" name="Picture 2" descr="Hyundai-Himsen 8H21/32 Crankshaft (new/unused)">
            <a:extLst>
              <a:ext uri="{FF2B5EF4-FFF2-40B4-BE49-F238E27FC236}">
                <a16:creationId xmlns:a16="http://schemas.microsoft.com/office/drawing/2014/main" id="{ED47B449-F6C7-8CAD-FC92-49C4F0386E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5762" y="3310885"/>
            <a:ext cx="4118238" cy="1832616"/>
          </a:xfrm>
          <a:prstGeom prst="rect">
            <a:avLst/>
          </a:prstGeom>
          <a:noFill/>
          <a:extLst>
            <a:ext uri="{909E8E84-426E-40DD-AFC4-6F175D3DCCD1}">
              <a14:hiddenFill xmlns:a14="http://schemas.microsoft.com/office/drawing/2010/main">
                <a:solidFill>
                  <a:srgbClr val="FFFFFF"/>
                </a:solidFill>
              </a14:hiddenFill>
            </a:ext>
          </a:extLst>
        </p:spPr>
      </p:pic>
      <p:sp>
        <p:nvSpPr>
          <p:cNvPr id="35" name="Text Placeholder 2">
            <a:extLst>
              <a:ext uri="{FF2B5EF4-FFF2-40B4-BE49-F238E27FC236}">
                <a16:creationId xmlns:a16="http://schemas.microsoft.com/office/drawing/2014/main" id="{B72AF830-4DD2-6DD7-2D61-F52BB2EED741}"/>
              </a:ext>
            </a:extLst>
          </p:cNvPr>
          <p:cNvSpPr txBox="1">
            <a:spLocks/>
          </p:cNvSpPr>
          <p:nvPr/>
        </p:nvSpPr>
        <p:spPr>
          <a:xfrm>
            <a:off x="7357649" y="2610023"/>
            <a:ext cx="996950"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Counterweight</a:t>
            </a:r>
          </a:p>
        </p:txBody>
      </p:sp>
      <p:cxnSp>
        <p:nvCxnSpPr>
          <p:cNvPr id="36" name="직선 화살표 연결선 35">
            <a:extLst>
              <a:ext uri="{FF2B5EF4-FFF2-40B4-BE49-F238E27FC236}">
                <a16:creationId xmlns:a16="http://schemas.microsoft.com/office/drawing/2014/main" id="{4A7391B8-DF51-5D54-CC6B-80232271F4C4}"/>
              </a:ext>
            </a:extLst>
          </p:cNvPr>
          <p:cNvCxnSpPr>
            <a:cxnSpLocks/>
          </p:cNvCxnSpPr>
          <p:nvPr/>
        </p:nvCxnSpPr>
        <p:spPr>
          <a:xfrm flipV="1">
            <a:off x="7661057" y="2826544"/>
            <a:ext cx="114464" cy="94843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38" name="직선 화살표 연결선 37">
            <a:extLst>
              <a:ext uri="{FF2B5EF4-FFF2-40B4-BE49-F238E27FC236}">
                <a16:creationId xmlns:a16="http://schemas.microsoft.com/office/drawing/2014/main" id="{EB92F368-DD46-7FFE-5FB2-FCFBC3907ADF}"/>
              </a:ext>
            </a:extLst>
          </p:cNvPr>
          <p:cNvCxnSpPr>
            <a:cxnSpLocks/>
          </p:cNvCxnSpPr>
          <p:nvPr/>
        </p:nvCxnSpPr>
        <p:spPr>
          <a:xfrm flipV="1">
            <a:off x="7849620" y="2826544"/>
            <a:ext cx="0" cy="94047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0" name="직선 화살표 연결선 39">
            <a:extLst>
              <a:ext uri="{FF2B5EF4-FFF2-40B4-BE49-F238E27FC236}">
                <a16:creationId xmlns:a16="http://schemas.microsoft.com/office/drawing/2014/main" id="{BB409FFB-CFA6-946B-F23C-C962FC77518D}"/>
              </a:ext>
            </a:extLst>
          </p:cNvPr>
          <p:cNvCxnSpPr>
            <a:cxnSpLocks/>
          </p:cNvCxnSpPr>
          <p:nvPr/>
        </p:nvCxnSpPr>
        <p:spPr>
          <a:xfrm>
            <a:off x="7210297" y="4298813"/>
            <a:ext cx="0" cy="4589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4" name="직선 화살표 연결선 43">
            <a:extLst>
              <a:ext uri="{FF2B5EF4-FFF2-40B4-BE49-F238E27FC236}">
                <a16:creationId xmlns:a16="http://schemas.microsoft.com/office/drawing/2014/main" id="{0CB3BCA8-C806-CB8D-C623-3353746D0B30}"/>
              </a:ext>
            </a:extLst>
          </p:cNvPr>
          <p:cNvCxnSpPr>
            <a:cxnSpLocks/>
          </p:cNvCxnSpPr>
          <p:nvPr/>
        </p:nvCxnSpPr>
        <p:spPr>
          <a:xfrm>
            <a:off x="6826916" y="4298813"/>
            <a:ext cx="0" cy="4589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45" name="Text Placeholder 2">
            <a:extLst>
              <a:ext uri="{FF2B5EF4-FFF2-40B4-BE49-F238E27FC236}">
                <a16:creationId xmlns:a16="http://schemas.microsoft.com/office/drawing/2014/main" id="{1FF71583-DEA0-57C8-4C86-CCCE575E0578}"/>
              </a:ext>
            </a:extLst>
          </p:cNvPr>
          <p:cNvSpPr txBox="1">
            <a:spLocks/>
          </p:cNvSpPr>
          <p:nvPr/>
        </p:nvSpPr>
        <p:spPr>
          <a:xfrm>
            <a:off x="6675759" y="4714650"/>
            <a:ext cx="706354"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Main journals</a:t>
            </a:r>
          </a:p>
        </p:txBody>
      </p:sp>
      <p:cxnSp>
        <p:nvCxnSpPr>
          <p:cNvPr id="46" name="직선 화살표 연결선 45">
            <a:extLst>
              <a:ext uri="{FF2B5EF4-FFF2-40B4-BE49-F238E27FC236}">
                <a16:creationId xmlns:a16="http://schemas.microsoft.com/office/drawing/2014/main" id="{F0DD7884-242B-980A-85A2-F7B260D7C05F}"/>
              </a:ext>
            </a:extLst>
          </p:cNvPr>
          <p:cNvCxnSpPr>
            <a:cxnSpLocks/>
          </p:cNvCxnSpPr>
          <p:nvPr/>
        </p:nvCxnSpPr>
        <p:spPr>
          <a:xfrm flipV="1">
            <a:off x="7009906" y="3138488"/>
            <a:ext cx="0" cy="75638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49" name="직선 화살표 연결선 48">
            <a:extLst>
              <a:ext uri="{FF2B5EF4-FFF2-40B4-BE49-F238E27FC236}">
                <a16:creationId xmlns:a16="http://schemas.microsoft.com/office/drawing/2014/main" id="{AC948F2F-5C1F-BB37-4082-9FC7A356A0F8}"/>
              </a:ext>
            </a:extLst>
          </p:cNvPr>
          <p:cNvCxnSpPr>
            <a:cxnSpLocks/>
          </p:cNvCxnSpPr>
          <p:nvPr/>
        </p:nvCxnSpPr>
        <p:spPr>
          <a:xfrm flipH="1" flipV="1">
            <a:off x="7129463" y="3138488"/>
            <a:ext cx="287638" cy="75161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51" name="Text Placeholder 2">
            <a:extLst>
              <a:ext uri="{FF2B5EF4-FFF2-40B4-BE49-F238E27FC236}">
                <a16:creationId xmlns:a16="http://schemas.microsoft.com/office/drawing/2014/main" id="{99BFD35D-0755-A387-652B-E6E79ED53173}"/>
              </a:ext>
            </a:extLst>
          </p:cNvPr>
          <p:cNvSpPr txBox="1">
            <a:spLocks/>
          </p:cNvSpPr>
          <p:nvPr/>
        </p:nvSpPr>
        <p:spPr>
          <a:xfrm>
            <a:off x="6709192" y="2805308"/>
            <a:ext cx="706354"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Crankpin journals</a:t>
            </a:r>
          </a:p>
        </p:txBody>
      </p:sp>
      <p:sp>
        <p:nvSpPr>
          <p:cNvPr id="52" name="Text Placeholder 2">
            <a:extLst>
              <a:ext uri="{FF2B5EF4-FFF2-40B4-BE49-F238E27FC236}">
                <a16:creationId xmlns:a16="http://schemas.microsoft.com/office/drawing/2014/main" id="{71D48CDC-9320-4ECC-7F00-A811F0330B73}"/>
              </a:ext>
            </a:extLst>
          </p:cNvPr>
          <p:cNvSpPr txBox="1">
            <a:spLocks/>
          </p:cNvSpPr>
          <p:nvPr/>
        </p:nvSpPr>
        <p:spPr>
          <a:xfrm>
            <a:off x="825968" y="4579835"/>
            <a:ext cx="4159406" cy="440446"/>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000"/>
              </a:spcAft>
              <a:buNone/>
            </a:pPr>
            <a:r>
              <a:rPr lang="en-US" sz="1300" dirty="0">
                <a:solidFill>
                  <a:srgbClr val="000000"/>
                </a:solidFill>
                <a:latin typeface="Calibri" panose="020F0502020204030204" pitchFamily="34" charset="0"/>
                <a:cs typeface="Calibri" panose="020F0502020204030204" pitchFamily="34" charset="0"/>
              </a:rPr>
              <a:t>Two main bearings surround the main journal, on which the engine frame and main bearing cap are installed.</a:t>
            </a:r>
          </a:p>
        </p:txBody>
      </p:sp>
      <p:sp>
        <p:nvSpPr>
          <p:cNvPr id="53" name="Text Placeholder 2">
            <a:extLst>
              <a:ext uri="{FF2B5EF4-FFF2-40B4-BE49-F238E27FC236}">
                <a16:creationId xmlns:a16="http://schemas.microsoft.com/office/drawing/2014/main" id="{577886A1-074B-F0C8-B12E-694EAB245C29}"/>
              </a:ext>
            </a:extLst>
          </p:cNvPr>
          <p:cNvSpPr txBox="1">
            <a:spLocks/>
          </p:cNvSpPr>
          <p:nvPr/>
        </p:nvSpPr>
        <p:spPr>
          <a:xfrm>
            <a:off x="6437608" y="1759783"/>
            <a:ext cx="2837031" cy="440446"/>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000"/>
              </a:spcAft>
              <a:buNone/>
            </a:pPr>
            <a:r>
              <a:rPr lang="en-US" sz="1300" dirty="0">
                <a:solidFill>
                  <a:srgbClr val="000000"/>
                </a:solidFill>
                <a:latin typeface="Calibri" panose="020F0502020204030204" pitchFamily="34" charset="0"/>
                <a:cs typeface="Calibri" panose="020F0502020204030204" pitchFamily="34" charset="0"/>
              </a:rPr>
              <a:t>Two connecting rod bearings surround the crankpin journal, on which the </a:t>
            </a:r>
            <a:r>
              <a:rPr lang="en-US" altLang="ko-KR" sz="1300" dirty="0">
                <a:solidFill>
                  <a:srgbClr val="000000"/>
                </a:solidFill>
                <a:latin typeface="Calibri" panose="020F0502020204030204" pitchFamily="34" charset="0"/>
                <a:cs typeface="Calibri" panose="020F0502020204030204" pitchFamily="34" charset="0"/>
              </a:rPr>
              <a:t>connecting rod is</a:t>
            </a:r>
            <a:r>
              <a:rPr lang="en-US" sz="1300" dirty="0">
                <a:solidFill>
                  <a:srgbClr val="000000"/>
                </a:solidFill>
                <a:latin typeface="Calibri" panose="020F0502020204030204" pitchFamily="34" charset="0"/>
                <a:cs typeface="Calibri" panose="020F0502020204030204" pitchFamily="34" charset="0"/>
              </a:rPr>
              <a:t> installed.</a:t>
            </a:r>
          </a:p>
        </p:txBody>
      </p:sp>
      <p:cxnSp>
        <p:nvCxnSpPr>
          <p:cNvPr id="54" name="직선 화살표 연결선 53">
            <a:extLst>
              <a:ext uri="{FF2B5EF4-FFF2-40B4-BE49-F238E27FC236}">
                <a16:creationId xmlns:a16="http://schemas.microsoft.com/office/drawing/2014/main" id="{285782A6-0845-CEC0-1B42-91071F417CAF}"/>
              </a:ext>
            </a:extLst>
          </p:cNvPr>
          <p:cNvCxnSpPr>
            <a:cxnSpLocks/>
          </p:cNvCxnSpPr>
          <p:nvPr/>
        </p:nvCxnSpPr>
        <p:spPr>
          <a:xfrm flipH="1" flipV="1">
            <a:off x="5329238" y="1885762"/>
            <a:ext cx="211133" cy="15239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57" name="그림 56">
            <a:extLst>
              <a:ext uri="{FF2B5EF4-FFF2-40B4-BE49-F238E27FC236}">
                <a16:creationId xmlns:a16="http://schemas.microsoft.com/office/drawing/2014/main" id="{929A1A9B-0E83-E870-14E7-067134D16DBA}"/>
              </a:ext>
            </a:extLst>
          </p:cNvPr>
          <p:cNvPicPr>
            <a:picLocks noChangeAspect="1"/>
          </p:cNvPicPr>
          <p:nvPr/>
        </p:nvPicPr>
        <p:blipFill>
          <a:blip r:embed="rId5"/>
          <a:stretch>
            <a:fillRect/>
          </a:stretch>
        </p:blipFill>
        <p:spPr>
          <a:xfrm>
            <a:off x="3800324" y="-2169"/>
            <a:ext cx="2724010" cy="1173543"/>
          </a:xfrm>
          <a:prstGeom prst="rect">
            <a:avLst/>
          </a:prstGeom>
        </p:spPr>
      </p:pic>
      <p:sp>
        <p:nvSpPr>
          <p:cNvPr id="59" name="Text Placeholder 2">
            <a:extLst>
              <a:ext uri="{FF2B5EF4-FFF2-40B4-BE49-F238E27FC236}">
                <a16:creationId xmlns:a16="http://schemas.microsoft.com/office/drawing/2014/main" id="{EDE820B4-7D59-17D0-EF8E-8FB8243A60B7}"/>
              </a:ext>
            </a:extLst>
          </p:cNvPr>
          <p:cNvSpPr txBox="1">
            <a:spLocks/>
          </p:cNvSpPr>
          <p:nvPr/>
        </p:nvSpPr>
        <p:spPr>
          <a:xfrm>
            <a:off x="4915508" y="1674187"/>
            <a:ext cx="827459"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Gear wheel</a:t>
            </a:r>
          </a:p>
        </p:txBody>
      </p:sp>
      <p:pic>
        <p:nvPicPr>
          <p:cNvPr id="61" name="그림 60">
            <a:extLst>
              <a:ext uri="{FF2B5EF4-FFF2-40B4-BE49-F238E27FC236}">
                <a16:creationId xmlns:a16="http://schemas.microsoft.com/office/drawing/2014/main" id="{E2860878-D8B6-674E-C9BE-229BABC2DADE}"/>
              </a:ext>
            </a:extLst>
          </p:cNvPr>
          <p:cNvPicPr>
            <a:picLocks noChangeAspect="1"/>
          </p:cNvPicPr>
          <p:nvPr/>
        </p:nvPicPr>
        <p:blipFill>
          <a:blip r:embed="rId6"/>
          <a:stretch>
            <a:fillRect/>
          </a:stretch>
        </p:blipFill>
        <p:spPr>
          <a:xfrm>
            <a:off x="6675758" y="0"/>
            <a:ext cx="2468241" cy="1176830"/>
          </a:xfrm>
          <a:prstGeom prst="rect">
            <a:avLst/>
          </a:prstGeom>
        </p:spPr>
      </p:pic>
      <p:sp>
        <p:nvSpPr>
          <p:cNvPr id="62" name="Text Placeholder 2">
            <a:extLst>
              <a:ext uri="{FF2B5EF4-FFF2-40B4-BE49-F238E27FC236}">
                <a16:creationId xmlns:a16="http://schemas.microsoft.com/office/drawing/2014/main" id="{55F53AA0-9FBB-0300-810B-D1C57912B9E7}"/>
              </a:ext>
            </a:extLst>
          </p:cNvPr>
          <p:cNvSpPr txBox="1">
            <a:spLocks/>
          </p:cNvSpPr>
          <p:nvPr/>
        </p:nvSpPr>
        <p:spPr>
          <a:xfrm>
            <a:off x="3051944" y="107313"/>
            <a:ext cx="1886105" cy="35156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Connecting rod bearing is also called as big-end bearing</a:t>
            </a:r>
          </a:p>
        </p:txBody>
      </p:sp>
      <p:cxnSp>
        <p:nvCxnSpPr>
          <p:cNvPr id="63" name="직선 화살표 연결선 62">
            <a:extLst>
              <a:ext uri="{FF2B5EF4-FFF2-40B4-BE49-F238E27FC236}">
                <a16:creationId xmlns:a16="http://schemas.microsoft.com/office/drawing/2014/main" id="{7852AC23-0EB0-6A24-62D7-0D74AC0DBBA6}"/>
              </a:ext>
            </a:extLst>
          </p:cNvPr>
          <p:cNvCxnSpPr>
            <a:cxnSpLocks/>
          </p:cNvCxnSpPr>
          <p:nvPr/>
        </p:nvCxnSpPr>
        <p:spPr>
          <a:xfrm flipV="1">
            <a:off x="4863120" y="369094"/>
            <a:ext cx="989993" cy="28712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27" name="직선 화살표 연결선 1026">
            <a:extLst>
              <a:ext uri="{FF2B5EF4-FFF2-40B4-BE49-F238E27FC236}">
                <a16:creationId xmlns:a16="http://schemas.microsoft.com/office/drawing/2014/main" id="{EEACD859-6C54-1C81-2308-0DC1D0EC6D59}"/>
              </a:ext>
            </a:extLst>
          </p:cNvPr>
          <p:cNvCxnSpPr>
            <a:cxnSpLocks/>
          </p:cNvCxnSpPr>
          <p:nvPr/>
        </p:nvCxnSpPr>
        <p:spPr>
          <a:xfrm>
            <a:off x="4863120" y="652110"/>
            <a:ext cx="989993" cy="11996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30" name="직선 화살표 연결선 1029">
            <a:extLst>
              <a:ext uri="{FF2B5EF4-FFF2-40B4-BE49-F238E27FC236}">
                <a16:creationId xmlns:a16="http://schemas.microsoft.com/office/drawing/2014/main" id="{2297CB31-2513-5BA9-C676-9D03133373CE}"/>
              </a:ext>
            </a:extLst>
          </p:cNvPr>
          <p:cNvCxnSpPr>
            <a:cxnSpLocks/>
          </p:cNvCxnSpPr>
          <p:nvPr/>
        </p:nvCxnSpPr>
        <p:spPr>
          <a:xfrm flipV="1">
            <a:off x="7129463" y="383304"/>
            <a:ext cx="1366837" cy="30535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031" name="직선 화살표 연결선 1030">
            <a:extLst>
              <a:ext uri="{FF2B5EF4-FFF2-40B4-BE49-F238E27FC236}">
                <a16:creationId xmlns:a16="http://schemas.microsoft.com/office/drawing/2014/main" id="{DE717A95-BC95-4D4F-09D7-19BC38904466}"/>
              </a:ext>
            </a:extLst>
          </p:cNvPr>
          <p:cNvCxnSpPr>
            <a:cxnSpLocks/>
          </p:cNvCxnSpPr>
          <p:nvPr/>
        </p:nvCxnSpPr>
        <p:spPr>
          <a:xfrm>
            <a:off x="7129463" y="684548"/>
            <a:ext cx="1366837" cy="148482"/>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 name="타원 2">
            <a:extLst>
              <a:ext uri="{FF2B5EF4-FFF2-40B4-BE49-F238E27FC236}">
                <a16:creationId xmlns:a16="http://schemas.microsoft.com/office/drawing/2014/main" id="{83FE7909-2F1D-9C89-7E01-E52B219950FF}"/>
              </a:ext>
            </a:extLst>
          </p:cNvPr>
          <p:cNvSpPr/>
          <p:nvPr/>
        </p:nvSpPr>
        <p:spPr>
          <a:xfrm>
            <a:off x="4233867" y="2762743"/>
            <a:ext cx="51401" cy="45719"/>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4" name="타원 3">
            <a:extLst>
              <a:ext uri="{FF2B5EF4-FFF2-40B4-BE49-F238E27FC236}">
                <a16:creationId xmlns:a16="http://schemas.microsoft.com/office/drawing/2014/main" id="{F8EDF234-F888-BA7A-435C-BFE755D087B6}"/>
              </a:ext>
            </a:extLst>
          </p:cNvPr>
          <p:cNvSpPr/>
          <p:nvPr/>
        </p:nvSpPr>
        <p:spPr>
          <a:xfrm>
            <a:off x="4776290" y="2768329"/>
            <a:ext cx="51401" cy="45719"/>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6" name="타원 5">
            <a:extLst>
              <a:ext uri="{FF2B5EF4-FFF2-40B4-BE49-F238E27FC236}">
                <a16:creationId xmlns:a16="http://schemas.microsoft.com/office/drawing/2014/main" id="{5E51DE75-CE52-029C-DBC8-35C4B367A644}"/>
              </a:ext>
            </a:extLst>
          </p:cNvPr>
          <p:cNvSpPr/>
          <p:nvPr/>
        </p:nvSpPr>
        <p:spPr>
          <a:xfrm>
            <a:off x="5358116" y="2762743"/>
            <a:ext cx="51401" cy="45719"/>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8" name="타원 7">
            <a:extLst>
              <a:ext uri="{FF2B5EF4-FFF2-40B4-BE49-F238E27FC236}">
                <a16:creationId xmlns:a16="http://schemas.microsoft.com/office/drawing/2014/main" id="{59CF309A-4DC2-4C84-84CF-84E3B23C60D7}"/>
              </a:ext>
            </a:extLst>
          </p:cNvPr>
          <p:cNvSpPr/>
          <p:nvPr/>
        </p:nvSpPr>
        <p:spPr>
          <a:xfrm>
            <a:off x="3641968" y="2803684"/>
            <a:ext cx="51401" cy="45719"/>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9" name="타원 8">
            <a:extLst>
              <a:ext uri="{FF2B5EF4-FFF2-40B4-BE49-F238E27FC236}">
                <a16:creationId xmlns:a16="http://schemas.microsoft.com/office/drawing/2014/main" id="{47302DD3-308D-6EAD-81DA-4D4C03AA3554}"/>
              </a:ext>
            </a:extLst>
          </p:cNvPr>
          <p:cNvSpPr/>
          <p:nvPr/>
        </p:nvSpPr>
        <p:spPr>
          <a:xfrm>
            <a:off x="3077675" y="2808869"/>
            <a:ext cx="51401" cy="45719"/>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0" name="타원 9">
            <a:extLst>
              <a:ext uri="{FF2B5EF4-FFF2-40B4-BE49-F238E27FC236}">
                <a16:creationId xmlns:a16="http://schemas.microsoft.com/office/drawing/2014/main" id="{5A61C96E-20E6-95B3-9CDC-E587FDF94AD6}"/>
              </a:ext>
            </a:extLst>
          </p:cNvPr>
          <p:cNvSpPr/>
          <p:nvPr/>
        </p:nvSpPr>
        <p:spPr>
          <a:xfrm>
            <a:off x="2497294" y="2821599"/>
            <a:ext cx="51401" cy="45719"/>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1" name="타원 10">
            <a:extLst>
              <a:ext uri="{FF2B5EF4-FFF2-40B4-BE49-F238E27FC236}">
                <a16:creationId xmlns:a16="http://schemas.microsoft.com/office/drawing/2014/main" id="{03318CB4-58A7-B9FB-D028-696AA795637F}"/>
              </a:ext>
            </a:extLst>
          </p:cNvPr>
          <p:cNvSpPr/>
          <p:nvPr/>
        </p:nvSpPr>
        <p:spPr>
          <a:xfrm>
            <a:off x="1866043" y="2844458"/>
            <a:ext cx="51401" cy="45719"/>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3" name="타원 12">
            <a:extLst>
              <a:ext uri="{FF2B5EF4-FFF2-40B4-BE49-F238E27FC236}">
                <a16:creationId xmlns:a16="http://schemas.microsoft.com/office/drawing/2014/main" id="{080615C4-92BB-3E6C-1B48-E810D1DC753D}"/>
              </a:ext>
            </a:extLst>
          </p:cNvPr>
          <p:cNvSpPr/>
          <p:nvPr/>
        </p:nvSpPr>
        <p:spPr>
          <a:xfrm>
            <a:off x="5729630" y="2750011"/>
            <a:ext cx="51401" cy="45719"/>
          </a:xfrm>
          <a:prstGeom prst="ellipse">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5" name="타원 14">
            <a:extLst>
              <a:ext uri="{FF2B5EF4-FFF2-40B4-BE49-F238E27FC236}">
                <a16:creationId xmlns:a16="http://schemas.microsoft.com/office/drawing/2014/main" id="{0630E8BE-36BE-3AD3-F1CF-17BE2E6566CC}"/>
              </a:ext>
            </a:extLst>
          </p:cNvPr>
          <p:cNvSpPr/>
          <p:nvPr/>
        </p:nvSpPr>
        <p:spPr>
          <a:xfrm>
            <a:off x="5074786" y="2661240"/>
            <a:ext cx="51401" cy="45719"/>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6" name="타원 15">
            <a:extLst>
              <a:ext uri="{FF2B5EF4-FFF2-40B4-BE49-F238E27FC236}">
                <a16:creationId xmlns:a16="http://schemas.microsoft.com/office/drawing/2014/main" id="{EDB4D010-ACBF-8851-6B59-748EFBBB5495}"/>
              </a:ext>
            </a:extLst>
          </p:cNvPr>
          <p:cNvSpPr/>
          <p:nvPr/>
        </p:nvSpPr>
        <p:spPr>
          <a:xfrm>
            <a:off x="4551842" y="2965470"/>
            <a:ext cx="51401" cy="45719"/>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7" name="타원 16">
            <a:extLst>
              <a:ext uri="{FF2B5EF4-FFF2-40B4-BE49-F238E27FC236}">
                <a16:creationId xmlns:a16="http://schemas.microsoft.com/office/drawing/2014/main" id="{B1B864E6-67A4-9C65-8C8D-F95CA5902BB2}"/>
              </a:ext>
            </a:extLst>
          </p:cNvPr>
          <p:cNvSpPr/>
          <p:nvPr/>
        </p:nvSpPr>
        <p:spPr>
          <a:xfrm>
            <a:off x="3930968" y="2564304"/>
            <a:ext cx="51401" cy="45719"/>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19" name="타원 18">
            <a:extLst>
              <a:ext uri="{FF2B5EF4-FFF2-40B4-BE49-F238E27FC236}">
                <a16:creationId xmlns:a16="http://schemas.microsoft.com/office/drawing/2014/main" id="{CCE5FF1B-5DFF-B67F-07EA-6903F44A4A1F}"/>
              </a:ext>
            </a:extLst>
          </p:cNvPr>
          <p:cNvSpPr/>
          <p:nvPr/>
        </p:nvSpPr>
        <p:spPr>
          <a:xfrm>
            <a:off x="3344936" y="2560254"/>
            <a:ext cx="51401" cy="45719"/>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20" name="타원 19">
            <a:extLst>
              <a:ext uri="{FF2B5EF4-FFF2-40B4-BE49-F238E27FC236}">
                <a16:creationId xmlns:a16="http://schemas.microsoft.com/office/drawing/2014/main" id="{D29A4A53-A560-9817-E6FD-0C81B6AFC3B0}"/>
              </a:ext>
            </a:extLst>
          </p:cNvPr>
          <p:cNvSpPr/>
          <p:nvPr/>
        </p:nvSpPr>
        <p:spPr>
          <a:xfrm>
            <a:off x="2791136" y="3048730"/>
            <a:ext cx="51401" cy="45719"/>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
        <p:nvSpPr>
          <p:cNvPr id="21" name="타원 20">
            <a:extLst>
              <a:ext uri="{FF2B5EF4-FFF2-40B4-BE49-F238E27FC236}">
                <a16:creationId xmlns:a16="http://schemas.microsoft.com/office/drawing/2014/main" id="{89CE3538-E7B4-BEAC-C291-912214EE2A15}"/>
              </a:ext>
            </a:extLst>
          </p:cNvPr>
          <p:cNvSpPr/>
          <p:nvPr/>
        </p:nvSpPr>
        <p:spPr>
          <a:xfrm>
            <a:off x="2223139" y="2772870"/>
            <a:ext cx="51401" cy="45719"/>
          </a:xfrm>
          <a:prstGeom prst="ellipse">
            <a:avLst/>
          </a:prstGeom>
          <a:solidFill>
            <a:srgbClr val="92D0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3136707220"/>
      </p:ext>
    </p:extLst>
  </p:cSld>
  <p:clrMapOvr>
    <a:masterClrMapping/>
  </p:clrMapOvr>
  <p:transition>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3E241-BD9F-1715-C176-124889E44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D8DC99-803B-FDE8-6819-F3FE8A13DC38}"/>
              </a:ext>
            </a:extLst>
          </p:cNvPr>
          <p:cNvSpPr>
            <a:spLocks noGrp="1"/>
          </p:cNvSpPr>
          <p:nvPr>
            <p:ph type="title"/>
          </p:nvPr>
        </p:nvSpPr>
        <p:spPr>
          <a:xfrm>
            <a:off x="304799" y="304655"/>
            <a:ext cx="8392313" cy="535531"/>
          </a:xfrm>
        </p:spPr>
        <p:txBody>
          <a:bodyPr/>
          <a:lstStyle/>
          <a:p>
            <a:r>
              <a:rPr lang="en-US" altLang="ko-KR" dirty="0"/>
              <a:t>Crankshaft</a:t>
            </a:r>
            <a:endParaRPr lang="en-US" dirty="0"/>
          </a:p>
        </p:txBody>
      </p:sp>
      <p:pic>
        <p:nvPicPr>
          <p:cNvPr id="3" name="온라인 미디어 2" title="Crankshaft replacement of Himsen 21.32 #marineengineer #marinediesel #machine">
            <a:hlinkClick r:id="" action="ppaction://media"/>
            <a:extLst>
              <a:ext uri="{FF2B5EF4-FFF2-40B4-BE49-F238E27FC236}">
                <a16:creationId xmlns:a16="http://schemas.microsoft.com/office/drawing/2014/main" id="{4CF7A6D3-8418-1E75-5323-BE270F30AB05}"/>
              </a:ext>
            </a:extLst>
          </p:cNvPr>
          <p:cNvPicPr>
            <a:picLocks noRot="1" noChangeAspect="1"/>
          </p:cNvPicPr>
          <p:nvPr>
            <a:videoFile r:link="rId1"/>
          </p:nvPr>
        </p:nvPicPr>
        <p:blipFill>
          <a:blip r:embed="rId4"/>
          <a:stretch>
            <a:fillRect/>
          </a:stretch>
        </p:blipFill>
        <p:spPr>
          <a:xfrm>
            <a:off x="3117850" y="0"/>
            <a:ext cx="2906713" cy="5143500"/>
          </a:xfrm>
          <a:prstGeom prst="rect">
            <a:avLst/>
          </a:prstGeom>
        </p:spPr>
      </p:pic>
    </p:spTree>
    <p:extLst>
      <p:ext uri="{BB962C8B-B14F-4D97-AF65-F5344CB8AC3E}">
        <p14:creationId xmlns:p14="http://schemas.microsoft.com/office/powerpoint/2010/main" val="15492374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1A386-185E-C926-62BD-0F5707A64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081EB6-A944-E820-2210-956D6AAEB3E4}"/>
              </a:ext>
            </a:extLst>
          </p:cNvPr>
          <p:cNvSpPr>
            <a:spLocks noGrp="1"/>
          </p:cNvSpPr>
          <p:nvPr>
            <p:ph type="title"/>
          </p:nvPr>
        </p:nvSpPr>
        <p:spPr>
          <a:xfrm>
            <a:off x="304799" y="304655"/>
            <a:ext cx="8392313" cy="535531"/>
          </a:xfrm>
        </p:spPr>
        <p:txBody>
          <a:bodyPr/>
          <a:lstStyle/>
          <a:p>
            <a:r>
              <a:rPr lang="en-US" altLang="ko-KR" dirty="0"/>
              <a:t>Crankshaft</a:t>
            </a:r>
            <a:endParaRPr lang="en-US" dirty="0"/>
          </a:p>
        </p:txBody>
      </p:sp>
      <p:pic>
        <p:nvPicPr>
          <p:cNvPr id="3" name="온라인 미디어 2" title="Hyundai Himsen generator Engine Crankshaft view #shipmaintenance #ship">
            <a:hlinkClick r:id="" action="ppaction://media"/>
            <a:extLst>
              <a:ext uri="{FF2B5EF4-FFF2-40B4-BE49-F238E27FC236}">
                <a16:creationId xmlns:a16="http://schemas.microsoft.com/office/drawing/2014/main" id="{0C33C52D-CADE-8ECE-A17E-9D7CE8222268}"/>
              </a:ext>
            </a:extLst>
          </p:cNvPr>
          <p:cNvPicPr>
            <a:picLocks noRot="1" noChangeAspect="1"/>
          </p:cNvPicPr>
          <p:nvPr>
            <a:videoFile r:link="rId1"/>
          </p:nvPr>
        </p:nvPicPr>
        <p:blipFill>
          <a:blip r:embed="rId4"/>
          <a:stretch>
            <a:fillRect/>
          </a:stretch>
        </p:blipFill>
        <p:spPr>
          <a:xfrm>
            <a:off x="3117850" y="0"/>
            <a:ext cx="2906713" cy="5143500"/>
          </a:xfrm>
          <a:prstGeom prst="rect">
            <a:avLst/>
          </a:prstGeom>
        </p:spPr>
      </p:pic>
    </p:spTree>
    <p:extLst>
      <p:ext uri="{BB962C8B-B14F-4D97-AF65-F5344CB8AC3E}">
        <p14:creationId xmlns:p14="http://schemas.microsoft.com/office/powerpoint/2010/main" val="261893676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048450-470C-BB0C-A2B0-BCCB4AFB8D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173F74-1F8F-F661-1AA9-1275B9A772C4}"/>
              </a:ext>
            </a:extLst>
          </p:cNvPr>
          <p:cNvSpPr>
            <a:spLocks noGrp="1"/>
          </p:cNvSpPr>
          <p:nvPr>
            <p:ph type="title"/>
          </p:nvPr>
        </p:nvSpPr>
        <p:spPr>
          <a:xfrm>
            <a:off x="304799" y="304655"/>
            <a:ext cx="8392313" cy="535531"/>
          </a:xfrm>
        </p:spPr>
        <p:txBody>
          <a:bodyPr/>
          <a:lstStyle/>
          <a:p>
            <a:r>
              <a:rPr lang="en-US" altLang="ko-KR" dirty="0"/>
              <a:t>Crankshaft</a:t>
            </a:r>
            <a:endParaRPr lang="en-US" dirty="0"/>
          </a:p>
        </p:txBody>
      </p:sp>
      <p:sp>
        <p:nvSpPr>
          <p:cNvPr id="3" name="Text Placeholder 2">
            <a:extLst>
              <a:ext uri="{FF2B5EF4-FFF2-40B4-BE49-F238E27FC236}">
                <a16:creationId xmlns:a16="http://schemas.microsoft.com/office/drawing/2014/main" id="{58716CB0-2699-5FB3-D410-738B87B01098}"/>
              </a:ext>
            </a:extLst>
          </p:cNvPr>
          <p:cNvSpPr txBox="1">
            <a:spLocks/>
          </p:cNvSpPr>
          <p:nvPr/>
        </p:nvSpPr>
        <p:spPr>
          <a:xfrm>
            <a:off x="366713" y="1042606"/>
            <a:ext cx="8274367" cy="376847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000"/>
              </a:spcAft>
              <a:buNone/>
            </a:pPr>
            <a:r>
              <a:rPr lang="en-US" sz="1600" b="1" dirty="0">
                <a:solidFill>
                  <a:srgbClr val="000000"/>
                </a:solidFill>
                <a:latin typeface="Calibri" panose="020F0502020204030204" pitchFamily="34" charset="0"/>
                <a:cs typeface="Calibri" panose="020F0502020204030204" pitchFamily="34" charset="0"/>
              </a:rPr>
              <a:t>Counterweight</a:t>
            </a:r>
          </a:p>
          <a:p>
            <a:pPr marL="0" indent="0">
              <a:spcAft>
                <a:spcPts val="1000"/>
              </a:spcAft>
              <a:buNone/>
            </a:pPr>
            <a:r>
              <a:rPr lang="en-US" altLang="ko-KR" sz="1200" b="1" dirty="0">
                <a:latin typeface="Calibri" panose="020F0502020204030204" pitchFamily="34" charset="0"/>
                <a:cs typeface="Calibri" panose="020F0502020204030204" pitchFamily="34" charset="0"/>
              </a:rPr>
              <a:t>1. Offsetting Vibration and Unbalanced Forces</a:t>
            </a:r>
          </a:p>
          <a:p>
            <a:pPr marL="0" indent="0">
              <a:spcAft>
                <a:spcPts val="1000"/>
              </a:spcAft>
              <a:buNone/>
            </a:pPr>
            <a:r>
              <a:rPr lang="en-US" altLang="ko-KR" sz="1200" dirty="0">
                <a:latin typeface="Calibri" panose="020F0502020204030204" pitchFamily="34" charset="0"/>
                <a:cs typeface="Calibri" panose="020F0502020204030204" pitchFamily="34" charset="0"/>
              </a:rPr>
              <a:t>When the crankshaft, piston, and connecting rod move, not only rotational force but also vertical and horizontal unbalanced forces are generated. Counterweights counterbalance the centrifugal force generated by these unbalanced masses, thereby reducing engine vibration.</a:t>
            </a:r>
          </a:p>
          <a:p>
            <a:pPr marL="0" indent="0">
              <a:spcAft>
                <a:spcPts val="1000"/>
              </a:spcAft>
              <a:buNone/>
            </a:pPr>
            <a:r>
              <a:rPr lang="en-US" altLang="ko-KR" sz="1200" b="1" dirty="0">
                <a:latin typeface="Calibri" panose="020F0502020204030204" pitchFamily="34" charset="0"/>
                <a:cs typeface="Calibri" panose="020F0502020204030204" pitchFamily="34" charset="0"/>
              </a:rPr>
              <a:t>2. Reducing Crankshaft Load</a:t>
            </a:r>
          </a:p>
          <a:p>
            <a:pPr marL="0" indent="0">
              <a:spcAft>
                <a:spcPts val="1000"/>
              </a:spcAft>
              <a:buNone/>
            </a:pPr>
            <a:r>
              <a:rPr lang="en-US" altLang="ko-KR" sz="1200" dirty="0">
                <a:latin typeface="Calibri" panose="020F0502020204030204" pitchFamily="34" charset="0"/>
                <a:cs typeface="Calibri" panose="020F0502020204030204" pitchFamily="34" charset="0"/>
              </a:rPr>
              <a:t>The large inertial force generated by the piston's reciprocating motion directly impacts the crankshaft, resulting in excessive bearing load. The counterweight compensates for this, extending the life of the main bearings and crankpin.</a:t>
            </a:r>
          </a:p>
          <a:p>
            <a:pPr marL="0" indent="0">
              <a:spcAft>
                <a:spcPts val="1000"/>
              </a:spcAft>
              <a:buNone/>
            </a:pPr>
            <a:r>
              <a:rPr lang="en-US" altLang="ko-KR" sz="1200" b="1" dirty="0">
                <a:latin typeface="Calibri" panose="020F0502020204030204" pitchFamily="34" charset="0"/>
                <a:cs typeface="Calibri" panose="020F0502020204030204" pitchFamily="34" charset="0"/>
              </a:rPr>
              <a:t>3. Maintaining Rotational Balance (Dynamic Balance)</a:t>
            </a:r>
          </a:p>
          <a:p>
            <a:pPr marL="0" indent="0">
              <a:spcAft>
                <a:spcPts val="1000"/>
              </a:spcAft>
              <a:buNone/>
            </a:pPr>
            <a:r>
              <a:rPr lang="en-US" altLang="ko-KR" sz="1200" dirty="0">
                <a:latin typeface="Calibri" panose="020F0502020204030204" pitchFamily="34" charset="0"/>
                <a:cs typeface="Calibri" panose="020F0502020204030204" pitchFamily="34" charset="0"/>
              </a:rPr>
              <a:t>Unbalanced masses at high speeds can cause severe vibration. Designing the counterweight with the appropriate location and weight maintains the engine's rotational balance.</a:t>
            </a:r>
          </a:p>
          <a:p>
            <a:pPr marL="0" indent="0">
              <a:spcAft>
                <a:spcPts val="1000"/>
              </a:spcAft>
              <a:buNone/>
            </a:pPr>
            <a:r>
              <a:rPr lang="en-US" altLang="ko-KR" sz="1200" b="1" dirty="0">
                <a:latin typeface="Calibri" panose="020F0502020204030204" pitchFamily="34" charset="0"/>
                <a:cs typeface="Calibri" panose="020F0502020204030204" pitchFamily="34" charset="0"/>
              </a:rPr>
              <a:t>4. Engine Stability and Noise Reduction</a:t>
            </a:r>
          </a:p>
          <a:p>
            <a:pPr marL="0" indent="0">
              <a:spcAft>
                <a:spcPts val="1000"/>
              </a:spcAft>
              <a:buNone/>
            </a:pPr>
            <a:r>
              <a:rPr lang="en-US" altLang="ko-KR" sz="1200" dirty="0">
                <a:latin typeface="Calibri" panose="020F0502020204030204" pitchFamily="34" charset="0"/>
                <a:cs typeface="Calibri" panose="020F0502020204030204" pitchFamily="34" charset="0"/>
              </a:rPr>
              <a:t>Balanced rotation reduces unnecessary vibration and noise.</a:t>
            </a:r>
            <a:endParaRPr lang="en-US" sz="1200" dirty="0">
              <a:solidFill>
                <a:srgbClr val="00000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38967755"/>
      </p:ext>
    </p:extLst>
  </p:cSld>
  <p:clrMapOvr>
    <a:masterClrMapping/>
  </p:clrMapOvr>
  <p:transition>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0DFDD4-84C0-CB1F-9349-BEDBF0135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6D2E63-DBEC-A0B6-9C1C-D158267E43CD}"/>
              </a:ext>
            </a:extLst>
          </p:cNvPr>
          <p:cNvSpPr>
            <a:spLocks noGrp="1"/>
          </p:cNvSpPr>
          <p:nvPr>
            <p:ph type="title"/>
          </p:nvPr>
        </p:nvSpPr>
        <p:spPr>
          <a:xfrm>
            <a:off x="304799" y="304655"/>
            <a:ext cx="8392313" cy="535531"/>
          </a:xfrm>
        </p:spPr>
        <p:txBody>
          <a:bodyPr/>
          <a:lstStyle/>
          <a:p>
            <a:r>
              <a:rPr lang="en-US" altLang="ko-KR" dirty="0"/>
              <a:t>Crankshaft</a:t>
            </a:r>
            <a:endParaRPr lang="en-US" dirty="0"/>
          </a:p>
        </p:txBody>
      </p:sp>
      <p:pic>
        <p:nvPicPr>
          <p:cNvPr id="8" name="그림 7">
            <a:extLst>
              <a:ext uri="{FF2B5EF4-FFF2-40B4-BE49-F238E27FC236}">
                <a16:creationId xmlns:a16="http://schemas.microsoft.com/office/drawing/2014/main" id="{1EE24B00-6C1D-D4E2-CA7D-9401159F3355}"/>
              </a:ext>
            </a:extLst>
          </p:cNvPr>
          <p:cNvPicPr>
            <a:picLocks noChangeAspect="1"/>
          </p:cNvPicPr>
          <p:nvPr/>
        </p:nvPicPr>
        <p:blipFill>
          <a:blip r:embed="rId3"/>
          <a:stretch>
            <a:fillRect/>
          </a:stretch>
        </p:blipFill>
        <p:spPr>
          <a:xfrm>
            <a:off x="4395155" y="304655"/>
            <a:ext cx="4018233" cy="3142860"/>
          </a:xfrm>
          <a:prstGeom prst="rect">
            <a:avLst/>
          </a:prstGeom>
        </p:spPr>
      </p:pic>
      <p:pic>
        <p:nvPicPr>
          <p:cNvPr id="10" name="그림 9">
            <a:extLst>
              <a:ext uri="{FF2B5EF4-FFF2-40B4-BE49-F238E27FC236}">
                <a16:creationId xmlns:a16="http://schemas.microsoft.com/office/drawing/2014/main" id="{75FBD3DF-B13C-D724-C37F-136EB7ED4FCC}"/>
              </a:ext>
            </a:extLst>
          </p:cNvPr>
          <p:cNvPicPr>
            <a:picLocks noChangeAspect="1"/>
          </p:cNvPicPr>
          <p:nvPr/>
        </p:nvPicPr>
        <p:blipFill>
          <a:blip r:embed="rId4"/>
          <a:stretch>
            <a:fillRect/>
          </a:stretch>
        </p:blipFill>
        <p:spPr>
          <a:xfrm>
            <a:off x="654985" y="2449205"/>
            <a:ext cx="3683259" cy="2694295"/>
          </a:xfrm>
          <a:prstGeom prst="rect">
            <a:avLst/>
          </a:prstGeom>
        </p:spPr>
      </p:pic>
      <p:sp>
        <p:nvSpPr>
          <p:cNvPr id="11" name="Text Placeholder 2">
            <a:extLst>
              <a:ext uri="{FF2B5EF4-FFF2-40B4-BE49-F238E27FC236}">
                <a16:creationId xmlns:a16="http://schemas.microsoft.com/office/drawing/2014/main" id="{3F159864-6A82-19FB-BCC6-45846B6B77E9}"/>
              </a:ext>
            </a:extLst>
          </p:cNvPr>
          <p:cNvSpPr txBox="1">
            <a:spLocks/>
          </p:cNvSpPr>
          <p:nvPr/>
        </p:nvSpPr>
        <p:spPr>
          <a:xfrm>
            <a:off x="263092" y="3545275"/>
            <a:ext cx="783785"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Crankshaft</a:t>
            </a:r>
          </a:p>
        </p:txBody>
      </p:sp>
      <p:cxnSp>
        <p:nvCxnSpPr>
          <p:cNvPr id="13" name="직선 화살표 연결선 12">
            <a:extLst>
              <a:ext uri="{FF2B5EF4-FFF2-40B4-BE49-F238E27FC236}">
                <a16:creationId xmlns:a16="http://schemas.microsoft.com/office/drawing/2014/main" id="{E41A7EC7-2854-7D6C-3235-90FE766FDFBC}"/>
              </a:ext>
            </a:extLst>
          </p:cNvPr>
          <p:cNvCxnSpPr>
            <a:cxnSpLocks/>
            <a:endCxn id="10" idx="1"/>
          </p:cNvCxnSpPr>
          <p:nvPr/>
        </p:nvCxnSpPr>
        <p:spPr>
          <a:xfrm flipH="1" flipV="1">
            <a:off x="654985" y="3796353"/>
            <a:ext cx="312842" cy="92512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6" name="화살표: 아래로 구부러짐 15">
            <a:extLst>
              <a:ext uri="{FF2B5EF4-FFF2-40B4-BE49-F238E27FC236}">
                <a16:creationId xmlns:a16="http://schemas.microsoft.com/office/drawing/2014/main" id="{FC6D19D4-DD7B-E6E2-F759-043BDA52AADA}"/>
              </a:ext>
            </a:extLst>
          </p:cNvPr>
          <p:cNvSpPr/>
          <p:nvPr/>
        </p:nvSpPr>
        <p:spPr>
          <a:xfrm rot="19704941">
            <a:off x="3459112" y="2486063"/>
            <a:ext cx="1185250" cy="364385"/>
          </a:xfrm>
          <a:prstGeom prst="curvedDownArrow">
            <a:avLst/>
          </a:prstGeom>
          <a:solidFill>
            <a:srgbClr val="FF0000"/>
          </a:solidFill>
          <a:ln>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ko-KR" altLang="en-US">
              <a:solidFill>
                <a:schemeClr val="tx1"/>
              </a:solidFill>
            </a:endParaRPr>
          </a:p>
        </p:txBody>
      </p:sp>
      <p:sp>
        <p:nvSpPr>
          <p:cNvPr id="17" name="Text Placeholder 2">
            <a:extLst>
              <a:ext uri="{FF2B5EF4-FFF2-40B4-BE49-F238E27FC236}">
                <a16:creationId xmlns:a16="http://schemas.microsoft.com/office/drawing/2014/main" id="{6AAACC6A-87AA-B3F2-866D-AD8EC0688E7F}"/>
              </a:ext>
            </a:extLst>
          </p:cNvPr>
          <p:cNvSpPr txBox="1">
            <a:spLocks/>
          </p:cNvSpPr>
          <p:nvPr/>
        </p:nvSpPr>
        <p:spPr>
          <a:xfrm>
            <a:off x="6404271" y="2921660"/>
            <a:ext cx="783785"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Gear rim</a:t>
            </a:r>
          </a:p>
        </p:txBody>
      </p:sp>
      <p:sp>
        <p:nvSpPr>
          <p:cNvPr id="18" name="Text Placeholder 2">
            <a:extLst>
              <a:ext uri="{FF2B5EF4-FFF2-40B4-BE49-F238E27FC236}">
                <a16:creationId xmlns:a16="http://schemas.microsoft.com/office/drawing/2014/main" id="{8F728437-2F03-312C-9035-D27C7CD7C744}"/>
              </a:ext>
            </a:extLst>
          </p:cNvPr>
          <p:cNvSpPr txBox="1">
            <a:spLocks/>
          </p:cNvSpPr>
          <p:nvPr/>
        </p:nvSpPr>
        <p:spPr>
          <a:xfrm>
            <a:off x="8021487" y="2110317"/>
            <a:ext cx="696250"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Flywheel</a:t>
            </a:r>
          </a:p>
        </p:txBody>
      </p:sp>
      <p:sp>
        <p:nvSpPr>
          <p:cNvPr id="19" name="Text Placeholder 2">
            <a:extLst>
              <a:ext uri="{FF2B5EF4-FFF2-40B4-BE49-F238E27FC236}">
                <a16:creationId xmlns:a16="http://schemas.microsoft.com/office/drawing/2014/main" id="{796D905D-6ACA-B837-5E58-141B6416B354}"/>
              </a:ext>
            </a:extLst>
          </p:cNvPr>
          <p:cNvSpPr txBox="1">
            <a:spLocks/>
          </p:cNvSpPr>
          <p:nvPr/>
        </p:nvSpPr>
        <p:spPr>
          <a:xfrm>
            <a:off x="5428991" y="3991086"/>
            <a:ext cx="2734344" cy="608415"/>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300" b="1" dirty="0">
                <a:solidFill>
                  <a:srgbClr val="000000"/>
                </a:solidFill>
                <a:latin typeface="Calibri" panose="020F0502020204030204" pitchFamily="34" charset="0"/>
                <a:cs typeface="Calibri" panose="020F0502020204030204" pitchFamily="34" charset="0"/>
              </a:rPr>
              <a:t>As the gear of the air starter is connected here and rotates, the crankshaft eventually rotates as well.</a:t>
            </a:r>
          </a:p>
        </p:txBody>
      </p:sp>
      <p:cxnSp>
        <p:nvCxnSpPr>
          <p:cNvPr id="20" name="직선 화살표 연결선 19">
            <a:extLst>
              <a:ext uri="{FF2B5EF4-FFF2-40B4-BE49-F238E27FC236}">
                <a16:creationId xmlns:a16="http://schemas.microsoft.com/office/drawing/2014/main" id="{EBD08A13-1054-01BC-A8F8-D00EB7B392CE}"/>
              </a:ext>
            </a:extLst>
          </p:cNvPr>
          <p:cNvCxnSpPr>
            <a:cxnSpLocks/>
          </p:cNvCxnSpPr>
          <p:nvPr/>
        </p:nvCxnSpPr>
        <p:spPr>
          <a:xfrm flipH="1" flipV="1">
            <a:off x="6795627" y="3181932"/>
            <a:ext cx="536" cy="74732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pic>
        <p:nvPicPr>
          <p:cNvPr id="22" name="그림 21">
            <a:extLst>
              <a:ext uri="{FF2B5EF4-FFF2-40B4-BE49-F238E27FC236}">
                <a16:creationId xmlns:a16="http://schemas.microsoft.com/office/drawing/2014/main" id="{AB857B99-E734-D678-E888-D58C6FCAD0B3}"/>
              </a:ext>
            </a:extLst>
          </p:cNvPr>
          <p:cNvPicPr>
            <a:picLocks noChangeAspect="1"/>
          </p:cNvPicPr>
          <p:nvPr/>
        </p:nvPicPr>
        <p:blipFill>
          <a:blip r:embed="rId5"/>
          <a:stretch>
            <a:fillRect/>
          </a:stretch>
        </p:blipFill>
        <p:spPr>
          <a:xfrm>
            <a:off x="2367067" y="-1"/>
            <a:ext cx="2649194" cy="1659091"/>
          </a:xfrm>
          <a:prstGeom prst="rect">
            <a:avLst/>
          </a:prstGeom>
        </p:spPr>
      </p:pic>
    </p:spTree>
    <p:extLst>
      <p:ext uri="{BB962C8B-B14F-4D97-AF65-F5344CB8AC3E}">
        <p14:creationId xmlns:p14="http://schemas.microsoft.com/office/powerpoint/2010/main" val="1008146760"/>
      </p:ext>
    </p:extLst>
  </p:cSld>
  <p:clrMapOvr>
    <a:masterClrMapping/>
  </p:clrMapOvr>
  <p:transition>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A16DF-B128-9A7D-3418-603B7A8F4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EEC0A8-1CD8-03F4-B2FA-DB3E5C9A3531}"/>
              </a:ext>
            </a:extLst>
          </p:cNvPr>
          <p:cNvSpPr>
            <a:spLocks noGrp="1"/>
          </p:cNvSpPr>
          <p:nvPr>
            <p:ph type="title"/>
          </p:nvPr>
        </p:nvSpPr>
        <p:spPr>
          <a:xfrm>
            <a:off x="304799" y="304655"/>
            <a:ext cx="8392313" cy="535531"/>
          </a:xfrm>
        </p:spPr>
        <p:txBody>
          <a:bodyPr/>
          <a:lstStyle/>
          <a:p>
            <a:r>
              <a:rPr lang="en-US" altLang="ko-KR" dirty="0"/>
              <a:t>Crankshaft</a:t>
            </a:r>
            <a:endParaRPr lang="en-US" dirty="0"/>
          </a:p>
        </p:txBody>
      </p:sp>
      <p:pic>
        <p:nvPicPr>
          <p:cNvPr id="4" name="그림 3">
            <a:extLst>
              <a:ext uri="{FF2B5EF4-FFF2-40B4-BE49-F238E27FC236}">
                <a16:creationId xmlns:a16="http://schemas.microsoft.com/office/drawing/2014/main" id="{7F794FF2-7CBB-4CB7-C855-E78013F61FA0}"/>
              </a:ext>
            </a:extLst>
          </p:cNvPr>
          <p:cNvPicPr>
            <a:picLocks noChangeAspect="1"/>
          </p:cNvPicPr>
          <p:nvPr/>
        </p:nvPicPr>
        <p:blipFill>
          <a:blip r:embed="rId3"/>
          <a:stretch>
            <a:fillRect/>
          </a:stretch>
        </p:blipFill>
        <p:spPr>
          <a:xfrm>
            <a:off x="1598817" y="888247"/>
            <a:ext cx="5317623" cy="4255253"/>
          </a:xfrm>
          <a:prstGeom prst="rect">
            <a:avLst/>
          </a:prstGeom>
        </p:spPr>
      </p:pic>
      <p:sp>
        <p:nvSpPr>
          <p:cNvPr id="5" name="Text Placeholder 2">
            <a:extLst>
              <a:ext uri="{FF2B5EF4-FFF2-40B4-BE49-F238E27FC236}">
                <a16:creationId xmlns:a16="http://schemas.microsoft.com/office/drawing/2014/main" id="{B3AB4746-E459-5F73-397A-E2104973BED7}"/>
              </a:ext>
            </a:extLst>
          </p:cNvPr>
          <p:cNvSpPr txBox="1">
            <a:spLocks/>
          </p:cNvSpPr>
          <p:nvPr/>
        </p:nvSpPr>
        <p:spPr>
          <a:xfrm>
            <a:off x="5482014" y="4522070"/>
            <a:ext cx="783785"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Gear rim</a:t>
            </a:r>
          </a:p>
        </p:txBody>
      </p:sp>
      <p:sp>
        <p:nvSpPr>
          <p:cNvPr id="6" name="Text Placeholder 2">
            <a:extLst>
              <a:ext uri="{FF2B5EF4-FFF2-40B4-BE49-F238E27FC236}">
                <a16:creationId xmlns:a16="http://schemas.microsoft.com/office/drawing/2014/main" id="{2BD35858-6909-CE62-C2C9-6DB22C8BB14D}"/>
              </a:ext>
            </a:extLst>
          </p:cNvPr>
          <p:cNvSpPr txBox="1">
            <a:spLocks/>
          </p:cNvSpPr>
          <p:nvPr/>
        </p:nvSpPr>
        <p:spPr>
          <a:xfrm>
            <a:off x="7113962" y="2209536"/>
            <a:ext cx="696250" cy="198439"/>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Flywheel</a:t>
            </a:r>
          </a:p>
        </p:txBody>
      </p:sp>
      <p:cxnSp>
        <p:nvCxnSpPr>
          <p:cNvPr id="7" name="직선 화살표 연결선 6">
            <a:extLst>
              <a:ext uri="{FF2B5EF4-FFF2-40B4-BE49-F238E27FC236}">
                <a16:creationId xmlns:a16="http://schemas.microsoft.com/office/drawing/2014/main" id="{33F2E70A-0BD9-A057-664C-A7A173A432B8}"/>
              </a:ext>
            </a:extLst>
          </p:cNvPr>
          <p:cNvCxnSpPr>
            <a:cxnSpLocks/>
          </p:cNvCxnSpPr>
          <p:nvPr/>
        </p:nvCxnSpPr>
        <p:spPr>
          <a:xfrm flipV="1">
            <a:off x="6153293" y="4173239"/>
            <a:ext cx="405637" cy="353203"/>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2" name="직선 화살표 연결선 11">
            <a:extLst>
              <a:ext uri="{FF2B5EF4-FFF2-40B4-BE49-F238E27FC236}">
                <a16:creationId xmlns:a16="http://schemas.microsoft.com/office/drawing/2014/main" id="{258E927F-669E-E9DC-CDEC-4ADF57563A84}"/>
              </a:ext>
            </a:extLst>
          </p:cNvPr>
          <p:cNvCxnSpPr>
            <a:cxnSpLocks/>
          </p:cNvCxnSpPr>
          <p:nvPr/>
        </p:nvCxnSpPr>
        <p:spPr>
          <a:xfrm flipH="1">
            <a:off x="6766332" y="2378815"/>
            <a:ext cx="397614" cy="33803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7437097"/>
      </p:ext>
    </p:extLst>
  </p:cSld>
  <p:clrMapOvr>
    <a:masterClrMapping/>
  </p:clrMapOvr>
  <p:transition>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7BE56-82B9-A63A-635B-059157A3F484}"/>
            </a:ext>
          </a:extLst>
        </p:cNvPr>
        <p:cNvGrpSpPr/>
        <p:nvPr/>
      </p:nvGrpSpPr>
      <p:grpSpPr>
        <a:xfrm>
          <a:off x="0" y="0"/>
          <a:ext cx="0" cy="0"/>
          <a:chOff x="0" y="0"/>
          <a:chExt cx="0" cy="0"/>
        </a:xfrm>
      </p:grpSpPr>
      <p:pic>
        <p:nvPicPr>
          <p:cNvPr id="6" name="그림 5">
            <a:extLst>
              <a:ext uri="{FF2B5EF4-FFF2-40B4-BE49-F238E27FC236}">
                <a16:creationId xmlns:a16="http://schemas.microsoft.com/office/drawing/2014/main" id="{108E67DC-F20B-3AD8-9259-2E6CC0A1CF13}"/>
              </a:ext>
            </a:extLst>
          </p:cNvPr>
          <p:cNvPicPr>
            <a:picLocks noChangeAspect="1"/>
          </p:cNvPicPr>
          <p:nvPr/>
        </p:nvPicPr>
        <p:blipFill>
          <a:blip r:embed="rId3"/>
          <a:stretch>
            <a:fillRect/>
          </a:stretch>
        </p:blipFill>
        <p:spPr>
          <a:xfrm>
            <a:off x="2849880" y="0"/>
            <a:ext cx="3444240" cy="5143500"/>
          </a:xfrm>
          <a:prstGeom prst="rect">
            <a:avLst/>
          </a:prstGeom>
        </p:spPr>
      </p:pic>
      <p:sp>
        <p:nvSpPr>
          <p:cNvPr id="7" name="Text Placeholder 2">
            <a:extLst>
              <a:ext uri="{FF2B5EF4-FFF2-40B4-BE49-F238E27FC236}">
                <a16:creationId xmlns:a16="http://schemas.microsoft.com/office/drawing/2014/main" id="{D31E53AD-7AF5-CFC6-5FE6-D3B99403A4F1}"/>
              </a:ext>
            </a:extLst>
          </p:cNvPr>
          <p:cNvSpPr txBox="1">
            <a:spLocks/>
          </p:cNvSpPr>
          <p:nvPr/>
        </p:nvSpPr>
        <p:spPr>
          <a:xfrm>
            <a:off x="6648450" y="1279130"/>
            <a:ext cx="65999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Piston</a:t>
            </a:r>
          </a:p>
        </p:txBody>
      </p:sp>
      <p:cxnSp>
        <p:nvCxnSpPr>
          <p:cNvPr id="9" name="직선 화살표 연결선 8">
            <a:extLst>
              <a:ext uri="{FF2B5EF4-FFF2-40B4-BE49-F238E27FC236}">
                <a16:creationId xmlns:a16="http://schemas.microsoft.com/office/drawing/2014/main" id="{F4EE0003-F6A8-87E6-2BE5-4F209CEE30D9}"/>
              </a:ext>
            </a:extLst>
          </p:cNvPr>
          <p:cNvCxnSpPr>
            <a:cxnSpLocks/>
          </p:cNvCxnSpPr>
          <p:nvPr/>
        </p:nvCxnSpPr>
        <p:spPr>
          <a:xfrm flipH="1">
            <a:off x="4805416" y="1417639"/>
            <a:ext cx="1843034" cy="277017"/>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9BE4DABB-5717-89EC-D027-DA112686A982}"/>
              </a:ext>
            </a:extLst>
          </p:cNvPr>
          <p:cNvCxnSpPr>
            <a:cxnSpLocks/>
          </p:cNvCxnSpPr>
          <p:nvPr/>
        </p:nvCxnSpPr>
        <p:spPr>
          <a:xfrm flipH="1">
            <a:off x="4709367" y="2220915"/>
            <a:ext cx="152553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6" name="Text Placeholder 2">
            <a:extLst>
              <a:ext uri="{FF2B5EF4-FFF2-40B4-BE49-F238E27FC236}">
                <a16:creationId xmlns:a16="http://schemas.microsoft.com/office/drawing/2014/main" id="{F511892F-2FA6-7EAC-AF74-4B0E0623853F}"/>
              </a:ext>
            </a:extLst>
          </p:cNvPr>
          <p:cNvSpPr txBox="1">
            <a:spLocks/>
          </p:cNvSpPr>
          <p:nvPr/>
        </p:nvSpPr>
        <p:spPr>
          <a:xfrm>
            <a:off x="6244380" y="2081621"/>
            <a:ext cx="1292714"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Connecting rod</a:t>
            </a:r>
          </a:p>
        </p:txBody>
      </p:sp>
      <p:cxnSp>
        <p:nvCxnSpPr>
          <p:cNvPr id="17" name="직선 화살표 연결선 16">
            <a:extLst>
              <a:ext uri="{FF2B5EF4-FFF2-40B4-BE49-F238E27FC236}">
                <a16:creationId xmlns:a16="http://schemas.microsoft.com/office/drawing/2014/main" id="{D8B1C9FE-EA3A-AD01-75A2-D28AF1DC8B27}"/>
              </a:ext>
            </a:extLst>
          </p:cNvPr>
          <p:cNvCxnSpPr>
            <a:cxnSpLocks/>
          </p:cNvCxnSpPr>
          <p:nvPr/>
        </p:nvCxnSpPr>
        <p:spPr>
          <a:xfrm flipH="1">
            <a:off x="4950673" y="2502302"/>
            <a:ext cx="165729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01238B6D-ED1D-0879-9AAE-5F3B8EF24FF3}"/>
              </a:ext>
            </a:extLst>
          </p:cNvPr>
          <p:cNvSpPr txBox="1">
            <a:spLocks/>
          </p:cNvSpPr>
          <p:nvPr/>
        </p:nvSpPr>
        <p:spPr>
          <a:xfrm>
            <a:off x="6607970" y="2360232"/>
            <a:ext cx="1116807"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Cylinder liner</a:t>
            </a:r>
          </a:p>
        </p:txBody>
      </p:sp>
      <p:cxnSp>
        <p:nvCxnSpPr>
          <p:cNvPr id="2" name="직선 화살표 연결선 1">
            <a:extLst>
              <a:ext uri="{FF2B5EF4-FFF2-40B4-BE49-F238E27FC236}">
                <a16:creationId xmlns:a16="http://schemas.microsoft.com/office/drawing/2014/main" id="{088CCF02-E6A5-4F3C-2ECB-329152BC2325}"/>
              </a:ext>
            </a:extLst>
          </p:cNvPr>
          <p:cNvCxnSpPr>
            <a:cxnSpLocks/>
          </p:cNvCxnSpPr>
          <p:nvPr/>
        </p:nvCxnSpPr>
        <p:spPr>
          <a:xfrm flipH="1">
            <a:off x="4498763" y="2881313"/>
            <a:ext cx="1514600" cy="14486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 name="Text Placeholder 2">
            <a:extLst>
              <a:ext uri="{FF2B5EF4-FFF2-40B4-BE49-F238E27FC236}">
                <a16:creationId xmlns:a16="http://schemas.microsoft.com/office/drawing/2014/main" id="{0829C932-ED7C-B473-3473-4DEBD2DB6B5A}"/>
              </a:ext>
            </a:extLst>
          </p:cNvPr>
          <p:cNvSpPr txBox="1">
            <a:spLocks/>
          </p:cNvSpPr>
          <p:nvPr/>
        </p:nvSpPr>
        <p:spPr>
          <a:xfrm>
            <a:off x="6035785" y="2739641"/>
            <a:ext cx="1355615"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Crankpin</a:t>
            </a:r>
            <a:r>
              <a:rPr lang="ko-KR" altLang="en-US" sz="1300" b="1" dirty="0">
                <a:solidFill>
                  <a:srgbClr val="000000"/>
                </a:solidFill>
                <a:latin typeface="Calibri" panose="020F0502020204030204" pitchFamily="34" charset="0"/>
                <a:cs typeface="Calibri" panose="020F0502020204030204" pitchFamily="34" charset="0"/>
              </a:rPr>
              <a:t> </a:t>
            </a:r>
            <a:r>
              <a:rPr lang="en-US" altLang="ko-KR" sz="1300" b="1" dirty="0">
                <a:solidFill>
                  <a:srgbClr val="000000"/>
                </a:solidFill>
                <a:latin typeface="Calibri" panose="020F0502020204030204" pitchFamily="34" charset="0"/>
                <a:cs typeface="Calibri" panose="020F0502020204030204" pitchFamily="34" charset="0"/>
              </a:rPr>
              <a:t>journal</a:t>
            </a:r>
            <a:endParaRPr lang="en-US" sz="1300" b="1" dirty="0">
              <a:solidFill>
                <a:srgbClr val="000000"/>
              </a:solidFill>
              <a:latin typeface="Calibri" panose="020F0502020204030204" pitchFamily="34" charset="0"/>
              <a:cs typeface="Calibri" panose="020F0502020204030204" pitchFamily="34" charset="0"/>
            </a:endParaRPr>
          </a:p>
        </p:txBody>
      </p:sp>
      <p:sp>
        <p:nvSpPr>
          <p:cNvPr id="8" name="왼쪽 중괄호 7">
            <a:extLst>
              <a:ext uri="{FF2B5EF4-FFF2-40B4-BE49-F238E27FC236}">
                <a16:creationId xmlns:a16="http://schemas.microsoft.com/office/drawing/2014/main" id="{DB57F1BA-70A5-2CCE-98E4-AFFE3C342231}"/>
              </a:ext>
            </a:extLst>
          </p:cNvPr>
          <p:cNvSpPr/>
          <p:nvPr/>
        </p:nvSpPr>
        <p:spPr>
          <a:xfrm>
            <a:off x="2828925" y="3930648"/>
            <a:ext cx="161554" cy="1143001"/>
          </a:xfrm>
          <a:prstGeom prst="leftBrace">
            <a:avLst/>
          </a:prstGeom>
          <a:noFill/>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dirty="0"/>
          </a:p>
        </p:txBody>
      </p:sp>
      <p:sp>
        <p:nvSpPr>
          <p:cNvPr id="10" name="Text Placeholder 2">
            <a:extLst>
              <a:ext uri="{FF2B5EF4-FFF2-40B4-BE49-F238E27FC236}">
                <a16:creationId xmlns:a16="http://schemas.microsoft.com/office/drawing/2014/main" id="{BACF7522-7111-E324-52ED-3ECF19556301}"/>
              </a:ext>
            </a:extLst>
          </p:cNvPr>
          <p:cNvSpPr txBox="1">
            <a:spLocks/>
          </p:cNvSpPr>
          <p:nvPr/>
        </p:nvSpPr>
        <p:spPr>
          <a:xfrm>
            <a:off x="1816100" y="4358883"/>
            <a:ext cx="99847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Base frame</a:t>
            </a:r>
          </a:p>
        </p:txBody>
      </p:sp>
      <p:sp>
        <p:nvSpPr>
          <p:cNvPr id="12" name="왼쪽 중괄호 11">
            <a:extLst>
              <a:ext uri="{FF2B5EF4-FFF2-40B4-BE49-F238E27FC236}">
                <a16:creationId xmlns:a16="http://schemas.microsoft.com/office/drawing/2014/main" id="{1187E597-6679-F608-983A-FF9C88A783E7}"/>
              </a:ext>
            </a:extLst>
          </p:cNvPr>
          <p:cNvSpPr/>
          <p:nvPr/>
        </p:nvSpPr>
        <p:spPr>
          <a:xfrm>
            <a:off x="2828925" y="1279130"/>
            <a:ext cx="161554" cy="2651516"/>
          </a:xfrm>
          <a:prstGeom prst="leftBrace">
            <a:avLst/>
          </a:prstGeom>
          <a:noFill/>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14" name="Text Placeholder 2">
            <a:extLst>
              <a:ext uri="{FF2B5EF4-FFF2-40B4-BE49-F238E27FC236}">
                <a16:creationId xmlns:a16="http://schemas.microsoft.com/office/drawing/2014/main" id="{370F8A56-80C2-52C3-606D-0508E5977373}"/>
              </a:ext>
            </a:extLst>
          </p:cNvPr>
          <p:cNvSpPr txBox="1">
            <a:spLocks/>
          </p:cNvSpPr>
          <p:nvPr/>
        </p:nvSpPr>
        <p:spPr>
          <a:xfrm>
            <a:off x="1606905" y="2430472"/>
            <a:ext cx="1207667"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Engine frame</a:t>
            </a:r>
          </a:p>
        </p:txBody>
      </p:sp>
      <p:cxnSp>
        <p:nvCxnSpPr>
          <p:cNvPr id="15" name="직선 화살표 연결선 14">
            <a:extLst>
              <a:ext uri="{FF2B5EF4-FFF2-40B4-BE49-F238E27FC236}">
                <a16:creationId xmlns:a16="http://schemas.microsoft.com/office/drawing/2014/main" id="{33F2AA0F-7523-EABF-F6E3-75F200B35070}"/>
              </a:ext>
            </a:extLst>
          </p:cNvPr>
          <p:cNvCxnSpPr>
            <a:cxnSpLocks/>
          </p:cNvCxnSpPr>
          <p:nvPr/>
        </p:nvCxnSpPr>
        <p:spPr>
          <a:xfrm flipV="1">
            <a:off x="4805416" y="3858422"/>
            <a:ext cx="0" cy="419494"/>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0" name="Text Placeholder 2">
            <a:extLst>
              <a:ext uri="{FF2B5EF4-FFF2-40B4-BE49-F238E27FC236}">
                <a16:creationId xmlns:a16="http://schemas.microsoft.com/office/drawing/2014/main" id="{243573CD-9078-E8BB-5741-1425079DA05E}"/>
              </a:ext>
            </a:extLst>
          </p:cNvPr>
          <p:cNvSpPr txBox="1">
            <a:spLocks/>
          </p:cNvSpPr>
          <p:nvPr/>
        </p:nvSpPr>
        <p:spPr>
          <a:xfrm>
            <a:off x="4085691" y="4273154"/>
            <a:ext cx="124735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Counterweight</a:t>
            </a:r>
          </a:p>
        </p:txBody>
      </p:sp>
      <p:sp>
        <p:nvSpPr>
          <p:cNvPr id="21" name="왼쪽 중괄호 20">
            <a:extLst>
              <a:ext uri="{FF2B5EF4-FFF2-40B4-BE49-F238E27FC236}">
                <a16:creationId xmlns:a16="http://schemas.microsoft.com/office/drawing/2014/main" id="{862F43A9-CF67-E7C7-D67D-443415DD8B13}"/>
              </a:ext>
            </a:extLst>
          </p:cNvPr>
          <p:cNvSpPr/>
          <p:nvPr/>
        </p:nvSpPr>
        <p:spPr>
          <a:xfrm>
            <a:off x="4041578" y="3402807"/>
            <a:ext cx="161554" cy="637978"/>
          </a:xfrm>
          <a:prstGeom prst="leftBrace">
            <a:avLst/>
          </a:prstGeom>
          <a:noFill/>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dirty="0"/>
          </a:p>
        </p:txBody>
      </p:sp>
      <p:sp>
        <p:nvSpPr>
          <p:cNvPr id="22" name="Text Placeholder 2">
            <a:extLst>
              <a:ext uri="{FF2B5EF4-FFF2-40B4-BE49-F238E27FC236}">
                <a16:creationId xmlns:a16="http://schemas.microsoft.com/office/drawing/2014/main" id="{6E518792-991D-1D32-AD36-6557F17A8E35}"/>
              </a:ext>
            </a:extLst>
          </p:cNvPr>
          <p:cNvSpPr txBox="1">
            <a:spLocks/>
          </p:cNvSpPr>
          <p:nvPr/>
        </p:nvSpPr>
        <p:spPr>
          <a:xfrm>
            <a:off x="772273" y="3137699"/>
            <a:ext cx="1460803" cy="277018"/>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 Main bearing cap</a:t>
            </a:r>
          </a:p>
        </p:txBody>
      </p:sp>
      <p:cxnSp>
        <p:nvCxnSpPr>
          <p:cNvPr id="23" name="직선 화살표 연결선 22">
            <a:extLst>
              <a:ext uri="{FF2B5EF4-FFF2-40B4-BE49-F238E27FC236}">
                <a16:creationId xmlns:a16="http://schemas.microsoft.com/office/drawing/2014/main" id="{B74B3B41-0D65-F842-C4B0-9AAD6A237144}"/>
              </a:ext>
            </a:extLst>
          </p:cNvPr>
          <p:cNvCxnSpPr>
            <a:cxnSpLocks/>
          </p:cNvCxnSpPr>
          <p:nvPr/>
        </p:nvCxnSpPr>
        <p:spPr>
          <a:xfrm flipH="1">
            <a:off x="4779520" y="3409954"/>
            <a:ext cx="1256265"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5" name="Text Placeholder 2">
            <a:extLst>
              <a:ext uri="{FF2B5EF4-FFF2-40B4-BE49-F238E27FC236}">
                <a16:creationId xmlns:a16="http://schemas.microsoft.com/office/drawing/2014/main" id="{4F31B408-8216-B0BB-AF3F-6D87CF16EC2C}"/>
              </a:ext>
            </a:extLst>
          </p:cNvPr>
          <p:cNvSpPr txBox="1">
            <a:spLocks/>
          </p:cNvSpPr>
          <p:nvPr/>
        </p:nvSpPr>
        <p:spPr>
          <a:xfrm>
            <a:off x="6035786" y="3268669"/>
            <a:ext cx="1098440"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Main</a:t>
            </a:r>
            <a:r>
              <a:rPr lang="ko-KR" altLang="en-US" sz="1300" b="1" dirty="0">
                <a:solidFill>
                  <a:srgbClr val="000000"/>
                </a:solidFill>
                <a:latin typeface="Calibri" panose="020F0502020204030204" pitchFamily="34" charset="0"/>
                <a:cs typeface="Calibri" panose="020F0502020204030204" pitchFamily="34" charset="0"/>
              </a:rPr>
              <a:t> </a:t>
            </a:r>
            <a:r>
              <a:rPr lang="en-US" altLang="ko-KR" sz="1300" b="1" dirty="0">
                <a:solidFill>
                  <a:srgbClr val="000000"/>
                </a:solidFill>
                <a:latin typeface="Calibri" panose="020F0502020204030204" pitchFamily="34" charset="0"/>
                <a:cs typeface="Calibri" panose="020F0502020204030204" pitchFamily="34" charset="0"/>
              </a:rPr>
              <a:t>journal</a:t>
            </a:r>
            <a:endParaRPr lang="en-US" sz="1300" b="1" dirty="0">
              <a:solidFill>
                <a:srgbClr val="000000"/>
              </a:solidFill>
              <a:latin typeface="Calibri" panose="020F0502020204030204" pitchFamily="34" charset="0"/>
              <a:cs typeface="Calibri" panose="020F0502020204030204" pitchFamily="34" charset="0"/>
            </a:endParaRPr>
          </a:p>
        </p:txBody>
      </p:sp>
      <p:cxnSp>
        <p:nvCxnSpPr>
          <p:cNvPr id="26" name="직선 화살표 연결선 25">
            <a:extLst>
              <a:ext uri="{FF2B5EF4-FFF2-40B4-BE49-F238E27FC236}">
                <a16:creationId xmlns:a16="http://schemas.microsoft.com/office/drawing/2014/main" id="{F3C64C8F-F01B-E367-2ABD-10B4D87D9F3D}"/>
              </a:ext>
            </a:extLst>
          </p:cNvPr>
          <p:cNvCxnSpPr>
            <a:cxnSpLocks/>
            <a:endCxn id="22" idx="3"/>
          </p:cNvCxnSpPr>
          <p:nvPr/>
        </p:nvCxnSpPr>
        <p:spPr>
          <a:xfrm flipH="1" flipV="1">
            <a:off x="2233076" y="3276208"/>
            <a:ext cx="1808502" cy="445588"/>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68891717"/>
      </p:ext>
    </p:extLst>
  </p:cSld>
  <p:clrMapOvr>
    <a:masterClrMapping/>
  </p:clrMapOvr>
  <p:transition>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F47FE-8310-4437-3075-8EFDCEDD271D}"/>
            </a:ext>
          </a:extLst>
        </p:cNvPr>
        <p:cNvGrpSpPr/>
        <p:nvPr/>
      </p:nvGrpSpPr>
      <p:grpSpPr>
        <a:xfrm>
          <a:off x="0" y="0"/>
          <a:ext cx="0" cy="0"/>
          <a:chOff x="0" y="0"/>
          <a:chExt cx="0" cy="0"/>
        </a:xfrm>
      </p:grpSpPr>
      <p:pic>
        <p:nvPicPr>
          <p:cNvPr id="5" name="그림 4">
            <a:extLst>
              <a:ext uri="{FF2B5EF4-FFF2-40B4-BE49-F238E27FC236}">
                <a16:creationId xmlns:a16="http://schemas.microsoft.com/office/drawing/2014/main" id="{B5589295-2AA8-78D3-5529-FCD870F09F46}"/>
              </a:ext>
            </a:extLst>
          </p:cNvPr>
          <p:cNvPicPr>
            <a:picLocks noChangeAspect="1"/>
          </p:cNvPicPr>
          <p:nvPr/>
        </p:nvPicPr>
        <p:blipFill>
          <a:blip r:embed="rId3"/>
          <a:stretch>
            <a:fillRect/>
          </a:stretch>
        </p:blipFill>
        <p:spPr>
          <a:xfrm>
            <a:off x="2536031" y="0"/>
            <a:ext cx="4071938" cy="5143500"/>
          </a:xfrm>
          <a:prstGeom prst="rect">
            <a:avLst/>
          </a:prstGeom>
        </p:spPr>
      </p:pic>
      <p:sp>
        <p:nvSpPr>
          <p:cNvPr id="7" name="Text Placeholder 2">
            <a:extLst>
              <a:ext uri="{FF2B5EF4-FFF2-40B4-BE49-F238E27FC236}">
                <a16:creationId xmlns:a16="http://schemas.microsoft.com/office/drawing/2014/main" id="{E64F0438-C2B3-0243-08DE-892A55107420}"/>
              </a:ext>
            </a:extLst>
          </p:cNvPr>
          <p:cNvSpPr txBox="1">
            <a:spLocks/>
          </p:cNvSpPr>
          <p:nvPr/>
        </p:nvSpPr>
        <p:spPr>
          <a:xfrm>
            <a:off x="6648450" y="1279130"/>
            <a:ext cx="65999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Piston</a:t>
            </a:r>
          </a:p>
        </p:txBody>
      </p:sp>
      <p:cxnSp>
        <p:nvCxnSpPr>
          <p:cNvPr id="9" name="직선 화살표 연결선 8">
            <a:extLst>
              <a:ext uri="{FF2B5EF4-FFF2-40B4-BE49-F238E27FC236}">
                <a16:creationId xmlns:a16="http://schemas.microsoft.com/office/drawing/2014/main" id="{B93F32A5-80EC-0A89-4A0F-D2999F709A74}"/>
              </a:ext>
            </a:extLst>
          </p:cNvPr>
          <p:cNvCxnSpPr>
            <a:cxnSpLocks/>
          </p:cNvCxnSpPr>
          <p:nvPr/>
        </p:nvCxnSpPr>
        <p:spPr>
          <a:xfrm flipH="1">
            <a:off x="4572000" y="1417639"/>
            <a:ext cx="2076450" cy="230186"/>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cxnSp>
        <p:nvCxnSpPr>
          <p:cNvPr id="13" name="직선 화살표 연결선 12">
            <a:extLst>
              <a:ext uri="{FF2B5EF4-FFF2-40B4-BE49-F238E27FC236}">
                <a16:creationId xmlns:a16="http://schemas.microsoft.com/office/drawing/2014/main" id="{DF2FBFEA-4143-43CB-161C-D932DA27113E}"/>
              </a:ext>
            </a:extLst>
          </p:cNvPr>
          <p:cNvCxnSpPr>
            <a:cxnSpLocks/>
          </p:cNvCxnSpPr>
          <p:nvPr/>
        </p:nvCxnSpPr>
        <p:spPr>
          <a:xfrm flipH="1">
            <a:off x="4747470" y="2220915"/>
            <a:ext cx="1525537"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6" name="Text Placeholder 2">
            <a:extLst>
              <a:ext uri="{FF2B5EF4-FFF2-40B4-BE49-F238E27FC236}">
                <a16:creationId xmlns:a16="http://schemas.microsoft.com/office/drawing/2014/main" id="{85115BAE-5841-9551-87E4-0A3A81B02829}"/>
              </a:ext>
            </a:extLst>
          </p:cNvPr>
          <p:cNvSpPr txBox="1">
            <a:spLocks/>
          </p:cNvSpPr>
          <p:nvPr/>
        </p:nvSpPr>
        <p:spPr>
          <a:xfrm>
            <a:off x="6585006" y="2363793"/>
            <a:ext cx="1292714"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Connecting rod</a:t>
            </a:r>
          </a:p>
        </p:txBody>
      </p:sp>
      <p:cxnSp>
        <p:nvCxnSpPr>
          <p:cNvPr id="17" name="직선 화살표 연결선 16">
            <a:extLst>
              <a:ext uri="{FF2B5EF4-FFF2-40B4-BE49-F238E27FC236}">
                <a16:creationId xmlns:a16="http://schemas.microsoft.com/office/drawing/2014/main" id="{6675AF04-82FF-CE46-AAA8-0B9D33698D6A}"/>
              </a:ext>
            </a:extLst>
          </p:cNvPr>
          <p:cNvCxnSpPr>
            <a:cxnSpLocks/>
          </p:cNvCxnSpPr>
          <p:nvPr/>
        </p:nvCxnSpPr>
        <p:spPr>
          <a:xfrm flipH="1">
            <a:off x="4652963" y="2502302"/>
            <a:ext cx="1955007" cy="23733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9" name="Text Placeholder 2">
            <a:extLst>
              <a:ext uri="{FF2B5EF4-FFF2-40B4-BE49-F238E27FC236}">
                <a16:creationId xmlns:a16="http://schemas.microsoft.com/office/drawing/2014/main" id="{368B4042-C106-8D99-333C-072422F66165}"/>
              </a:ext>
            </a:extLst>
          </p:cNvPr>
          <p:cNvSpPr txBox="1">
            <a:spLocks/>
          </p:cNvSpPr>
          <p:nvPr/>
        </p:nvSpPr>
        <p:spPr>
          <a:xfrm>
            <a:off x="6312694" y="2078036"/>
            <a:ext cx="1116807"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Cylinder liner</a:t>
            </a:r>
          </a:p>
        </p:txBody>
      </p:sp>
      <p:cxnSp>
        <p:nvCxnSpPr>
          <p:cNvPr id="2" name="직선 화살표 연결선 1">
            <a:extLst>
              <a:ext uri="{FF2B5EF4-FFF2-40B4-BE49-F238E27FC236}">
                <a16:creationId xmlns:a16="http://schemas.microsoft.com/office/drawing/2014/main" id="{DF2917D6-30BA-93B1-6ADF-C9019C35B707}"/>
              </a:ext>
            </a:extLst>
          </p:cNvPr>
          <p:cNvCxnSpPr>
            <a:cxnSpLocks/>
          </p:cNvCxnSpPr>
          <p:nvPr/>
        </p:nvCxnSpPr>
        <p:spPr>
          <a:xfrm flipH="1">
            <a:off x="4767782" y="3461353"/>
            <a:ext cx="1313931" cy="0"/>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3" name="Text Placeholder 2">
            <a:extLst>
              <a:ext uri="{FF2B5EF4-FFF2-40B4-BE49-F238E27FC236}">
                <a16:creationId xmlns:a16="http://schemas.microsoft.com/office/drawing/2014/main" id="{1E03F51F-A4D5-4BE4-4A6D-52E73FA42A3F}"/>
              </a:ext>
            </a:extLst>
          </p:cNvPr>
          <p:cNvSpPr txBox="1">
            <a:spLocks/>
          </p:cNvSpPr>
          <p:nvPr/>
        </p:nvSpPr>
        <p:spPr>
          <a:xfrm>
            <a:off x="6131374" y="3322844"/>
            <a:ext cx="1355615"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Crankpin</a:t>
            </a:r>
            <a:r>
              <a:rPr lang="ko-KR" altLang="en-US" sz="1300" b="1" dirty="0">
                <a:solidFill>
                  <a:srgbClr val="000000"/>
                </a:solidFill>
                <a:latin typeface="Calibri" panose="020F0502020204030204" pitchFamily="34" charset="0"/>
                <a:cs typeface="Calibri" panose="020F0502020204030204" pitchFamily="34" charset="0"/>
              </a:rPr>
              <a:t> </a:t>
            </a:r>
            <a:r>
              <a:rPr lang="en-US" altLang="ko-KR" sz="1300" b="1" dirty="0">
                <a:solidFill>
                  <a:srgbClr val="000000"/>
                </a:solidFill>
                <a:latin typeface="Calibri" panose="020F0502020204030204" pitchFamily="34" charset="0"/>
                <a:cs typeface="Calibri" panose="020F0502020204030204" pitchFamily="34" charset="0"/>
              </a:rPr>
              <a:t>journal</a:t>
            </a:r>
            <a:endParaRPr lang="en-US" sz="1300" b="1" dirty="0">
              <a:solidFill>
                <a:srgbClr val="000000"/>
              </a:solidFill>
              <a:latin typeface="Calibri" panose="020F0502020204030204" pitchFamily="34" charset="0"/>
              <a:cs typeface="Calibri" panose="020F0502020204030204" pitchFamily="34" charset="0"/>
            </a:endParaRPr>
          </a:p>
        </p:txBody>
      </p:sp>
      <p:sp>
        <p:nvSpPr>
          <p:cNvPr id="8" name="왼쪽 중괄호 7">
            <a:extLst>
              <a:ext uri="{FF2B5EF4-FFF2-40B4-BE49-F238E27FC236}">
                <a16:creationId xmlns:a16="http://schemas.microsoft.com/office/drawing/2014/main" id="{800E6D9E-E1F8-0CB4-1B7E-B3CA31CC5F9F}"/>
              </a:ext>
            </a:extLst>
          </p:cNvPr>
          <p:cNvSpPr/>
          <p:nvPr/>
        </p:nvSpPr>
        <p:spPr>
          <a:xfrm>
            <a:off x="2333912" y="4000499"/>
            <a:ext cx="161554" cy="1106491"/>
          </a:xfrm>
          <a:prstGeom prst="leftBrace">
            <a:avLst/>
          </a:prstGeom>
          <a:noFill/>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dirty="0"/>
          </a:p>
        </p:txBody>
      </p:sp>
      <p:sp>
        <p:nvSpPr>
          <p:cNvPr id="10" name="Text Placeholder 2">
            <a:extLst>
              <a:ext uri="{FF2B5EF4-FFF2-40B4-BE49-F238E27FC236}">
                <a16:creationId xmlns:a16="http://schemas.microsoft.com/office/drawing/2014/main" id="{26099349-7FED-923F-3A76-DB82B83EB0BB}"/>
              </a:ext>
            </a:extLst>
          </p:cNvPr>
          <p:cNvSpPr txBox="1">
            <a:spLocks/>
          </p:cNvSpPr>
          <p:nvPr/>
        </p:nvSpPr>
        <p:spPr>
          <a:xfrm>
            <a:off x="1321087" y="4425555"/>
            <a:ext cx="99847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Base frame</a:t>
            </a:r>
          </a:p>
        </p:txBody>
      </p:sp>
      <p:sp>
        <p:nvSpPr>
          <p:cNvPr id="12" name="왼쪽 중괄호 11">
            <a:extLst>
              <a:ext uri="{FF2B5EF4-FFF2-40B4-BE49-F238E27FC236}">
                <a16:creationId xmlns:a16="http://schemas.microsoft.com/office/drawing/2014/main" id="{74D0E012-D876-BB04-4821-CCD0A8B8E755}"/>
              </a:ext>
            </a:extLst>
          </p:cNvPr>
          <p:cNvSpPr/>
          <p:nvPr/>
        </p:nvSpPr>
        <p:spPr>
          <a:xfrm>
            <a:off x="2333912" y="1690687"/>
            <a:ext cx="161554" cy="2309811"/>
          </a:xfrm>
          <a:prstGeom prst="leftBrace">
            <a:avLst/>
          </a:prstGeom>
          <a:noFill/>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a:p>
        </p:txBody>
      </p:sp>
      <p:sp>
        <p:nvSpPr>
          <p:cNvPr id="14" name="Text Placeholder 2">
            <a:extLst>
              <a:ext uri="{FF2B5EF4-FFF2-40B4-BE49-F238E27FC236}">
                <a16:creationId xmlns:a16="http://schemas.microsoft.com/office/drawing/2014/main" id="{A55A72BB-E9C1-8649-1E56-557365B2FBC2}"/>
              </a:ext>
            </a:extLst>
          </p:cNvPr>
          <p:cNvSpPr txBox="1">
            <a:spLocks/>
          </p:cNvSpPr>
          <p:nvPr/>
        </p:nvSpPr>
        <p:spPr>
          <a:xfrm>
            <a:off x="1111892" y="2711463"/>
            <a:ext cx="1207667"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Engine frame</a:t>
            </a:r>
          </a:p>
        </p:txBody>
      </p:sp>
      <p:cxnSp>
        <p:nvCxnSpPr>
          <p:cNvPr id="15" name="직선 화살표 연결선 14">
            <a:extLst>
              <a:ext uri="{FF2B5EF4-FFF2-40B4-BE49-F238E27FC236}">
                <a16:creationId xmlns:a16="http://schemas.microsoft.com/office/drawing/2014/main" id="{38034E77-D918-C52A-33D5-1E0537E3A8E4}"/>
              </a:ext>
            </a:extLst>
          </p:cNvPr>
          <p:cNvCxnSpPr>
            <a:cxnSpLocks/>
          </p:cNvCxnSpPr>
          <p:nvPr/>
        </p:nvCxnSpPr>
        <p:spPr>
          <a:xfrm>
            <a:off x="3710410" y="2425006"/>
            <a:ext cx="612123" cy="53885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0" name="Text Placeholder 2">
            <a:extLst>
              <a:ext uri="{FF2B5EF4-FFF2-40B4-BE49-F238E27FC236}">
                <a16:creationId xmlns:a16="http://schemas.microsoft.com/office/drawing/2014/main" id="{ECEBCC1F-008A-1518-B8BB-7754F97E6BED}"/>
              </a:ext>
            </a:extLst>
          </p:cNvPr>
          <p:cNvSpPr txBox="1">
            <a:spLocks/>
          </p:cNvSpPr>
          <p:nvPr/>
        </p:nvSpPr>
        <p:spPr>
          <a:xfrm>
            <a:off x="2576513" y="2149180"/>
            <a:ext cx="1247352"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Counterweight</a:t>
            </a:r>
          </a:p>
        </p:txBody>
      </p:sp>
      <p:sp>
        <p:nvSpPr>
          <p:cNvPr id="21" name="왼쪽 중괄호 20">
            <a:extLst>
              <a:ext uri="{FF2B5EF4-FFF2-40B4-BE49-F238E27FC236}">
                <a16:creationId xmlns:a16="http://schemas.microsoft.com/office/drawing/2014/main" id="{C28DFD47-A7C3-CEFC-9B4C-8F971C705A22}"/>
              </a:ext>
            </a:extLst>
          </p:cNvPr>
          <p:cNvSpPr/>
          <p:nvPr/>
        </p:nvSpPr>
        <p:spPr>
          <a:xfrm>
            <a:off x="4004914" y="3220444"/>
            <a:ext cx="161554" cy="637978"/>
          </a:xfrm>
          <a:prstGeom prst="leftBrace">
            <a:avLst/>
          </a:prstGeom>
          <a:noFill/>
          <a:ln w="19050" cap="flat" cmpd="sng" algn="ctr">
            <a:solidFill>
              <a:srgbClr val="FF0000"/>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txBody>
          <a:bodyPr rtlCol="0" anchor="ctr"/>
          <a:lstStyle/>
          <a:p>
            <a:pPr algn="ctr"/>
            <a:endParaRPr lang="ko-KR" altLang="en-US" dirty="0"/>
          </a:p>
        </p:txBody>
      </p:sp>
      <p:sp>
        <p:nvSpPr>
          <p:cNvPr id="22" name="Text Placeholder 2">
            <a:extLst>
              <a:ext uri="{FF2B5EF4-FFF2-40B4-BE49-F238E27FC236}">
                <a16:creationId xmlns:a16="http://schemas.microsoft.com/office/drawing/2014/main" id="{E27AD779-5A31-278F-F016-946363E142EB}"/>
              </a:ext>
            </a:extLst>
          </p:cNvPr>
          <p:cNvSpPr txBox="1">
            <a:spLocks/>
          </p:cNvSpPr>
          <p:nvPr/>
        </p:nvSpPr>
        <p:spPr>
          <a:xfrm>
            <a:off x="2567765" y="3147228"/>
            <a:ext cx="718575" cy="637978"/>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 Main bearing cap</a:t>
            </a:r>
          </a:p>
        </p:txBody>
      </p:sp>
      <p:cxnSp>
        <p:nvCxnSpPr>
          <p:cNvPr id="23" name="직선 화살표 연결선 22">
            <a:extLst>
              <a:ext uri="{FF2B5EF4-FFF2-40B4-BE49-F238E27FC236}">
                <a16:creationId xmlns:a16="http://schemas.microsoft.com/office/drawing/2014/main" id="{1133F258-4B26-6849-3D44-240341F79DC1}"/>
              </a:ext>
            </a:extLst>
          </p:cNvPr>
          <p:cNvCxnSpPr>
            <a:cxnSpLocks/>
          </p:cNvCxnSpPr>
          <p:nvPr/>
        </p:nvCxnSpPr>
        <p:spPr>
          <a:xfrm flipH="1">
            <a:off x="4388249" y="3137699"/>
            <a:ext cx="1693464" cy="9529"/>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25" name="Text Placeholder 2">
            <a:extLst>
              <a:ext uri="{FF2B5EF4-FFF2-40B4-BE49-F238E27FC236}">
                <a16:creationId xmlns:a16="http://schemas.microsoft.com/office/drawing/2014/main" id="{C5DA57E8-B580-3C9D-5694-E8D56F6E0829}"/>
              </a:ext>
            </a:extLst>
          </p:cNvPr>
          <p:cNvSpPr txBox="1">
            <a:spLocks/>
          </p:cNvSpPr>
          <p:nvPr/>
        </p:nvSpPr>
        <p:spPr>
          <a:xfrm>
            <a:off x="6104135" y="3001178"/>
            <a:ext cx="1098440" cy="277017"/>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300" b="1" dirty="0">
                <a:solidFill>
                  <a:srgbClr val="000000"/>
                </a:solidFill>
                <a:latin typeface="Calibri" panose="020F0502020204030204" pitchFamily="34" charset="0"/>
                <a:cs typeface="Calibri" panose="020F0502020204030204" pitchFamily="34" charset="0"/>
              </a:rPr>
              <a:t>Main</a:t>
            </a:r>
            <a:r>
              <a:rPr lang="ko-KR" altLang="en-US" sz="1300" b="1" dirty="0">
                <a:solidFill>
                  <a:srgbClr val="000000"/>
                </a:solidFill>
                <a:latin typeface="Calibri" panose="020F0502020204030204" pitchFamily="34" charset="0"/>
                <a:cs typeface="Calibri" panose="020F0502020204030204" pitchFamily="34" charset="0"/>
              </a:rPr>
              <a:t> </a:t>
            </a:r>
            <a:r>
              <a:rPr lang="en-US" altLang="ko-KR" sz="1300" b="1" dirty="0">
                <a:solidFill>
                  <a:srgbClr val="000000"/>
                </a:solidFill>
                <a:latin typeface="Calibri" panose="020F0502020204030204" pitchFamily="34" charset="0"/>
                <a:cs typeface="Calibri" panose="020F0502020204030204" pitchFamily="34" charset="0"/>
              </a:rPr>
              <a:t>journal</a:t>
            </a:r>
            <a:endParaRPr lang="en-US" sz="1300" b="1" dirty="0">
              <a:solidFill>
                <a:srgbClr val="000000"/>
              </a:solidFill>
              <a:latin typeface="Calibri" panose="020F0502020204030204" pitchFamily="34" charset="0"/>
              <a:cs typeface="Calibri" panose="020F0502020204030204" pitchFamily="34" charset="0"/>
            </a:endParaRPr>
          </a:p>
        </p:txBody>
      </p:sp>
      <p:cxnSp>
        <p:nvCxnSpPr>
          <p:cNvPr id="26" name="직선 화살표 연결선 25">
            <a:extLst>
              <a:ext uri="{FF2B5EF4-FFF2-40B4-BE49-F238E27FC236}">
                <a16:creationId xmlns:a16="http://schemas.microsoft.com/office/drawing/2014/main" id="{4DCCAA3E-E3E2-4592-F794-A61CFBF20AE5}"/>
              </a:ext>
            </a:extLst>
          </p:cNvPr>
          <p:cNvCxnSpPr>
            <a:cxnSpLocks/>
            <a:stCxn id="21" idx="1"/>
          </p:cNvCxnSpPr>
          <p:nvPr/>
        </p:nvCxnSpPr>
        <p:spPr>
          <a:xfrm flipH="1" flipV="1">
            <a:off x="3286340" y="3461352"/>
            <a:ext cx="718574" cy="78081"/>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21556767"/>
      </p:ext>
    </p:extLst>
  </p:cSld>
  <p:clrMapOvr>
    <a:masterClrMapping/>
  </p:clrMapOvr>
  <p:transition>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ABE95-395B-2199-182C-434B93C85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3E25BA-0B7A-4D2E-403F-F928B91030D6}"/>
              </a:ext>
            </a:extLst>
          </p:cNvPr>
          <p:cNvSpPr>
            <a:spLocks noGrp="1"/>
          </p:cNvSpPr>
          <p:nvPr>
            <p:ph type="title"/>
          </p:nvPr>
        </p:nvSpPr>
        <p:spPr>
          <a:xfrm>
            <a:off x="304799" y="304655"/>
            <a:ext cx="8392313" cy="535531"/>
          </a:xfrm>
        </p:spPr>
        <p:txBody>
          <a:bodyPr/>
          <a:lstStyle/>
          <a:p>
            <a:r>
              <a:rPr lang="en-US" altLang="ko-KR" dirty="0"/>
              <a:t>Crankshaft</a:t>
            </a:r>
            <a:endParaRPr lang="en-US" dirty="0"/>
          </a:p>
        </p:txBody>
      </p:sp>
      <p:pic>
        <p:nvPicPr>
          <p:cNvPr id="1026" name="Picture 2" descr="HiMSEN Engine Crankshaft Replacement - Goltens">
            <a:extLst>
              <a:ext uri="{FF2B5EF4-FFF2-40B4-BE49-F238E27FC236}">
                <a16:creationId xmlns:a16="http://schemas.microsoft.com/office/drawing/2014/main" id="{7B08369A-7606-DF9F-DF05-51943EBFF0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7412" y="942975"/>
            <a:ext cx="4829176" cy="36218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2979326"/>
      </p:ext>
    </p:extLst>
  </p:cSld>
  <p:clrMapOvr>
    <a:masterClrMapping/>
  </p:clrMapOvr>
  <p:transition>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9AF51-4A1E-F4B6-1DA2-944EDAF10E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248BCA-3F0B-0205-ABF7-C1086BAD3FC5}"/>
              </a:ext>
            </a:extLst>
          </p:cNvPr>
          <p:cNvSpPr>
            <a:spLocks noGrp="1"/>
          </p:cNvSpPr>
          <p:nvPr>
            <p:ph type="title"/>
          </p:nvPr>
        </p:nvSpPr>
        <p:spPr>
          <a:xfrm>
            <a:off x="304799" y="304655"/>
            <a:ext cx="8392313" cy="535531"/>
          </a:xfrm>
        </p:spPr>
        <p:txBody>
          <a:bodyPr/>
          <a:lstStyle/>
          <a:p>
            <a:r>
              <a:rPr lang="en-US" altLang="ko-KR" dirty="0"/>
              <a:t>Crankshaft</a:t>
            </a:r>
            <a:endParaRPr lang="en-US" dirty="0"/>
          </a:p>
        </p:txBody>
      </p:sp>
      <p:pic>
        <p:nvPicPr>
          <p:cNvPr id="3074" name="Picture 2" descr="HiMSEN Engine Crankshaft Replacement - Goltens">
            <a:extLst>
              <a:ext uri="{FF2B5EF4-FFF2-40B4-BE49-F238E27FC236}">
                <a16:creationId xmlns:a16="http://schemas.microsoft.com/office/drawing/2014/main" id="{E0CDBD98-B8AA-9CFD-32BC-79BB294001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3131" y="948583"/>
            <a:ext cx="4879181" cy="36593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6396624"/>
      </p:ext>
    </p:extLst>
  </p:cSld>
  <p:clrMapOvr>
    <a:masterClrMapping/>
  </p:clrMapOvr>
  <p:transition>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29FEB-401F-8E6E-0AB8-5B70182493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D9B3D5-B5B6-4973-563A-F296091711B5}"/>
              </a:ext>
            </a:extLst>
          </p:cNvPr>
          <p:cNvSpPr>
            <a:spLocks noGrp="1"/>
          </p:cNvSpPr>
          <p:nvPr>
            <p:ph type="title"/>
          </p:nvPr>
        </p:nvSpPr>
        <p:spPr>
          <a:xfrm>
            <a:off x="304799" y="304655"/>
            <a:ext cx="8392313" cy="535531"/>
          </a:xfrm>
        </p:spPr>
        <p:txBody>
          <a:bodyPr/>
          <a:lstStyle/>
          <a:p>
            <a:r>
              <a:rPr lang="en-US" altLang="ko-KR" dirty="0"/>
              <a:t>Crankshaft</a:t>
            </a:r>
            <a:endParaRPr lang="en-US" dirty="0"/>
          </a:p>
        </p:txBody>
      </p:sp>
      <p:pic>
        <p:nvPicPr>
          <p:cNvPr id="1028" name="Picture 4" descr="Aux Engine Crankshaft Replacement During Sailing - Oktotr">
            <a:extLst>
              <a:ext uri="{FF2B5EF4-FFF2-40B4-BE49-F238E27FC236}">
                <a16:creationId xmlns:a16="http://schemas.microsoft.com/office/drawing/2014/main" id="{8282C967-F4D7-35D3-628D-8EBD769596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9156" y="953654"/>
            <a:ext cx="4865688" cy="36484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6399394"/>
      </p:ext>
    </p:extLst>
  </p:cSld>
  <p:clrMapOvr>
    <a:masterClrMapping/>
  </p:clrMapOvr>
  <p:transition>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3A847E-0AF5-A95F-90F5-7F3BCC5CBE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2A4FF3-E6ED-D11D-AECC-5F528EEACBB7}"/>
              </a:ext>
            </a:extLst>
          </p:cNvPr>
          <p:cNvSpPr>
            <a:spLocks noGrp="1"/>
          </p:cNvSpPr>
          <p:nvPr>
            <p:ph type="title"/>
          </p:nvPr>
        </p:nvSpPr>
        <p:spPr>
          <a:xfrm>
            <a:off x="304799" y="304655"/>
            <a:ext cx="8392313" cy="535531"/>
          </a:xfrm>
        </p:spPr>
        <p:txBody>
          <a:bodyPr/>
          <a:lstStyle/>
          <a:p>
            <a:r>
              <a:rPr lang="en-US" altLang="ko-KR" dirty="0"/>
              <a:t>Crankshaft deflection</a:t>
            </a:r>
            <a:endParaRPr lang="en-US" dirty="0"/>
          </a:p>
        </p:txBody>
      </p:sp>
      <p:sp>
        <p:nvSpPr>
          <p:cNvPr id="3" name="Text Placeholder 2">
            <a:extLst>
              <a:ext uri="{FF2B5EF4-FFF2-40B4-BE49-F238E27FC236}">
                <a16:creationId xmlns:a16="http://schemas.microsoft.com/office/drawing/2014/main" id="{A1DDA856-09EB-E8C3-3BB9-7D47B495DA3F}"/>
              </a:ext>
            </a:extLst>
          </p:cNvPr>
          <p:cNvSpPr txBox="1">
            <a:spLocks/>
          </p:cNvSpPr>
          <p:nvPr/>
        </p:nvSpPr>
        <p:spPr>
          <a:xfrm>
            <a:off x="366713" y="1018488"/>
            <a:ext cx="8584782" cy="3768471"/>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000"/>
              </a:spcAft>
              <a:buNone/>
            </a:pPr>
            <a:r>
              <a:rPr lang="en-US" sz="1600" b="1" dirty="0">
                <a:solidFill>
                  <a:srgbClr val="000000"/>
                </a:solidFill>
                <a:latin typeface="Calibri" panose="020F0502020204030204" pitchFamily="34" charset="0"/>
                <a:cs typeface="Calibri" panose="020F0502020204030204" pitchFamily="34" charset="0"/>
              </a:rPr>
              <a:t>Why crankshaft deflection is needed? </a:t>
            </a:r>
          </a:p>
          <a:p>
            <a:pPr marL="0" indent="0">
              <a:spcAft>
                <a:spcPts val="1000"/>
              </a:spcAft>
              <a:buNone/>
            </a:pPr>
            <a:r>
              <a:rPr lang="en-US" altLang="ko-KR" sz="1200" b="1" dirty="0">
                <a:latin typeface="Calibri" panose="020F0502020204030204" pitchFamily="34" charset="0"/>
                <a:cs typeface="Calibri" panose="020F0502020204030204" pitchFamily="34" charset="0"/>
              </a:rPr>
              <a:t>1. Crankshaft Alignment Check</a:t>
            </a:r>
          </a:p>
          <a:p>
            <a:pPr marL="0" indent="0">
              <a:spcAft>
                <a:spcPts val="1000"/>
              </a:spcAft>
              <a:buNone/>
            </a:pPr>
            <a:r>
              <a:rPr lang="en-US" altLang="ko-KR" sz="1200" dirty="0">
                <a:latin typeface="Calibri" panose="020F0502020204030204" pitchFamily="34" charset="0"/>
                <a:cs typeface="Calibri" panose="020F0502020204030204" pitchFamily="34" charset="0"/>
              </a:rPr>
              <a:t>The crankshaft is supported on multiple main bearings. Even slight misalignment of the bearings can cause shaft deflection. Measurements are taken to ensure the shaft remains straight and that the bearings provide even support.</a:t>
            </a:r>
          </a:p>
          <a:p>
            <a:pPr marL="0" indent="0">
              <a:spcAft>
                <a:spcPts val="1000"/>
              </a:spcAft>
              <a:buNone/>
            </a:pPr>
            <a:r>
              <a:rPr lang="en-US" altLang="ko-KR" sz="1200" b="1" dirty="0">
                <a:latin typeface="Calibri" panose="020F0502020204030204" pitchFamily="34" charset="0"/>
                <a:cs typeface="Calibri" panose="020F0502020204030204" pitchFamily="34" charset="0"/>
              </a:rPr>
              <a:t>2. Preventing Bearing Damage</a:t>
            </a:r>
          </a:p>
          <a:p>
            <a:pPr marL="0" indent="0">
              <a:spcAft>
                <a:spcPts val="1000"/>
              </a:spcAft>
              <a:buNone/>
            </a:pPr>
            <a:r>
              <a:rPr lang="en-US" altLang="ko-KR" sz="1200" dirty="0">
                <a:latin typeface="Calibri" panose="020F0502020204030204" pitchFamily="34" charset="0"/>
                <a:cs typeface="Calibri" panose="020F0502020204030204" pitchFamily="34" charset="0"/>
              </a:rPr>
              <a:t>Misalignment can cause a concentrated load on a specific bearing, leading to bearing overheating, wear, and damage. Deflection measurements detect these problems early and prevent accidents.</a:t>
            </a:r>
          </a:p>
          <a:p>
            <a:pPr marL="0" indent="0">
              <a:spcAft>
                <a:spcPts val="1000"/>
              </a:spcAft>
              <a:buNone/>
            </a:pPr>
            <a:r>
              <a:rPr lang="en-US" altLang="ko-KR" sz="1200" b="1" dirty="0">
                <a:latin typeface="Calibri" panose="020F0502020204030204" pitchFamily="34" charset="0"/>
                <a:cs typeface="Calibri" panose="020F0502020204030204" pitchFamily="34" charset="0"/>
              </a:rPr>
              <a:t>3. Detecting Thermal and Structural Deformation</a:t>
            </a:r>
          </a:p>
          <a:p>
            <a:pPr marL="0" indent="0">
              <a:spcAft>
                <a:spcPts val="1000"/>
              </a:spcAft>
              <a:buNone/>
            </a:pPr>
            <a:r>
              <a:rPr lang="en-US" altLang="ko-KR" sz="1200" dirty="0">
                <a:latin typeface="Calibri" panose="020F0502020204030204" pitchFamily="34" charset="0"/>
                <a:cs typeface="Calibri" panose="020F0502020204030204" pitchFamily="34" charset="0"/>
              </a:rPr>
              <a:t>Thermal expansion during engine operation can cause the crankshaft to deform. Periodically measure the crankshaft to detect structural deformation.</a:t>
            </a:r>
          </a:p>
          <a:p>
            <a:pPr marL="0" indent="0">
              <a:spcAft>
                <a:spcPts val="1000"/>
              </a:spcAft>
              <a:buNone/>
            </a:pPr>
            <a:r>
              <a:rPr lang="en-US" altLang="ko-KR" sz="1200" b="1" dirty="0">
                <a:latin typeface="Calibri" panose="020F0502020204030204" pitchFamily="34" charset="0"/>
                <a:cs typeface="Calibri" panose="020F0502020204030204" pitchFamily="34" charset="0"/>
              </a:rPr>
              <a:t>4. Preventing Crankshaft Damage</a:t>
            </a:r>
          </a:p>
          <a:p>
            <a:pPr marL="0" indent="0">
              <a:spcAft>
                <a:spcPts val="1000"/>
              </a:spcAft>
              <a:buNone/>
            </a:pPr>
            <a:r>
              <a:rPr lang="en-US" altLang="ko-KR" sz="1200" dirty="0">
                <a:latin typeface="Calibri" panose="020F0502020204030204" pitchFamily="34" charset="0"/>
                <a:cs typeface="Calibri" panose="020F0502020204030204" pitchFamily="34" charset="0"/>
              </a:rPr>
              <a:t>Operating with excessive shaft deflection can lead to accumulated fatigue stress, which can lead to crankshaft cracking and damage. Deflection measurements are a key step in preventing damage.</a:t>
            </a:r>
            <a:endParaRPr lang="en-US" sz="1200" dirty="0">
              <a:solidFill>
                <a:srgbClr val="000000"/>
              </a:solidFill>
              <a:latin typeface="Calibri" panose="020F0502020204030204" pitchFamily="34" charset="0"/>
              <a:cs typeface="Calibri" panose="020F0502020204030204" pitchFamily="34" charset="0"/>
            </a:endParaRPr>
          </a:p>
        </p:txBody>
      </p:sp>
      <p:pic>
        <p:nvPicPr>
          <p:cNvPr id="3074" name="Picture 2" descr="CRANKSHAFT, CROSSHEAD &amp; BEARINGS (2/7) CRANKSHAFT FAULTS | Marine  Engineering | MEO Class 4 | Mucky Mariners">
            <a:extLst>
              <a:ext uri="{FF2B5EF4-FFF2-40B4-BE49-F238E27FC236}">
                <a16:creationId xmlns:a16="http://schemas.microsoft.com/office/drawing/2014/main" id="{09AC1515-62BE-E277-7982-B62ED34557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3272" y="1"/>
            <a:ext cx="1741050" cy="16431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4185381"/>
      </p:ext>
    </p:extLst>
  </p:cSld>
  <p:clrMapOvr>
    <a:masterClrMapping/>
  </p:clrMapOvr>
  <p:transition>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E10B4-E496-5BB7-DC7E-8F9FEC1D78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6C06BF-7813-B049-0749-89032444303E}"/>
              </a:ext>
            </a:extLst>
          </p:cNvPr>
          <p:cNvSpPr>
            <a:spLocks noGrp="1"/>
          </p:cNvSpPr>
          <p:nvPr>
            <p:ph type="title"/>
          </p:nvPr>
        </p:nvSpPr>
        <p:spPr>
          <a:xfrm>
            <a:off x="304799" y="304655"/>
            <a:ext cx="8392313" cy="535531"/>
          </a:xfrm>
        </p:spPr>
        <p:txBody>
          <a:bodyPr/>
          <a:lstStyle/>
          <a:p>
            <a:r>
              <a:rPr lang="en-US" altLang="ko-KR" dirty="0"/>
              <a:t>Crankshaft deflection</a:t>
            </a:r>
            <a:endParaRPr lang="en-US" dirty="0"/>
          </a:p>
        </p:txBody>
      </p:sp>
      <p:sp>
        <p:nvSpPr>
          <p:cNvPr id="3" name="Text Placeholder 2">
            <a:extLst>
              <a:ext uri="{FF2B5EF4-FFF2-40B4-BE49-F238E27FC236}">
                <a16:creationId xmlns:a16="http://schemas.microsoft.com/office/drawing/2014/main" id="{BD375416-058C-D95C-995F-310035858087}"/>
              </a:ext>
            </a:extLst>
          </p:cNvPr>
          <p:cNvSpPr txBox="1">
            <a:spLocks/>
          </p:cNvSpPr>
          <p:nvPr/>
        </p:nvSpPr>
        <p:spPr>
          <a:xfrm>
            <a:off x="366713" y="1018488"/>
            <a:ext cx="3820276" cy="4029336"/>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000"/>
              </a:spcAft>
              <a:buNone/>
            </a:pPr>
            <a:r>
              <a:rPr lang="en-US" sz="1400" dirty="0">
                <a:solidFill>
                  <a:srgbClr val="000000"/>
                </a:solidFill>
                <a:latin typeface="Calibri" panose="020F0502020204030204" pitchFamily="34" charset="0"/>
                <a:cs typeface="Calibri" panose="020F0502020204030204" pitchFamily="34" charset="0"/>
              </a:rPr>
              <a:t>1. Mount dial gauge between two crank webs of last cylinder nearest flywheel as shown in fig.1.</a:t>
            </a:r>
          </a:p>
          <a:p>
            <a:pPr marL="0" indent="0">
              <a:spcAft>
                <a:spcPts val="1000"/>
              </a:spcAft>
              <a:buNone/>
            </a:pPr>
            <a:endParaRPr lang="en-US" sz="1400" dirty="0">
              <a:solidFill>
                <a:srgbClr val="000000"/>
              </a:solidFill>
              <a:latin typeface="Calibri" panose="020F0502020204030204" pitchFamily="34" charset="0"/>
              <a:cs typeface="Calibri" panose="020F0502020204030204" pitchFamily="34" charset="0"/>
            </a:endParaRPr>
          </a:p>
          <a:p>
            <a:pPr marL="0" indent="0">
              <a:spcAft>
                <a:spcPts val="1000"/>
              </a:spcAft>
              <a:buNone/>
            </a:pPr>
            <a:r>
              <a:rPr lang="en-US" sz="1400" dirty="0">
                <a:solidFill>
                  <a:srgbClr val="000000"/>
                </a:solidFill>
                <a:latin typeface="Calibri" panose="020F0502020204030204" pitchFamily="34" charset="0"/>
                <a:cs typeface="Calibri" panose="020F0502020204030204" pitchFamily="34" charset="0"/>
              </a:rPr>
              <a:t>2. Rotate the crankshaft to measuring position 1 as shown in fig. 2. </a:t>
            </a:r>
          </a:p>
          <a:p>
            <a:pPr marL="0" indent="0">
              <a:spcAft>
                <a:spcPts val="1000"/>
              </a:spcAft>
              <a:buNone/>
            </a:pPr>
            <a:endParaRPr lang="en-US" sz="1400" dirty="0">
              <a:solidFill>
                <a:srgbClr val="000000"/>
              </a:solidFill>
              <a:latin typeface="Calibri" panose="020F0502020204030204" pitchFamily="34" charset="0"/>
              <a:cs typeface="Calibri" panose="020F0502020204030204" pitchFamily="34" charset="0"/>
            </a:endParaRPr>
          </a:p>
          <a:p>
            <a:pPr marL="0" indent="0">
              <a:spcAft>
                <a:spcPts val="1000"/>
              </a:spcAft>
              <a:buNone/>
            </a:pPr>
            <a:r>
              <a:rPr lang="en-US" sz="1400" dirty="0">
                <a:solidFill>
                  <a:srgbClr val="000000"/>
                </a:solidFill>
                <a:latin typeface="Calibri" panose="020F0502020204030204" pitchFamily="34" charset="0"/>
                <a:cs typeface="Calibri" panose="020F0502020204030204" pitchFamily="34" charset="0"/>
              </a:rPr>
              <a:t>3. Set the dial gauge to zero. </a:t>
            </a:r>
          </a:p>
          <a:p>
            <a:pPr marL="0" indent="0">
              <a:spcAft>
                <a:spcPts val="1000"/>
              </a:spcAft>
              <a:buNone/>
            </a:pPr>
            <a:endParaRPr lang="en-US" sz="1400" dirty="0">
              <a:solidFill>
                <a:srgbClr val="000000"/>
              </a:solidFill>
              <a:latin typeface="Calibri" panose="020F0502020204030204" pitchFamily="34" charset="0"/>
              <a:cs typeface="Calibri" panose="020F0502020204030204" pitchFamily="34" charset="0"/>
            </a:endParaRPr>
          </a:p>
          <a:p>
            <a:pPr marL="0" indent="0">
              <a:spcAft>
                <a:spcPts val="1000"/>
              </a:spcAft>
              <a:buNone/>
            </a:pPr>
            <a:r>
              <a:rPr lang="en-US" sz="1400" dirty="0">
                <a:solidFill>
                  <a:srgbClr val="000000"/>
                </a:solidFill>
                <a:latin typeface="Calibri" panose="020F0502020204030204" pitchFamily="34" charset="0"/>
                <a:cs typeface="Calibri" panose="020F0502020204030204" pitchFamily="34" charset="0"/>
              </a:rPr>
              <a:t>4. Rotate the crankshaft and read the values of dial gauge at measuring position 2 to 5, and then record these readings. </a:t>
            </a:r>
          </a:p>
          <a:p>
            <a:pPr marL="0" indent="0">
              <a:spcAft>
                <a:spcPts val="1000"/>
              </a:spcAft>
              <a:buNone/>
            </a:pPr>
            <a:r>
              <a:rPr lang="en-US" sz="1400" dirty="0">
                <a:solidFill>
                  <a:srgbClr val="000000"/>
                </a:solidFill>
                <a:latin typeface="Calibri" panose="020F0502020204030204" pitchFamily="34" charset="0"/>
                <a:cs typeface="Calibri" panose="020F0502020204030204" pitchFamily="34" charset="0"/>
              </a:rPr>
              <a:t>(Only the deviation from zero setting of dial gauge must be recorded.)</a:t>
            </a:r>
          </a:p>
        </p:txBody>
      </p:sp>
      <p:pic>
        <p:nvPicPr>
          <p:cNvPr id="5" name="그림 4">
            <a:extLst>
              <a:ext uri="{FF2B5EF4-FFF2-40B4-BE49-F238E27FC236}">
                <a16:creationId xmlns:a16="http://schemas.microsoft.com/office/drawing/2014/main" id="{781375DE-369D-4CFA-818E-C0AFBEFDA462}"/>
              </a:ext>
            </a:extLst>
          </p:cNvPr>
          <p:cNvPicPr>
            <a:picLocks noChangeAspect="1"/>
          </p:cNvPicPr>
          <p:nvPr/>
        </p:nvPicPr>
        <p:blipFill>
          <a:blip r:embed="rId3"/>
          <a:stretch>
            <a:fillRect/>
          </a:stretch>
        </p:blipFill>
        <p:spPr>
          <a:xfrm>
            <a:off x="4427624" y="95676"/>
            <a:ext cx="2555366" cy="2476074"/>
          </a:xfrm>
          <a:prstGeom prst="rect">
            <a:avLst/>
          </a:prstGeom>
        </p:spPr>
      </p:pic>
      <p:pic>
        <p:nvPicPr>
          <p:cNvPr id="7" name="그림 6">
            <a:extLst>
              <a:ext uri="{FF2B5EF4-FFF2-40B4-BE49-F238E27FC236}">
                <a16:creationId xmlns:a16="http://schemas.microsoft.com/office/drawing/2014/main" id="{2BAC347A-4D74-D9E7-B65C-AA13620B1302}"/>
              </a:ext>
            </a:extLst>
          </p:cNvPr>
          <p:cNvPicPr>
            <a:picLocks noChangeAspect="1"/>
          </p:cNvPicPr>
          <p:nvPr/>
        </p:nvPicPr>
        <p:blipFill>
          <a:blip r:embed="rId4"/>
          <a:stretch>
            <a:fillRect/>
          </a:stretch>
        </p:blipFill>
        <p:spPr>
          <a:xfrm>
            <a:off x="4235120" y="2626898"/>
            <a:ext cx="4101871" cy="2420926"/>
          </a:xfrm>
          <a:prstGeom prst="rect">
            <a:avLst/>
          </a:prstGeom>
        </p:spPr>
      </p:pic>
      <p:pic>
        <p:nvPicPr>
          <p:cNvPr id="8" name="그림 7">
            <a:extLst>
              <a:ext uri="{FF2B5EF4-FFF2-40B4-BE49-F238E27FC236}">
                <a16:creationId xmlns:a16="http://schemas.microsoft.com/office/drawing/2014/main" id="{448EEE5E-D507-AAB0-CC66-963304505D3A}"/>
              </a:ext>
            </a:extLst>
          </p:cNvPr>
          <p:cNvPicPr>
            <a:picLocks noChangeAspect="1"/>
          </p:cNvPicPr>
          <p:nvPr/>
        </p:nvPicPr>
        <p:blipFill>
          <a:blip r:embed="rId5"/>
          <a:stretch>
            <a:fillRect/>
          </a:stretch>
        </p:blipFill>
        <p:spPr>
          <a:xfrm>
            <a:off x="7354249" y="95676"/>
            <a:ext cx="1719944" cy="2172560"/>
          </a:xfrm>
          <a:prstGeom prst="rect">
            <a:avLst/>
          </a:prstGeom>
        </p:spPr>
      </p:pic>
      <p:sp>
        <p:nvSpPr>
          <p:cNvPr id="9" name="Text Placeholder 2">
            <a:extLst>
              <a:ext uri="{FF2B5EF4-FFF2-40B4-BE49-F238E27FC236}">
                <a16:creationId xmlns:a16="http://schemas.microsoft.com/office/drawing/2014/main" id="{72A1C34F-6944-17A4-07AF-4006E39A8564}"/>
              </a:ext>
            </a:extLst>
          </p:cNvPr>
          <p:cNvSpPr txBox="1">
            <a:spLocks/>
          </p:cNvSpPr>
          <p:nvPr/>
        </p:nvSpPr>
        <p:spPr>
          <a:xfrm>
            <a:off x="8489565" y="955345"/>
            <a:ext cx="723188" cy="187640"/>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Cam side</a:t>
            </a:r>
          </a:p>
        </p:txBody>
      </p:sp>
      <p:sp>
        <p:nvSpPr>
          <p:cNvPr id="10" name="Text Placeholder 2">
            <a:extLst>
              <a:ext uri="{FF2B5EF4-FFF2-40B4-BE49-F238E27FC236}">
                <a16:creationId xmlns:a16="http://schemas.microsoft.com/office/drawing/2014/main" id="{7EE4B9C2-0AC5-2FAC-2E11-AB439ED0FDE4}"/>
              </a:ext>
            </a:extLst>
          </p:cNvPr>
          <p:cNvSpPr txBox="1">
            <a:spLocks/>
          </p:cNvSpPr>
          <p:nvPr/>
        </p:nvSpPr>
        <p:spPr>
          <a:xfrm>
            <a:off x="7129439" y="955345"/>
            <a:ext cx="723188" cy="187640"/>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err="1">
                <a:solidFill>
                  <a:srgbClr val="000000"/>
                </a:solidFill>
                <a:latin typeface="Calibri" panose="020F0502020204030204" pitchFamily="34" charset="0"/>
                <a:cs typeface="Calibri" panose="020F0502020204030204" pitchFamily="34" charset="0"/>
              </a:rPr>
              <a:t>Exh</a:t>
            </a:r>
            <a:r>
              <a:rPr lang="en-US" sz="1000" b="1" dirty="0">
                <a:solidFill>
                  <a:srgbClr val="000000"/>
                </a:solidFill>
                <a:latin typeface="Calibri" panose="020F0502020204030204" pitchFamily="34" charset="0"/>
                <a:cs typeface="Calibri" panose="020F0502020204030204" pitchFamily="34" charset="0"/>
              </a:rPr>
              <a:t>. side</a:t>
            </a:r>
          </a:p>
        </p:txBody>
      </p:sp>
      <p:cxnSp>
        <p:nvCxnSpPr>
          <p:cNvPr id="4" name="직선 화살표 연결선 3">
            <a:extLst>
              <a:ext uri="{FF2B5EF4-FFF2-40B4-BE49-F238E27FC236}">
                <a16:creationId xmlns:a16="http://schemas.microsoft.com/office/drawing/2014/main" id="{9A627B32-E8D8-AE2C-B4BE-8F8282C1B02A}"/>
              </a:ext>
            </a:extLst>
          </p:cNvPr>
          <p:cNvCxnSpPr>
            <a:cxnSpLocks/>
          </p:cNvCxnSpPr>
          <p:nvPr/>
        </p:nvCxnSpPr>
        <p:spPr>
          <a:xfrm flipH="1" flipV="1">
            <a:off x="5997378" y="2000034"/>
            <a:ext cx="1613099" cy="435985"/>
          </a:xfrm>
          <a:prstGeom prst="straightConnector1">
            <a:avLst/>
          </a:prstGeom>
          <a:ln w="19050" cap="flat" cmpd="sng" algn="ctr">
            <a:solidFill>
              <a:srgbClr val="FF0000"/>
            </a:solidFill>
            <a:prstDash val="solid"/>
            <a:round/>
            <a:headEnd type="none" w="med" len="med"/>
            <a:tailEnd type="triangle"/>
          </a:ln>
          <a:effectLst/>
        </p:spPr>
        <p:style>
          <a:lnRef idx="2">
            <a:schemeClr val="accent1"/>
          </a:lnRef>
          <a:fillRef idx="0">
            <a:schemeClr val="accent1"/>
          </a:fillRef>
          <a:effectRef idx="1">
            <a:schemeClr val="accent1"/>
          </a:effectRef>
          <a:fontRef idx="minor">
            <a:schemeClr val="tx1"/>
          </a:fontRef>
        </p:style>
      </p:cxnSp>
      <p:sp>
        <p:nvSpPr>
          <p:cNvPr id="11" name="Text Placeholder 2">
            <a:extLst>
              <a:ext uri="{FF2B5EF4-FFF2-40B4-BE49-F238E27FC236}">
                <a16:creationId xmlns:a16="http://schemas.microsoft.com/office/drawing/2014/main" id="{A935F363-F0DC-7F2F-4327-5277D0A891AB}"/>
              </a:ext>
            </a:extLst>
          </p:cNvPr>
          <p:cNvSpPr txBox="1">
            <a:spLocks/>
          </p:cNvSpPr>
          <p:nvPr/>
        </p:nvSpPr>
        <p:spPr>
          <a:xfrm>
            <a:off x="7564849" y="2364579"/>
            <a:ext cx="1364836" cy="635794"/>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None/>
            </a:pPr>
            <a:r>
              <a:rPr lang="en-US" sz="1000" b="1" dirty="0">
                <a:solidFill>
                  <a:srgbClr val="000000"/>
                </a:solidFill>
                <a:latin typeface="Calibri" panose="020F0502020204030204" pitchFamily="34" charset="0"/>
                <a:cs typeface="Calibri" panose="020F0502020204030204" pitchFamily="34" charset="0"/>
              </a:rPr>
              <a:t>There is a groove in the crank web into which a dial gauge can be installed.</a:t>
            </a:r>
          </a:p>
        </p:txBody>
      </p:sp>
    </p:spTree>
    <p:extLst>
      <p:ext uri="{BB962C8B-B14F-4D97-AF65-F5344CB8AC3E}">
        <p14:creationId xmlns:p14="http://schemas.microsoft.com/office/powerpoint/2010/main" val="1283326393"/>
      </p:ext>
    </p:extLst>
  </p:cSld>
  <p:clrMapOvr>
    <a:masterClrMapping/>
  </p:clrMapOvr>
  <p:transition>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5867C-2A1E-6976-5CD3-D67741DFD6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6B7FFB-CFB0-C15F-9BA3-93A9BD118D0C}"/>
              </a:ext>
            </a:extLst>
          </p:cNvPr>
          <p:cNvSpPr>
            <a:spLocks noGrp="1"/>
          </p:cNvSpPr>
          <p:nvPr>
            <p:ph type="title"/>
          </p:nvPr>
        </p:nvSpPr>
        <p:spPr>
          <a:xfrm>
            <a:off x="304799" y="304655"/>
            <a:ext cx="8392313" cy="535531"/>
          </a:xfrm>
        </p:spPr>
        <p:txBody>
          <a:bodyPr/>
          <a:lstStyle/>
          <a:p>
            <a:r>
              <a:rPr lang="en-US" altLang="ko-KR" dirty="0"/>
              <a:t>Crankshaft deflection</a:t>
            </a:r>
            <a:endParaRPr lang="en-US" dirty="0"/>
          </a:p>
        </p:txBody>
      </p:sp>
      <p:sp>
        <p:nvSpPr>
          <p:cNvPr id="3" name="Text Placeholder 2">
            <a:extLst>
              <a:ext uri="{FF2B5EF4-FFF2-40B4-BE49-F238E27FC236}">
                <a16:creationId xmlns:a16="http://schemas.microsoft.com/office/drawing/2014/main" id="{68EC37D5-D3EE-2A8A-84A3-0F584A2A55F7}"/>
              </a:ext>
            </a:extLst>
          </p:cNvPr>
          <p:cNvSpPr txBox="1">
            <a:spLocks/>
          </p:cNvSpPr>
          <p:nvPr/>
        </p:nvSpPr>
        <p:spPr>
          <a:xfrm>
            <a:off x="366712" y="1306286"/>
            <a:ext cx="3983831" cy="3741538"/>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spcAft>
                <a:spcPts val="1000"/>
              </a:spcAft>
              <a:buNone/>
            </a:pPr>
            <a:r>
              <a:rPr lang="en-US" sz="1400" dirty="0">
                <a:solidFill>
                  <a:srgbClr val="000000"/>
                </a:solidFill>
                <a:latin typeface="Calibri" panose="020F0502020204030204" pitchFamily="34" charset="0"/>
                <a:cs typeface="Calibri" panose="020F0502020204030204" pitchFamily="34" charset="0"/>
              </a:rPr>
              <a:t>5. Evaluate these readings. </a:t>
            </a:r>
          </a:p>
          <a:p>
            <a:pPr marL="0" indent="0">
              <a:spcAft>
                <a:spcPts val="1000"/>
              </a:spcAft>
              <a:buNone/>
            </a:pPr>
            <a:r>
              <a:rPr lang="en-US" sz="1400" dirty="0">
                <a:solidFill>
                  <a:srgbClr val="000000"/>
                </a:solidFill>
                <a:latin typeface="Calibri" panose="020F0502020204030204" pitchFamily="34" charset="0"/>
                <a:cs typeface="Calibri" panose="020F0502020204030204" pitchFamily="34" charset="0"/>
              </a:rPr>
              <a:t>(1) A reading at measuring position 5 should be nearly the same as reading at measuring position 1. If larger differences, repeat steps 2 to 5. </a:t>
            </a:r>
          </a:p>
          <a:p>
            <a:pPr marL="0" indent="0">
              <a:spcAft>
                <a:spcPts val="1000"/>
              </a:spcAft>
              <a:buNone/>
            </a:pPr>
            <a:endParaRPr lang="en-US" sz="1400" dirty="0">
              <a:solidFill>
                <a:srgbClr val="000000"/>
              </a:solidFill>
              <a:latin typeface="Calibri" panose="020F0502020204030204" pitchFamily="34" charset="0"/>
              <a:cs typeface="Calibri" panose="020F0502020204030204" pitchFamily="34" charset="0"/>
            </a:endParaRPr>
          </a:p>
          <a:p>
            <a:pPr marL="0" indent="0">
              <a:spcAft>
                <a:spcPts val="1000"/>
              </a:spcAft>
              <a:buNone/>
            </a:pPr>
            <a:r>
              <a:rPr lang="en-US" sz="1400" dirty="0">
                <a:solidFill>
                  <a:srgbClr val="000000"/>
                </a:solidFill>
                <a:latin typeface="Calibri" panose="020F0502020204030204" pitchFamily="34" charset="0"/>
                <a:cs typeface="Calibri" panose="020F0502020204030204" pitchFamily="34" charset="0"/>
              </a:rPr>
              <a:t>(2) Vertical and horizontal deflections are as follows. </a:t>
            </a:r>
          </a:p>
          <a:p>
            <a:pPr marL="0" indent="0">
              <a:spcAft>
                <a:spcPts val="1000"/>
              </a:spcAft>
              <a:buNone/>
            </a:pPr>
            <a:r>
              <a:rPr lang="en-US" sz="1400" dirty="0">
                <a:solidFill>
                  <a:srgbClr val="000000"/>
                </a:solidFill>
                <a:latin typeface="Calibri" panose="020F0502020204030204" pitchFamily="34" charset="0"/>
                <a:cs typeface="Calibri" panose="020F0502020204030204" pitchFamily="34" charset="0"/>
              </a:rPr>
              <a:t>- Vertical deflection: dv = T – (X+Y)/2 </a:t>
            </a:r>
          </a:p>
          <a:p>
            <a:pPr marL="0" indent="0">
              <a:spcAft>
                <a:spcPts val="1000"/>
              </a:spcAft>
              <a:buNone/>
            </a:pPr>
            <a:r>
              <a:rPr lang="en-US" sz="1400" dirty="0">
                <a:solidFill>
                  <a:srgbClr val="000000"/>
                </a:solidFill>
                <a:latin typeface="Calibri" panose="020F0502020204030204" pitchFamily="34" charset="0"/>
                <a:cs typeface="Calibri" panose="020F0502020204030204" pitchFamily="34" charset="0"/>
              </a:rPr>
              <a:t>- Horizontal deflection: dh = P–S </a:t>
            </a:r>
          </a:p>
          <a:p>
            <a:pPr marL="0" indent="0">
              <a:spcAft>
                <a:spcPts val="1000"/>
              </a:spcAft>
              <a:buNone/>
            </a:pPr>
            <a:r>
              <a:rPr lang="en-US" sz="1400" dirty="0">
                <a:solidFill>
                  <a:srgbClr val="000000"/>
                </a:solidFill>
                <a:latin typeface="Calibri" panose="020F0502020204030204" pitchFamily="34" charset="0"/>
                <a:cs typeface="Calibri" panose="020F0502020204030204" pitchFamily="34" charset="0"/>
              </a:rPr>
              <a:t>(If vertical and horizontal deflections exceed the permissible limits (+0.1 ~ -0.22 mm), realign the engine and the driven machinery.)</a:t>
            </a:r>
          </a:p>
        </p:txBody>
      </p:sp>
      <p:pic>
        <p:nvPicPr>
          <p:cNvPr id="5" name="그림 4">
            <a:extLst>
              <a:ext uri="{FF2B5EF4-FFF2-40B4-BE49-F238E27FC236}">
                <a16:creationId xmlns:a16="http://schemas.microsoft.com/office/drawing/2014/main" id="{D4A9E782-EEB3-5116-16CF-125DAACC7B42}"/>
              </a:ext>
            </a:extLst>
          </p:cNvPr>
          <p:cNvPicPr>
            <a:picLocks noChangeAspect="1"/>
          </p:cNvPicPr>
          <p:nvPr/>
        </p:nvPicPr>
        <p:blipFill>
          <a:blip r:embed="rId3"/>
          <a:stretch>
            <a:fillRect/>
          </a:stretch>
        </p:blipFill>
        <p:spPr>
          <a:xfrm>
            <a:off x="4427624" y="95676"/>
            <a:ext cx="2555366" cy="2476074"/>
          </a:xfrm>
          <a:prstGeom prst="rect">
            <a:avLst/>
          </a:prstGeom>
        </p:spPr>
      </p:pic>
      <p:pic>
        <p:nvPicPr>
          <p:cNvPr id="7" name="그림 6">
            <a:extLst>
              <a:ext uri="{FF2B5EF4-FFF2-40B4-BE49-F238E27FC236}">
                <a16:creationId xmlns:a16="http://schemas.microsoft.com/office/drawing/2014/main" id="{92ABC4EA-CC9E-54EF-9260-39805473D79A}"/>
              </a:ext>
            </a:extLst>
          </p:cNvPr>
          <p:cNvPicPr>
            <a:picLocks noChangeAspect="1"/>
          </p:cNvPicPr>
          <p:nvPr/>
        </p:nvPicPr>
        <p:blipFill>
          <a:blip r:embed="rId4"/>
          <a:stretch>
            <a:fillRect/>
          </a:stretch>
        </p:blipFill>
        <p:spPr>
          <a:xfrm>
            <a:off x="4235120" y="2626898"/>
            <a:ext cx="4101871" cy="2420926"/>
          </a:xfrm>
          <a:prstGeom prst="rect">
            <a:avLst/>
          </a:prstGeom>
        </p:spPr>
      </p:pic>
      <p:pic>
        <p:nvPicPr>
          <p:cNvPr id="8" name="그림 7">
            <a:extLst>
              <a:ext uri="{FF2B5EF4-FFF2-40B4-BE49-F238E27FC236}">
                <a16:creationId xmlns:a16="http://schemas.microsoft.com/office/drawing/2014/main" id="{49CA79E7-A41A-C9C1-20DB-987853C9700F}"/>
              </a:ext>
            </a:extLst>
          </p:cNvPr>
          <p:cNvPicPr>
            <a:picLocks noChangeAspect="1"/>
          </p:cNvPicPr>
          <p:nvPr/>
        </p:nvPicPr>
        <p:blipFill>
          <a:blip r:embed="rId5"/>
          <a:stretch>
            <a:fillRect/>
          </a:stretch>
        </p:blipFill>
        <p:spPr>
          <a:xfrm>
            <a:off x="7354249" y="95676"/>
            <a:ext cx="1719944" cy="2172560"/>
          </a:xfrm>
          <a:prstGeom prst="rect">
            <a:avLst/>
          </a:prstGeom>
        </p:spPr>
      </p:pic>
      <p:sp>
        <p:nvSpPr>
          <p:cNvPr id="9" name="Text Placeholder 2">
            <a:extLst>
              <a:ext uri="{FF2B5EF4-FFF2-40B4-BE49-F238E27FC236}">
                <a16:creationId xmlns:a16="http://schemas.microsoft.com/office/drawing/2014/main" id="{1BB5B7DD-3373-C548-FF9D-177E31195E72}"/>
              </a:ext>
            </a:extLst>
          </p:cNvPr>
          <p:cNvSpPr txBox="1">
            <a:spLocks/>
          </p:cNvSpPr>
          <p:nvPr/>
        </p:nvSpPr>
        <p:spPr>
          <a:xfrm>
            <a:off x="8489565" y="955345"/>
            <a:ext cx="723188" cy="187640"/>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a:solidFill>
                  <a:srgbClr val="000000"/>
                </a:solidFill>
                <a:latin typeface="Calibri" panose="020F0502020204030204" pitchFamily="34" charset="0"/>
                <a:cs typeface="Calibri" panose="020F0502020204030204" pitchFamily="34" charset="0"/>
              </a:rPr>
              <a:t>Cam side</a:t>
            </a:r>
          </a:p>
        </p:txBody>
      </p:sp>
      <p:sp>
        <p:nvSpPr>
          <p:cNvPr id="10" name="Text Placeholder 2">
            <a:extLst>
              <a:ext uri="{FF2B5EF4-FFF2-40B4-BE49-F238E27FC236}">
                <a16:creationId xmlns:a16="http://schemas.microsoft.com/office/drawing/2014/main" id="{C743D9B8-B1BA-E309-6301-7DBBD0EA8C1E}"/>
              </a:ext>
            </a:extLst>
          </p:cNvPr>
          <p:cNvSpPr txBox="1">
            <a:spLocks/>
          </p:cNvSpPr>
          <p:nvPr/>
        </p:nvSpPr>
        <p:spPr>
          <a:xfrm>
            <a:off x="7129439" y="955345"/>
            <a:ext cx="723188" cy="187640"/>
          </a:xfrm>
          <a:prstGeom prst="rect">
            <a:avLst/>
          </a:prstGeom>
        </p:spPr>
        <p:txBody>
          <a:bodyPr vert="horz" lIns="91440" tIns="45720" rIns="91440" bIns="45720" rtlCol="0">
            <a:noAutofit/>
          </a:bodyPr>
          <a:lstStyle>
            <a:lvl1pPr marL="233363" indent="-233363" algn="l" defTabSz="457200" rtl="0" eaLnBrk="1" latinLnBrk="0" hangingPunct="1">
              <a:lnSpc>
                <a:spcPct val="90000"/>
              </a:lnSpc>
              <a:spcBef>
                <a:spcPts val="400"/>
              </a:spcBef>
              <a:spcAft>
                <a:spcPts val="400"/>
              </a:spcAft>
              <a:buSzPct val="110000"/>
              <a:buFont typeface="Arial"/>
              <a:buChar char="•"/>
              <a:defRPr sz="2000" b="0" i="0" kern="1200">
                <a:solidFill>
                  <a:srgbClr val="262626"/>
                </a:solidFill>
                <a:latin typeface="Helvetica Light"/>
                <a:ea typeface="+mn-ea"/>
                <a:cs typeface="Helvetica Light"/>
              </a:defRPr>
            </a:lvl1pPr>
            <a:lvl2pPr marL="571500" indent="-233363" algn="l" defTabSz="457200" rtl="0" eaLnBrk="1" latinLnBrk="0" hangingPunct="1">
              <a:lnSpc>
                <a:spcPct val="90000"/>
              </a:lnSpc>
              <a:spcBef>
                <a:spcPts val="0"/>
              </a:spcBef>
              <a:spcAft>
                <a:spcPts val="400"/>
              </a:spcAft>
              <a:buFont typeface="Arial"/>
              <a:buChar char="–"/>
              <a:defRPr sz="1800" b="0" i="0" kern="1200">
                <a:solidFill>
                  <a:srgbClr val="262626"/>
                </a:solidFill>
                <a:latin typeface="Helvetica Light"/>
                <a:ea typeface="+mn-ea"/>
                <a:cs typeface="Helvetica Light"/>
              </a:defRPr>
            </a:lvl2pPr>
            <a:lvl3pPr marL="800100" indent="-228600" algn="l" defTabSz="454025" rtl="0" eaLnBrk="1" latinLnBrk="0" hangingPunct="1">
              <a:lnSpc>
                <a:spcPct val="90000"/>
              </a:lnSpc>
              <a:spcBef>
                <a:spcPts val="0"/>
              </a:spcBef>
              <a:spcAft>
                <a:spcPts val="400"/>
              </a:spcAft>
              <a:buSzPct val="80000"/>
              <a:buFont typeface="Arial"/>
              <a:buChar char="•"/>
              <a:defRPr sz="1800" b="0" i="0" kern="1200">
                <a:solidFill>
                  <a:srgbClr val="262626"/>
                </a:solidFill>
                <a:latin typeface="Helvetica Light"/>
                <a:ea typeface="+mn-ea"/>
                <a:cs typeface="Helvetica Light"/>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spcAft>
                <a:spcPts val="1000"/>
              </a:spcAft>
              <a:buFont typeface="Arial"/>
              <a:buNone/>
            </a:pPr>
            <a:r>
              <a:rPr lang="en-US" sz="1000" b="1" dirty="0" err="1">
                <a:solidFill>
                  <a:srgbClr val="000000"/>
                </a:solidFill>
                <a:latin typeface="Calibri" panose="020F0502020204030204" pitchFamily="34" charset="0"/>
                <a:cs typeface="Calibri" panose="020F0502020204030204" pitchFamily="34" charset="0"/>
              </a:rPr>
              <a:t>Exh</a:t>
            </a:r>
            <a:r>
              <a:rPr lang="en-US" sz="1000" b="1" dirty="0">
                <a:solidFill>
                  <a:srgbClr val="000000"/>
                </a:solidFill>
                <a:latin typeface="Calibri" panose="020F0502020204030204" pitchFamily="34" charset="0"/>
                <a:cs typeface="Calibri" panose="020F0502020204030204" pitchFamily="34" charset="0"/>
              </a:rPr>
              <a:t>. side</a:t>
            </a:r>
          </a:p>
        </p:txBody>
      </p:sp>
    </p:spTree>
    <p:extLst>
      <p:ext uri="{BB962C8B-B14F-4D97-AF65-F5344CB8AC3E}">
        <p14:creationId xmlns:p14="http://schemas.microsoft.com/office/powerpoint/2010/main" val="234339320"/>
      </p:ext>
    </p:extLst>
  </p:cSld>
  <p:clrMapOvr>
    <a:masterClrMapping/>
  </p:clrMapOvr>
  <p:transition>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66488-D5E9-03E5-9986-888019EED1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2A860-9BE1-7F5B-EE9F-8620CD77A2ED}"/>
              </a:ext>
            </a:extLst>
          </p:cNvPr>
          <p:cNvSpPr>
            <a:spLocks noGrp="1"/>
          </p:cNvSpPr>
          <p:nvPr>
            <p:ph type="title"/>
          </p:nvPr>
        </p:nvSpPr>
        <p:spPr>
          <a:xfrm>
            <a:off x="304799" y="304655"/>
            <a:ext cx="8392313" cy="535531"/>
          </a:xfrm>
        </p:spPr>
        <p:txBody>
          <a:bodyPr/>
          <a:lstStyle/>
          <a:p>
            <a:r>
              <a:rPr lang="en-US" altLang="ko-KR" dirty="0"/>
              <a:t>Crankshaft deflection</a:t>
            </a:r>
            <a:endParaRPr lang="en-US" dirty="0"/>
          </a:p>
        </p:txBody>
      </p:sp>
      <p:pic>
        <p:nvPicPr>
          <p:cNvPr id="6" name="그림 5">
            <a:extLst>
              <a:ext uri="{FF2B5EF4-FFF2-40B4-BE49-F238E27FC236}">
                <a16:creationId xmlns:a16="http://schemas.microsoft.com/office/drawing/2014/main" id="{AD3BAD83-D1AE-7BEB-A612-7854D1D6927C}"/>
              </a:ext>
            </a:extLst>
          </p:cNvPr>
          <p:cNvPicPr>
            <a:picLocks noChangeAspect="1"/>
          </p:cNvPicPr>
          <p:nvPr/>
        </p:nvPicPr>
        <p:blipFill>
          <a:blip r:embed="rId3"/>
          <a:stretch>
            <a:fillRect/>
          </a:stretch>
        </p:blipFill>
        <p:spPr>
          <a:xfrm>
            <a:off x="4266763" y="0"/>
            <a:ext cx="4061820" cy="5143500"/>
          </a:xfrm>
          <a:prstGeom prst="rect">
            <a:avLst/>
          </a:prstGeom>
        </p:spPr>
      </p:pic>
    </p:spTree>
    <p:extLst>
      <p:ext uri="{BB962C8B-B14F-4D97-AF65-F5344CB8AC3E}">
        <p14:creationId xmlns:p14="http://schemas.microsoft.com/office/powerpoint/2010/main" val="3845436951"/>
      </p:ext>
    </p:extLst>
  </p:cSld>
  <p:clrMapOvr>
    <a:masterClrMapping/>
  </p:clrMapOvr>
  <p:transition>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EC6BA-BB7D-E65A-0245-D99DA217A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00D72D-B733-04A6-66FB-E8B603EC0068}"/>
              </a:ext>
            </a:extLst>
          </p:cNvPr>
          <p:cNvSpPr>
            <a:spLocks noGrp="1"/>
          </p:cNvSpPr>
          <p:nvPr>
            <p:ph type="title"/>
          </p:nvPr>
        </p:nvSpPr>
        <p:spPr>
          <a:xfrm>
            <a:off x="304799" y="304655"/>
            <a:ext cx="8392313" cy="535531"/>
          </a:xfrm>
        </p:spPr>
        <p:txBody>
          <a:bodyPr/>
          <a:lstStyle/>
          <a:p>
            <a:r>
              <a:rPr lang="en-US" altLang="ko-KR" dirty="0"/>
              <a:t>Crankshaft deflection</a:t>
            </a:r>
            <a:endParaRPr lang="en-US" dirty="0"/>
          </a:p>
        </p:txBody>
      </p:sp>
      <p:pic>
        <p:nvPicPr>
          <p:cNvPr id="4" name="그림 3">
            <a:extLst>
              <a:ext uri="{FF2B5EF4-FFF2-40B4-BE49-F238E27FC236}">
                <a16:creationId xmlns:a16="http://schemas.microsoft.com/office/drawing/2014/main" id="{81506880-DE6D-AF2C-8588-2716C506AF31}"/>
              </a:ext>
            </a:extLst>
          </p:cNvPr>
          <p:cNvPicPr>
            <a:picLocks noChangeAspect="1"/>
          </p:cNvPicPr>
          <p:nvPr/>
        </p:nvPicPr>
        <p:blipFill>
          <a:blip r:embed="rId3"/>
          <a:stretch>
            <a:fillRect/>
          </a:stretch>
        </p:blipFill>
        <p:spPr>
          <a:xfrm>
            <a:off x="4656138" y="-7144"/>
            <a:ext cx="4183063" cy="5143500"/>
          </a:xfrm>
          <a:prstGeom prst="rect">
            <a:avLst/>
          </a:prstGeom>
        </p:spPr>
      </p:pic>
      <p:pic>
        <p:nvPicPr>
          <p:cNvPr id="7" name="그림 6">
            <a:extLst>
              <a:ext uri="{FF2B5EF4-FFF2-40B4-BE49-F238E27FC236}">
                <a16:creationId xmlns:a16="http://schemas.microsoft.com/office/drawing/2014/main" id="{8123430A-6C09-8385-9D90-F2C8B2EAF0EF}"/>
              </a:ext>
            </a:extLst>
          </p:cNvPr>
          <p:cNvPicPr>
            <a:picLocks noChangeAspect="1"/>
          </p:cNvPicPr>
          <p:nvPr/>
        </p:nvPicPr>
        <p:blipFill>
          <a:blip r:embed="rId4"/>
          <a:stretch>
            <a:fillRect/>
          </a:stretch>
        </p:blipFill>
        <p:spPr>
          <a:xfrm>
            <a:off x="415569" y="1014412"/>
            <a:ext cx="3986668" cy="3607594"/>
          </a:xfrm>
          <a:prstGeom prst="rect">
            <a:avLst/>
          </a:prstGeom>
        </p:spPr>
      </p:pic>
    </p:spTree>
    <p:extLst>
      <p:ext uri="{BB962C8B-B14F-4D97-AF65-F5344CB8AC3E}">
        <p14:creationId xmlns:p14="http://schemas.microsoft.com/office/powerpoint/2010/main" val="1347419120"/>
      </p:ext>
    </p:extLst>
  </p:cSld>
  <p:clrMapOvr>
    <a:masterClrMapping/>
  </p:clrMapOvr>
  <p:transition>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8E0FC-7AEB-95F2-02AC-20EA9FB24466}"/>
            </a:ext>
          </a:extLst>
        </p:cNvPr>
        <p:cNvGrpSpPr/>
        <p:nvPr/>
      </p:nvGrpSpPr>
      <p:grpSpPr>
        <a:xfrm>
          <a:off x="0" y="0"/>
          <a:ext cx="0" cy="0"/>
          <a:chOff x="0" y="0"/>
          <a:chExt cx="0" cy="0"/>
        </a:xfrm>
      </p:grpSpPr>
      <p:pic>
        <p:nvPicPr>
          <p:cNvPr id="4" name="그림 3">
            <a:extLst>
              <a:ext uri="{FF2B5EF4-FFF2-40B4-BE49-F238E27FC236}">
                <a16:creationId xmlns:a16="http://schemas.microsoft.com/office/drawing/2014/main" id="{2A500FFA-9D05-15B8-4222-EE81078EFC98}"/>
              </a:ext>
            </a:extLst>
          </p:cNvPr>
          <p:cNvPicPr>
            <a:picLocks noChangeAspect="1"/>
          </p:cNvPicPr>
          <p:nvPr/>
        </p:nvPicPr>
        <p:blipFill>
          <a:blip r:embed="rId3"/>
          <a:stretch>
            <a:fillRect/>
          </a:stretch>
        </p:blipFill>
        <p:spPr>
          <a:xfrm>
            <a:off x="334265" y="0"/>
            <a:ext cx="3674870" cy="5143500"/>
          </a:xfrm>
          <a:prstGeom prst="rect">
            <a:avLst/>
          </a:prstGeom>
        </p:spPr>
      </p:pic>
      <p:pic>
        <p:nvPicPr>
          <p:cNvPr id="8" name="그림 7">
            <a:extLst>
              <a:ext uri="{FF2B5EF4-FFF2-40B4-BE49-F238E27FC236}">
                <a16:creationId xmlns:a16="http://schemas.microsoft.com/office/drawing/2014/main" id="{9644E866-820B-9793-F14B-D60745DECD9C}"/>
              </a:ext>
            </a:extLst>
          </p:cNvPr>
          <p:cNvPicPr>
            <a:picLocks noChangeAspect="1"/>
          </p:cNvPicPr>
          <p:nvPr/>
        </p:nvPicPr>
        <p:blipFill>
          <a:blip r:embed="rId4"/>
          <a:stretch>
            <a:fillRect/>
          </a:stretch>
        </p:blipFill>
        <p:spPr>
          <a:xfrm>
            <a:off x="4173441" y="0"/>
            <a:ext cx="4913101" cy="5143500"/>
          </a:xfrm>
          <a:prstGeom prst="rect">
            <a:avLst/>
          </a:prstGeom>
        </p:spPr>
      </p:pic>
    </p:spTree>
    <p:extLst>
      <p:ext uri="{BB962C8B-B14F-4D97-AF65-F5344CB8AC3E}">
        <p14:creationId xmlns:p14="http://schemas.microsoft.com/office/powerpoint/2010/main" val="2942848793"/>
      </p:ext>
    </p:extLst>
  </p:cSld>
  <p:clrMapOvr>
    <a:masterClrMapping/>
  </p:clrMapOvr>
  <p:transition>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CF8D0-7002-24F9-50FD-A79F13C93B8D}"/>
            </a:ext>
          </a:extLst>
        </p:cNvPr>
        <p:cNvGrpSpPr/>
        <p:nvPr/>
      </p:nvGrpSpPr>
      <p:grpSpPr>
        <a:xfrm>
          <a:off x="0" y="0"/>
          <a:ext cx="0" cy="0"/>
          <a:chOff x="0" y="0"/>
          <a:chExt cx="0" cy="0"/>
        </a:xfrm>
      </p:grpSpPr>
      <p:pic>
        <p:nvPicPr>
          <p:cNvPr id="5" name="그림 4">
            <a:extLst>
              <a:ext uri="{FF2B5EF4-FFF2-40B4-BE49-F238E27FC236}">
                <a16:creationId xmlns:a16="http://schemas.microsoft.com/office/drawing/2014/main" id="{3704B097-1615-59AB-537A-B2AF80E9204E}"/>
              </a:ext>
            </a:extLst>
          </p:cNvPr>
          <p:cNvPicPr>
            <a:picLocks noChangeAspect="1"/>
          </p:cNvPicPr>
          <p:nvPr/>
        </p:nvPicPr>
        <p:blipFill>
          <a:blip r:embed="rId3"/>
          <a:stretch>
            <a:fillRect/>
          </a:stretch>
        </p:blipFill>
        <p:spPr>
          <a:xfrm>
            <a:off x="2487271" y="0"/>
            <a:ext cx="4169458" cy="5143500"/>
          </a:xfrm>
          <a:prstGeom prst="rect">
            <a:avLst/>
          </a:prstGeom>
        </p:spPr>
      </p:pic>
    </p:spTree>
    <p:extLst>
      <p:ext uri="{BB962C8B-B14F-4D97-AF65-F5344CB8AC3E}">
        <p14:creationId xmlns:p14="http://schemas.microsoft.com/office/powerpoint/2010/main" val="2161276241"/>
      </p:ext>
    </p:extLst>
  </p:cSld>
  <p:clrMapOvr>
    <a:masterClrMapping/>
  </p:clrMapOvr>
  <p:transition>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8F277C-E693-DAF6-1396-F5ECEB9F08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2C6A2-409C-D998-9D2F-132A55751274}"/>
              </a:ext>
            </a:extLst>
          </p:cNvPr>
          <p:cNvSpPr>
            <a:spLocks noGrp="1"/>
          </p:cNvSpPr>
          <p:nvPr>
            <p:ph type="title"/>
          </p:nvPr>
        </p:nvSpPr>
        <p:spPr>
          <a:xfrm>
            <a:off x="304799" y="304655"/>
            <a:ext cx="8392313" cy="535531"/>
          </a:xfrm>
        </p:spPr>
        <p:txBody>
          <a:bodyPr/>
          <a:lstStyle/>
          <a:p>
            <a:r>
              <a:rPr lang="en-US" altLang="ko-KR" dirty="0"/>
              <a:t>Crankshaft deflection</a:t>
            </a:r>
            <a:endParaRPr lang="en-US" dirty="0"/>
          </a:p>
        </p:txBody>
      </p:sp>
      <p:pic>
        <p:nvPicPr>
          <p:cNvPr id="3" name="온라인 미디어 2" title="CRANKSHAFT DEFLECTION">
            <a:hlinkClick r:id="" action="ppaction://media"/>
            <a:extLst>
              <a:ext uri="{FF2B5EF4-FFF2-40B4-BE49-F238E27FC236}">
                <a16:creationId xmlns:a16="http://schemas.microsoft.com/office/drawing/2014/main" id="{930E8173-1CC9-6C62-432A-F2FB3B55777F}"/>
              </a:ext>
            </a:extLst>
          </p:cNvPr>
          <p:cNvPicPr>
            <a:picLocks noRot="1" noChangeAspect="1"/>
          </p:cNvPicPr>
          <p:nvPr>
            <a:videoFile r:link="rId1"/>
          </p:nvPr>
        </p:nvPicPr>
        <p:blipFill>
          <a:blip r:embed="rId4"/>
          <a:stretch>
            <a:fillRect/>
          </a:stretch>
        </p:blipFill>
        <p:spPr>
          <a:xfrm>
            <a:off x="1957387" y="768746"/>
            <a:ext cx="5229225" cy="3921919"/>
          </a:xfrm>
          <a:prstGeom prst="rect">
            <a:avLst/>
          </a:prstGeom>
        </p:spPr>
      </p:pic>
    </p:spTree>
    <p:extLst>
      <p:ext uri="{BB962C8B-B14F-4D97-AF65-F5344CB8AC3E}">
        <p14:creationId xmlns:p14="http://schemas.microsoft.com/office/powerpoint/2010/main" val="4154887174"/>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EFD6A-A9B7-2E33-D58D-78546200BB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E05B8-9A2F-59C6-4094-E696E4C61458}"/>
              </a:ext>
            </a:extLst>
          </p:cNvPr>
          <p:cNvSpPr>
            <a:spLocks noGrp="1"/>
          </p:cNvSpPr>
          <p:nvPr>
            <p:ph type="title"/>
          </p:nvPr>
        </p:nvSpPr>
        <p:spPr>
          <a:xfrm>
            <a:off x="304799" y="304655"/>
            <a:ext cx="8392313" cy="535531"/>
          </a:xfrm>
        </p:spPr>
        <p:txBody>
          <a:bodyPr/>
          <a:lstStyle/>
          <a:p>
            <a:r>
              <a:rPr lang="en-US" altLang="ko-KR" dirty="0"/>
              <a:t>Crankshaft deflection</a:t>
            </a:r>
            <a:endParaRPr lang="en-US" dirty="0"/>
          </a:p>
        </p:txBody>
      </p:sp>
      <p:pic>
        <p:nvPicPr>
          <p:cNvPr id="3" name="온라인 미디어 2" title="CrankshaftDeflectionMeasurement">
            <a:hlinkClick r:id="" action="ppaction://media"/>
            <a:extLst>
              <a:ext uri="{FF2B5EF4-FFF2-40B4-BE49-F238E27FC236}">
                <a16:creationId xmlns:a16="http://schemas.microsoft.com/office/drawing/2014/main" id="{C1FECE33-CB8B-E48F-E4C2-52FB250970A1}"/>
              </a:ext>
            </a:extLst>
          </p:cNvPr>
          <p:cNvPicPr>
            <a:picLocks noRot="1" noChangeAspect="1"/>
          </p:cNvPicPr>
          <p:nvPr>
            <a:videoFile r:link="rId1"/>
          </p:nvPr>
        </p:nvPicPr>
        <p:blipFill>
          <a:blip r:embed="rId4"/>
          <a:stretch>
            <a:fillRect/>
          </a:stretch>
        </p:blipFill>
        <p:spPr>
          <a:xfrm>
            <a:off x="1889254" y="821279"/>
            <a:ext cx="5223402" cy="3917552"/>
          </a:xfrm>
          <a:prstGeom prst="rect">
            <a:avLst/>
          </a:prstGeom>
        </p:spPr>
      </p:pic>
    </p:spTree>
    <p:extLst>
      <p:ext uri="{BB962C8B-B14F-4D97-AF65-F5344CB8AC3E}">
        <p14:creationId xmlns:p14="http://schemas.microsoft.com/office/powerpoint/2010/main" val="137483177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63891-C53A-6F07-3F6B-986584F4BE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BE6CD-E899-6C08-A8B4-898968383212}"/>
              </a:ext>
            </a:extLst>
          </p:cNvPr>
          <p:cNvSpPr>
            <a:spLocks noGrp="1"/>
          </p:cNvSpPr>
          <p:nvPr>
            <p:ph type="title"/>
          </p:nvPr>
        </p:nvSpPr>
        <p:spPr>
          <a:xfrm>
            <a:off x="304799" y="304655"/>
            <a:ext cx="8392313" cy="535531"/>
          </a:xfrm>
        </p:spPr>
        <p:txBody>
          <a:bodyPr/>
          <a:lstStyle/>
          <a:p>
            <a:r>
              <a:rPr lang="en-US" altLang="ko-KR" dirty="0"/>
              <a:t>Crankshaft deflection</a:t>
            </a:r>
            <a:endParaRPr lang="en-US" dirty="0"/>
          </a:p>
        </p:txBody>
      </p:sp>
      <p:pic>
        <p:nvPicPr>
          <p:cNvPr id="3" name="온라인 미디어 2" title="How to measureing of Crank Arm Deflection of Himsen Diesel Engine">
            <a:hlinkClick r:id="" action="ppaction://media"/>
            <a:extLst>
              <a:ext uri="{FF2B5EF4-FFF2-40B4-BE49-F238E27FC236}">
                <a16:creationId xmlns:a16="http://schemas.microsoft.com/office/drawing/2014/main" id="{70A7A42C-C1F1-BE2D-398A-EA230826ACA2}"/>
              </a:ext>
            </a:extLst>
          </p:cNvPr>
          <p:cNvPicPr>
            <a:picLocks noRot="1" noChangeAspect="1"/>
          </p:cNvPicPr>
          <p:nvPr>
            <a:videoFile r:link="rId1"/>
          </p:nvPr>
        </p:nvPicPr>
        <p:blipFill>
          <a:blip r:embed="rId4"/>
          <a:stretch>
            <a:fillRect/>
          </a:stretch>
        </p:blipFill>
        <p:spPr>
          <a:xfrm>
            <a:off x="1158679" y="778885"/>
            <a:ext cx="6826642" cy="3856725"/>
          </a:xfrm>
          <a:prstGeom prst="rect">
            <a:avLst/>
          </a:prstGeom>
        </p:spPr>
      </p:pic>
    </p:spTree>
    <p:extLst>
      <p:ext uri="{BB962C8B-B14F-4D97-AF65-F5344CB8AC3E}">
        <p14:creationId xmlns:p14="http://schemas.microsoft.com/office/powerpoint/2010/main" val="310117787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285DB8-B3B9-7074-DFD0-AC6638F11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9AA777-E106-1F35-E4CE-D58788ECD940}"/>
              </a:ext>
            </a:extLst>
          </p:cNvPr>
          <p:cNvSpPr>
            <a:spLocks noGrp="1"/>
          </p:cNvSpPr>
          <p:nvPr>
            <p:ph type="title"/>
          </p:nvPr>
        </p:nvSpPr>
        <p:spPr>
          <a:xfrm>
            <a:off x="304799" y="304655"/>
            <a:ext cx="8392313" cy="535531"/>
          </a:xfrm>
        </p:spPr>
        <p:txBody>
          <a:bodyPr/>
          <a:lstStyle/>
          <a:p>
            <a:r>
              <a:rPr lang="en-US" altLang="ko-KR" dirty="0"/>
              <a:t>Crankshaft deflection</a:t>
            </a:r>
            <a:endParaRPr lang="en-US" dirty="0"/>
          </a:p>
        </p:txBody>
      </p:sp>
      <p:pic>
        <p:nvPicPr>
          <p:cNvPr id="3" name="온라인 미디어 2" title="How to Carried out Crankshaft Deflection">
            <a:hlinkClick r:id="" action="ppaction://media"/>
            <a:extLst>
              <a:ext uri="{FF2B5EF4-FFF2-40B4-BE49-F238E27FC236}">
                <a16:creationId xmlns:a16="http://schemas.microsoft.com/office/drawing/2014/main" id="{B9A1E629-BB90-D5C5-3164-39D35936021F}"/>
              </a:ext>
            </a:extLst>
          </p:cNvPr>
          <p:cNvPicPr>
            <a:picLocks noRot="1" noChangeAspect="1"/>
          </p:cNvPicPr>
          <p:nvPr>
            <a:videoFile r:link="rId1"/>
          </p:nvPr>
        </p:nvPicPr>
        <p:blipFill>
          <a:blip r:embed="rId4"/>
          <a:stretch>
            <a:fillRect/>
          </a:stretch>
        </p:blipFill>
        <p:spPr>
          <a:xfrm>
            <a:off x="1163836" y="778502"/>
            <a:ext cx="6816328" cy="3850899"/>
          </a:xfrm>
          <a:prstGeom prst="rect">
            <a:avLst/>
          </a:prstGeom>
        </p:spPr>
      </p:pic>
    </p:spTree>
    <p:extLst>
      <p:ext uri="{BB962C8B-B14F-4D97-AF65-F5344CB8AC3E}">
        <p14:creationId xmlns:p14="http://schemas.microsoft.com/office/powerpoint/2010/main" val="4091884811"/>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74E1A-C872-9AAE-60C3-34415D45B7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EFE596-06C2-3685-0125-D4BDE77E321D}"/>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FFD38A95-27C1-C00D-F264-F213EB3424A7}"/>
              </a:ext>
            </a:extLst>
          </p:cNvPr>
          <p:cNvSpPr>
            <a:spLocks noGrp="1"/>
          </p:cNvSpPr>
          <p:nvPr>
            <p:ph type="body" sz="quarter" idx="10"/>
          </p:nvPr>
        </p:nvSpPr>
        <p:spPr/>
        <p:txBody>
          <a:bodyPr>
            <a:normAutofit/>
          </a:bodyPr>
          <a:lstStyle/>
          <a:p>
            <a:pPr marL="0" indent="0">
              <a:spcAft>
                <a:spcPts val="1000"/>
              </a:spcAft>
              <a:buNone/>
            </a:pPr>
            <a:r>
              <a:rPr lang="en-US" altLang="ko-KR" sz="1600" dirty="0"/>
              <a:t>1) https://www.vcalc.com/wiki/engine/bore-stroke-ratio </a:t>
            </a:r>
          </a:p>
          <a:p>
            <a:pPr marL="0" indent="0">
              <a:spcAft>
                <a:spcPts val="1000"/>
              </a:spcAft>
              <a:buNone/>
            </a:pPr>
            <a:r>
              <a:rPr lang="en-US" sz="1600" dirty="0">
                <a:solidFill>
                  <a:srgbClr val="000000"/>
                </a:solidFill>
              </a:rPr>
              <a:t>2) https://www.businesskorea.co.kr/news/articleView.html?idxno=20316</a:t>
            </a:r>
          </a:p>
          <a:p>
            <a:pPr marL="0" indent="0">
              <a:spcAft>
                <a:spcPts val="1000"/>
              </a:spcAft>
              <a:buNone/>
            </a:pPr>
            <a:r>
              <a:rPr lang="en-US" sz="1600" dirty="0">
                <a:solidFill>
                  <a:srgbClr val="000000"/>
                </a:solidFill>
              </a:rPr>
              <a:t>3) https://www.youtube.com/watch?v=D5_s7g8__xg</a:t>
            </a:r>
          </a:p>
          <a:p>
            <a:pPr marL="0" indent="0">
              <a:spcAft>
                <a:spcPts val="1000"/>
              </a:spcAft>
              <a:buNone/>
            </a:pPr>
            <a:r>
              <a:rPr lang="en-US" sz="1600" dirty="0">
                <a:solidFill>
                  <a:srgbClr val="000000"/>
                </a:solidFill>
              </a:rPr>
              <a:t>4) https://chineseengine.en.made-in-china.com/product/pnxrcysjHRUv/China-Hanshin-6EL32-Diesel-Engine-Spare-Parts-Piston-Ring-320mm.html</a:t>
            </a:r>
          </a:p>
          <a:p>
            <a:pPr marL="0" indent="0">
              <a:spcAft>
                <a:spcPts val="1000"/>
              </a:spcAft>
              <a:buNone/>
            </a:pPr>
            <a:r>
              <a:rPr lang="en-US" sz="1600" dirty="0">
                <a:solidFill>
                  <a:srgbClr val="000000"/>
                </a:solidFill>
              </a:rPr>
              <a:t>5) https://www.indiamart.com/proddetail/yanmar-s165-connecting-rod-22188597191.html</a:t>
            </a:r>
          </a:p>
          <a:p>
            <a:pPr marL="0" indent="0">
              <a:spcAft>
                <a:spcPts val="1000"/>
              </a:spcAft>
              <a:buNone/>
            </a:pPr>
            <a:r>
              <a:rPr lang="en-US" sz="1600" dirty="0">
                <a:solidFill>
                  <a:srgbClr val="000000"/>
                </a:solidFill>
              </a:rPr>
              <a:t>6) https://www.indiamart.com/proddetail/yanmar-s165-connecting-rod-22188597191.html</a:t>
            </a:r>
          </a:p>
          <a:p>
            <a:pPr marL="0" indent="0">
              <a:spcAft>
                <a:spcPts val="1000"/>
              </a:spcAft>
              <a:buNone/>
            </a:pPr>
            <a:r>
              <a:rPr lang="en-US" sz="1600" dirty="0">
                <a:solidFill>
                  <a:srgbClr val="000000"/>
                </a:solidFill>
              </a:rPr>
              <a:t>7) https://shipsparesindia.com/product/man-bw-l16-24-connecting-rod-bearing-standard/</a:t>
            </a:r>
          </a:p>
          <a:p>
            <a:pPr marL="0" indent="0">
              <a:spcAft>
                <a:spcPts val="1000"/>
              </a:spcAft>
              <a:buNone/>
            </a:pPr>
            <a:r>
              <a:rPr lang="en-US" sz="1600" dirty="0">
                <a:solidFill>
                  <a:srgbClr val="000000"/>
                </a:solidFill>
              </a:rPr>
              <a:t>8) https://shipsparesindia.com/product/man-bw-23-30-cr-bearing/</a:t>
            </a:r>
          </a:p>
        </p:txBody>
      </p:sp>
    </p:spTree>
    <p:extLst>
      <p:ext uri="{BB962C8B-B14F-4D97-AF65-F5344CB8AC3E}">
        <p14:creationId xmlns:p14="http://schemas.microsoft.com/office/powerpoint/2010/main" val="3030023109"/>
      </p:ext>
    </p:extLst>
  </p:cSld>
  <p:clrMapOvr>
    <a:masterClrMapping/>
  </p:clrMapOvr>
  <p:transition>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02EB2-169F-9E56-1359-60C5CD889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D49B2E-E64F-F761-11A1-3FB3023DC4C9}"/>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EF511001-51A1-75C7-C13F-482BEFE69C1A}"/>
              </a:ext>
            </a:extLst>
          </p:cNvPr>
          <p:cNvSpPr>
            <a:spLocks noGrp="1"/>
          </p:cNvSpPr>
          <p:nvPr>
            <p:ph type="body" sz="quarter" idx="10"/>
          </p:nvPr>
        </p:nvSpPr>
        <p:spPr/>
        <p:txBody>
          <a:bodyPr>
            <a:normAutofit fontScale="85000" lnSpcReduction="20000"/>
          </a:bodyPr>
          <a:lstStyle/>
          <a:p>
            <a:pPr marL="0" indent="0">
              <a:spcAft>
                <a:spcPts val="1000"/>
              </a:spcAft>
              <a:buNone/>
            </a:pPr>
            <a:r>
              <a:rPr lang="en-US" altLang="ko-KR" sz="1600" dirty="0"/>
              <a:t>9) https://shipsparesindia.com/product/man-bw-23-30-connecting-rod/</a:t>
            </a:r>
          </a:p>
          <a:p>
            <a:pPr marL="0" indent="0">
              <a:spcAft>
                <a:spcPts val="1000"/>
              </a:spcAft>
              <a:buNone/>
            </a:pPr>
            <a:r>
              <a:rPr lang="en-US" sz="1600" dirty="0">
                <a:solidFill>
                  <a:srgbClr val="000000"/>
                </a:solidFill>
              </a:rPr>
              <a:t>10) https://www.smedegaarden.net/shop/engine_engine_parts/liner/man_b_w_alpha_liner_for_23_30</a:t>
            </a:r>
          </a:p>
          <a:p>
            <a:pPr marL="0" indent="0">
              <a:spcAft>
                <a:spcPts val="1000"/>
              </a:spcAft>
              <a:buNone/>
            </a:pPr>
            <a:r>
              <a:rPr lang="en-US" sz="1600" dirty="0">
                <a:solidFill>
                  <a:srgbClr val="000000"/>
                </a:solidFill>
              </a:rPr>
              <a:t>11) https://hfoplant.blogspot.com/2011/10/cylinder-liner-installtion-process.html</a:t>
            </a:r>
          </a:p>
          <a:p>
            <a:pPr marL="0" indent="0">
              <a:spcAft>
                <a:spcPts val="1000"/>
              </a:spcAft>
              <a:buNone/>
            </a:pPr>
            <a:r>
              <a:rPr lang="en-US" sz="1600" dirty="0">
                <a:solidFill>
                  <a:srgbClr val="000000"/>
                </a:solidFill>
              </a:rPr>
              <a:t>12) https://www.industrialmarinepower.com/hyundaihimsen-8h2132-crankshaft-newunused-16106/</a:t>
            </a:r>
          </a:p>
          <a:p>
            <a:pPr marL="0" indent="0">
              <a:spcAft>
                <a:spcPts val="1000"/>
              </a:spcAft>
              <a:buNone/>
            </a:pPr>
            <a:r>
              <a:rPr lang="en-US" sz="1600" dirty="0">
                <a:solidFill>
                  <a:srgbClr val="000000"/>
                </a:solidFill>
              </a:rPr>
              <a:t>13) </a:t>
            </a:r>
            <a:r>
              <a:rPr lang="en-US" sz="1600" dirty="0">
                <a:solidFill>
                  <a:srgbClr val="000000"/>
                </a:solidFill>
                <a:hlinkClick r:id="rId2"/>
              </a:rPr>
              <a:t>https://muckymariners.com/app/meo-class-4-subjects/function-4b-meol/engines/7-cranckshaft-crosshead/cranckshaft-crosshead-2-7-crankshaft-deflection/</a:t>
            </a:r>
            <a:endParaRPr lang="en-US" sz="1600" dirty="0">
              <a:solidFill>
                <a:srgbClr val="000000"/>
              </a:solidFill>
            </a:endParaRPr>
          </a:p>
          <a:p>
            <a:pPr marL="0" indent="0">
              <a:spcAft>
                <a:spcPts val="1000"/>
              </a:spcAft>
              <a:buNone/>
            </a:pPr>
            <a:r>
              <a:rPr lang="en-US" sz="1600" dirty="0">
                <a:solidFill>
                  <a:srgbClr val="000000"/>
                </a:solidFill>
              </a:rPr>
              <a:t>14) </a:t>
            </a:r>
            <a:r>
              <a:rPr lang="en-US" sz="1600" dirty="0">
                <a:solidFill>
                  <a:srgbClr val="000000"/>
                </a:solidFill>
                <a:hlinkClick r:id="rId3"/>
              </a:rPr>
              <a:t>https://www.goltens.com/resources/himsen-6h25-33-crankshaft-replacement-singapore/</a:t>
            </a:r>
            <a:endParaRPr lang="en-US" sz="1600" dirty="0">
              <a:solidFill>
                <a:srgbClr val="000000"/>
              </a:solidFill>
            </a:endParaRPr>
          </a:p>
          <a:p>
            <a:pPr marL="0" indent="0">
              <a:spcAft>
                <a:spcPts val="1000"/>
              </a:spcAft>
              <a:buNone/>
            </a:pPr>
            <a:r>
              <a:rPr lang="en-US" sz="1600" dirty="0">
                <a:solidFill>
                  <a:srgbClr val="000000"/>
                </a:solidFill>
              </a:rPr>
              <a:t>15) </a:t>
            </a:r>
            <a:r>
              <a:rPr lang="en-US" altLang="ko-KR" sz="1600" dirty="0">
                <a:hlinkClick r:id="rId4"/>
              </a:rPr>
              <a:t>https://www.oktotr.com/aux-engine-crankshaft-replacement-during-sailing</a:t>
            </a:r>
            <a:endParaRPr lang="en-US" altLang="ko-KR" sz="1600" dirty="0"/>
          </a:p>
          <a:p>
            <a:pPr marL="0" indent="0">
              <a:spcAft>
                <a:spcPts val="1000"/>
              </a:spcAft>
              <a:buNone/>
            </a:pPr>
            <a:r>
              <a:rPr lang="en-US" sz="1600" dirty="0">
                <a:solidFill>
                  <a:srgbClr val="000000"/>
                </a:solidFill>
              </a:rPr>
              <a:t>16) </a:t>
            </a:r>
            <a:r>
              <a:rPr lang="en-US" sz="1600" dirty="0">
                <a:solidFill>
                  <a:srgbClr val="000000"/>
                </a:solidFill>
                <a:hlinkClick r:id="rId5"/>
              </a:rPr>
              <a:t>https://www.slideserve.com/carmelita/lubrication-features-of-a-large-diesel-engine</a:t>
            </a:r>
            <a:endParaRPr lang="en-US" sz="1600" dirty="0">
              <a:solidFill>
                <a:srgbClr val="000000"/>
              </a:solidFill>
            </a:endParaRPr>
          </a:p>
          <a:p>
            <a:pPr marL="0" indent="0">
              <a:spcAft>
                <a:spcPts val="1000"/>
              </a:spcAft>
              <a:buNone/>
            </a:pPr>
            <a:r>
              <a:rPr lang="en-US" sz="1600" dirty="0">
                <a:solidFill>
                  <a:srgbClr val="000000"/>
                </a:solidFill>
              </a:rPr>
              <a:t>17) </a:t>
            </a:r>
            <a:r>
              <a:rPr lang="en-US" sz="1600" dirty="0">
                <a:solidFill>
                  <a:srgbClr val="000000"/>
                </a:solidFill>
                <a:hlinkClick r:id="rId6"/>
              </a:rPr>
              <a:t>https://www.researchgate.net/figure/Schematic-representation-of-the-piston-group-and-liner-assembly-of-the-diesel-off-highway_fig1_351112570</a:t>
            </a:r>
            <a:endParaRPr lang="en-US" sz="1600" dirty="0">
              <a:solidFill>
                <a:srgbClr val="000000"/>
              </a:solidFill>
            </a:endParaRPr>
          </a:p>
          <a:p>
            <a:pPr marL="0" indent="0">
              <a:spcAft>
                <a:spcPts val="1000"/>
              </a:spcAft>
              <a:buNone/>
            </a:pPr>
            <a:r>
              <a:rPr lang="en-US" sz="1600" dirty="0">
                <a:solidFill>
                  <a:srgbClr val="000000"/>
                </a:solidFill>
              </a:rPr>
              <a:t>18) https://farmmachinerydigest.com/blowing-in-the-wind-blow-by-on-large-diesel-engines/</a:t>
            </a:r>
          </a:p>
        </p:txBody>
      </p:sp>
    </p:spTree>
    <p:extLst>
      <p:ext uri="{BB962C8B-B14F-4D97-AF65-F5344CB8AC3E}">
        <p14:creationId xmlns:p14="http://schemas.microsoft.com/office/powerpoint/2010/main" val="4282015703"/>
      </p:ext>
    </p:extLst>
  </p:cSld>
  <p:clrMapOvr>
    <a:masterClrMapping/>
  </p:clrMapOvr>
  <p:transition>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6CC44-6CAA-089F-3BB1-85886D80F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3AA1C1-85B3-6FFC-15BD-71DB5B1F376A}"/>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FCC28900-6B04-5C65-CF3B-FE1D006291F4}"/>
              </a:ext>
            </a:extLst>
          </p:cNvPr>
          <p:cNvSpPr>
            <a:spLocks noGrp="1"/>
          </p:cNvSpPr>
          <p:nvPr>
            <p:ph type="body" sz="quarter" idx="10"/>
          </p:nvPr>
        </p:nvSpPr>
        <p:spPr/>
        <p:txBody>
          <a:bodyPr>
            <a:normAutofit/>
          </a:bodyPr>
          <a:lstStyle/>
          <a:p>
            <a:pPr marL="0" indent="0">
              <a:spcAft>
                <a:spcPts val="1000"/>
              </a:spcAft>
              <a:buNone/>
            </a:pPr>
            <a:r>
              <a:rPr lang="en-US" altLang="ko-KR" sz="1600" dirty="0"/>
              <a:t>19) https://www.youtube.com/watch?v=awlHn-8H6WM</a:t>
            </a:r>
          </a:p>
          <a:p>
            <a:pPr marL="0" indent="0">
              <a:spcAft>
                <a:spcPts val="1000"/>
              </a:spcAft>
              <a:buNone/>
            </a:pPr>
            <a:r>
              <a:rPr lang="en-US" sz="1600" dirty="0">
                <a:solidFill>
                  <a:srgbClr val="000000"/>
                </a:solidFill>
              </a:rPr>
              <a:t>20) https://www.youtube.com/watch?v=pSJIHrdR4mk</a:t>
            </a:r>
          </a:p>
          <a:p>
            <a:pPr marL="0" indent="0">
              <a:spcAft>
                <a:spcPts val="1000"/>
              </a:spcAft>
              <a:buNone/>
            </a:pPr>
            <a:r>
              <a:rPr lang="en-US" sz="1600" dirty="0">
                <a:solidFill>
                  <a:srgbClr val="000000"/>
                </a:solidFill>
              </a:rPr>
              <a:t>21) https://www.youtube.com/watch?v=I9wMYxNar0k</a:t>
            </a:r>
          </a:p>
          <a:p>
            <a:pPr marL="0" indent="0">
              <a:spcAft>
                <a:spcPts val="1000"/>
              </a:spcAft>
              <a:buNone/>
            </a:pPr>
            <a:r>
              <a:rPr lang="en-US" sz="1600" dirty="0">
                <a:solidFill>
                  <a:srgbClr val="000000"/>
                </a:solidFill>
              </a:rPr>
              <a:t>22) </a:t>
            </a:r>
            <a:r>
              <a:rPr lang="en-US" sz="1600" dirty="0">
                <a:solidFill>
                  <a:srgbClr val="000000"/>
                </a:solidFill>
                <a:hlinkClick r:id="rId2"/>
              </a:rPr>
              <a:t>https://www.youtube.com/watch?v=AeSxK0Sn2Qg</a:t>
            </a:r>
            <a:endParaRPr lang="en-US" sz="1600" dirty="0">
              <a:solidFill>
                <a:srgbClr val="000000"/>
              </a:solidFill>
            </a:endParaRPr>
          </a:p>
          <a:p>
            <a:pPr marL="0" indent="0">
              <a:spcAft>
                <a:spcPts val="1000"/>
              </a:spcAft>
              <a:buNone/>
            </a:pPr>
            <a:r>
              <a:rPr lang="en-US" sz="1600" dirty="0">
                <a:solidFill>
                  <a:srgbClr val="000000"/>
                </a:solidFill>
              </a:rPr>
              <a:t>23) </a:t>
            </a:r>
            <a:r>
              <a:rPr lang="en-US" sz="1600" dirty="0">
                <a:solidFill>
                  <a:srgbClr val="000000"/>
                </a:solidFill>
                <a:hlinkClick r:id="rId3"/>
              </a:rPr>
              <a:t>https://www.researchgate.net/figure/Procedure-for-liquid-penetrant-test-10_fig1_355889692</a:t>
            </a:r>
            <a:endParaRPr lang="en-US" sz="1600" dirty="0">
              <a:solidFill>
                <a:srgbClr val="000000"/>
              </a:solidFill>
            </a:endParaRPr>
          </a:p>
          <a:p>
            <a:pPr marL="0" indent="0">
              <a:spcAft>
                <a:spcPts val="1000"/>
              </a:spcAft>
              <a:buNone/>
            </a:pPr>
            <a:r>
              <a:rPr lang="en-US" sz="1600" dirty="0">
                <a:solidFill>
                  <a:srgbClr val="000000"/>
                </a:solidFill>
              </a:rPr>
              <a:t>24) </a:t>
            </a:r>
            <a:r>
              <a:rPr lang="en-US" sz="1600" dirty="0">
                <a:solidFill>
                  <a:srgbClr val="000000"/>
                </a:solidFill>
                <a:hlinkClick r:id="rId4"/>
              </a:rPr>
              <a:t>https://www.nationalboard.org/index.aspx?pageID=164&amp;ID=374</a:t>
            </a:r>
            <a:endParaRPr lang="en-US" sz="1600" dirty="0">
              <a:solidFill>
                <a:srgbClr val="000000"/>
              </a:solidFill>
            </a:endParaRPr>
          </a:p>
          <a:p>
            <a:pPr marL="0" indent="0">
              <a:spcAft>
                <a:spcPts val="1000"/>
              </a:spcAft>
              <a:buNone/>
            </a:pPr>
            <a:r>
              <a:rPr lang="en-US" sz="1600" dirty="0">
                <a:solidFill>
                  <a:srgbClr val="000000"/>
                </a:solidFill>
              </a:rPr>
              <a:t>25) </a:t>
            </a:r>
            <a:r>
              <a:rPr lang="en-US" sz="1600" dirty="0">
                <a:solidFill>
                  <a:srgbClr val="000000"/>
                </a:solidFill>
                <a:hlinkClick r:id="rId5"/>
              </a:rPr>
              <a:t>https://www.youtube.com/watch?v=tWIP22-Xcxs</a:t>
            </a:r>
            <a:endParaRPr lang="en-US" sz="1600" dirty="0">
              <a:solidFill>
                <a:srgbClr val="000000"/>
              </a:solidFill>
            </a:endParaRPr>
          </a:p>
          <a:p>
            <a:pPr marL="0" indent="0">
              <a:spcAft>
                <a:spcPts val="1000"/>
              </a:spcAft>
              <a:buNone/>
            </a:pPr>
            <a:r>
              <a:rPr lang="en-US" sz="1600" dirty="0">
                <a:solidFill>
                  <a:srgbClr val="000000"/>
                </a:solidFill>
              </a:rPr>
              <a:t>26) https://shop.idealprec.com/products/mitutoyo-339-304-digimatic-tubular-inside-micrometer-8-80-203-1524-range-0001-0-001mm-resolution</a:t>
            </a:r>
          </a:p>
        </p:txBody>
      </p:sp>
    </p:spTree>
    <p:extLst>
      <p:ext uri="{BB962C8B-B14F-4D97-AF65-F5344CB8AC3E}">
        <p14:creationId xmlns:p14="http://schemas.microsoft.com/office/powerpoint/2010/main" val="3362406871"/>
      </p:ext>
    </p:extLst>
  </p:cSld>
  <p:clrMapOvr>
    <a:masterClrMapping/>
  </p:clrMapOvr>
  <p:transition>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34AD7-24BC-3A90-A0AC-F32315C8DE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61BD61-A941-9631-1B71-7CE076BBD0D0}"/>
              </a:ext>
            </a:extLst>
          </p:cNvPr>
          <p:cNvSpPr>
            <a:spLocks noGrp="1"/>
          </p:cNvSpPr>
          <p:nvPr>
            <p:ph type="title"/>
          </p:nvPr>
        </p:nvSpPr>
        <p:spPr>
          <a:xfrm>
            <a:off x="304799" y="304655"/>
            <a:ext cx="8392313" cy="535531"/>
          </a:xfrm>
        </p:spPr>
        <p:txBody>
          <a:bodyPr/>
          <a:lstStyle/>
          <a:p>
            <a:r>
              <a:rPr lang="en-US" dirty="0"/>
              <a:t>References</a:t>
            </a:r>
          </a:p>
        </p:txBody>
      </p:sp>
      <p:sp>
        <p:nvSpPr>
          <p:cNvPr id="3" name="Text Placeholder 2">
            <a:extLst>
              <a:ext uri="{FF2B5EF4-FFF2-40B4-BE49-F238E27FC236}">
                <a16:creationId xmlns:a16="http://schemas.microsoft.com/office/drawing/2014/main" id="{50F3E54C-8AC5-290B-A39E-231E38FD0EB7}"/>
              </a:ext>
            </a:extLst>
          </p:cNvPr>
          <p:cNvSpPr>
            <a:spLocks noGrp="1"/>
          </p:cNvSpPr>
          <p:nvPr>
            <p:ph type="body" sz="quarter" idx="10"/>
          </p:nvPr>
        </p:nvSpPr>
        <p:spPr/>
        <p:txBody>
          <a:bodyPr>
            <a:normAutofit/>
          </a:bodyPr>
          <a:lstStyle/>
          <a:p>
            <a:pPr marL="0" indent="0">
              <a:spcAft>
                <a:spcPts val="1000"/>
              </a:spcAft>
              <a:buNone/>
            </a:pPr>
            <a:r>
              <a:rPr lang="en-US" altLang="ko-KR" sz="1600" dirty="0"/>
              <a:t>27) https://www.youtube.com/shorts/3U6F1T2azKg</a:t>
            </a:r>
          </a:p>
          <a:p>
            <a:pPr marL="0" indent="0">
              <a:spcAft>
                <a:spcPts val="1000"/>
              </a:spcAft>
              <a:buNone/>
            </a:pPr>
            <a:r>
              <a:rPr lang="en-US" sz="1600" dirty="0">
                <a:solidFill>
                  <a:srgbClr val="000000"/>
                </a:solidFill>
              </a:rPr>
              <a:t>28) https://www.youtube.com/shorts/O3NTbO4RhAM</a:t>
            </a:r>
          </a:p>
        </p:txBody>
      </p:sp>
    </p:spTree>
    <p:extLst>
      <p:ext uri="{BB962C8B-B14F-4D97-AF65-F5344CB8AC3E}">
        <p14:creationId xmlns:p14="http://schemas.microsoft.com/office/powerpoint/2010/main" val="1067315197"/>
      </p:ext>
    </p:extLst>
  </p:cSld>
  <p:clrMapOvr>
    <a:masterClrMapping/>
  </p:clrMapOvr>
  <p:transition>
    <p:wipe dir="r"/>
  </p:transition>
</p:sld>
</file>

<file path=ppt/theme/theme1.xml><?xml version="1.0" encoding="utf-8"?>
<a:theme xmlns:a="http://schemas.openxmlformats.org/drawingml/2006/main" name="1_Office Theme">
  <a:themeElements>
    <a:clrScheme name="Custom 48">
      <a:dk1>
        <a:sysClr val="windowText" lastClr="000000"/>
      </a:dk1>
      <a:lt1>
        <a:sysClr val="window" lastClr="FFFFFF"/>
      </a:lt1>
      <a:dk2>
        <a:srgbClr val="696253"/>
      </a:dk2>
      <a:lt2>
        <a:srgbClr val="B9AE98"/>
      </a:lt2>
      <a:accent1>
        <a:srgbClr val="8C1515"/>
      </a:accent1>
      <a:accent2>
        <a:srgbClr val="718899"/>
      </a:accent2>
      <a:accent3>
        <a:srgbClr val="ED9A4F"/>
      </a:accent3>
      <a:accent4>
        <a:srgbClr val="A4B924"/>
      </a:accent4>
      <a:accent5>
        <a:srgbClr val="D9C393"/>
      </a:accent5>
      <a:accent6>
        <a:srgbClr val="104B35"/>
      </a:accent6>
      <a:hlink>
        <a:srgbClr val="563249"/>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w="19050" cap="flat" cmpd="sng" algn="ctr">
          <a:solidFill>
            <a:schemeClr val="bg2"/>
          </a:solidFill>
          <a:prstDash val="solid"/>
          <a:round/>
          <a:headEnd type="none" w="med" len="med"/>
          <a:tailEnd type="none" w="med" len="med"/>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lnSpc>
            <a:spcPct val="90000"/>
          </a:lnSpc>
          <a:defRPr dirty="0" smtClean="0">
            <a:solidFill>
              <a:srgbClr val="696253"/>
            </a:solidFill>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2128</Words>
  <Application>Microsoft Office PowerPoint</Application>
  <PresentationFormat>화면 슬라이드 쇼(16:9)</PresentationFormat>
  <Paragraphs>334</Paragraphs>
  <Slides>70</Slides>
  <Notes>65</Notes>
  <HiddenSlides>0</HiddenSlides>
  <MMClips>8</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70</vt:i4>
      </vt:variant>
    </vt:vector>
  </HeadingPairs>
  <TitlesOfParts>
    <vt:vector size="73" baseType="lpstr">
      <vt:lpstr>Calibri</vt:lpstr>
      <vt:lpstr>Arial</vt:lpstr>
      <vt:lpstr>1_Office Theme</vt:lpstr>
      <vt:lpstr>PowerPoint 프레젠테이션</vt:lpstr>
      <vt:lpstr>Lesson content for each week</vt:lpstr>
      <vt:lpstr>Engine type identification for MAN B&amp;W</vt:lpstr>
      <vt:lpstr>Engine type identification for MAN B&amp;W</vt:lpstr>
      <vt:lpstr>Engine type identification for MAN B&amp;W</vt:lpstr>
      <vt:lpstr>Engine type identification for MAN B&amp;W</vt:lpstr>
      <vt:lpstr>PowerPoint 프레젠테이션</vt:lpstr>
      <vt:lpstr>Piston</vt:lpstr>
      <vt:lpstr>PowerPoint 프레젠테이션</vt:lpstr>
      <vt:lpstr>Piston pin</vt:lpstr>
      <vt:lpstr>Lubrication between piston and cylinder liner</vt:lpstr>
      <vt:lpstr>Lubrication between piston and cylinder liner</vt:lpstr>
      <vt:lpstr>Piston</vt:lpstr>
      <vt:lpstr>Connecting rod</vt:lpstr>
      <vt:lpstr>Connecting rod</vt:lpstr>
      <vt:lpstr>Connecting rod</vt:lpstr>
      <vt:lpstr>Connecting rod</vt:lpstr>
      <vt:lpstr>Connecting rod bearing</vt:lpstr>
      <vt:lpstr>Connecting rod bearing</vt:lpstr>
      <vt:lpstr>Dismounting of piston and connecting rod</vt:lpstr>
      <vt:lpstr>Dismounting of piston and connecting rod</vt:lpstr>
      <vt:lpstr>Separation of piston and connecting rod</vt:lpstr>
      <vt:lpstr>Connecting rod inspection</vt:lpstr>
      <vt:lpstr>Liquid penetrant test</vt:lpstr>
      <vt:lpstr>Liquid penetrant test</vt:lpstr>
      <vt:lpstr>Criteria for replacement of connecting rod  big-end and main bearing shells (only reference)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Mounting of piston and connecting rod</vt:lpstr>
      <vt:lpstr>Mounting of piston and connecting rod</vt:lpstr>
      <vt:lpstr>Mounting of piston and connecting rod</vt:lpstr>
      <vt:lpstr>Cylinder liner</vt:lpstr>
      <vt:lpstr>Cylinder liner</vt:lpstr>
      <vt:lpstr>Cylinder liner</vt:lpstr>
      <vt:lpstr>PowerPoint 프레젠테이션</vt:lpstr>
      <vt:lpstr>Inspection of cylinder liner</vt:lpstr>
      <vt:lpstr>Inspection of cylinder liner</vt:lpstr>
      <vt:lpstr>PowerPoint 프레젠테이션</vt:lpstr>
      <vt:lpstr>Crankshaft</vt:lpstr>
      <vt:lpstr>Crankshaft</vt:lpstr>
      <vt:lpstr>Crankshaft</vt:lpstr>
      <vt:lpstr>Crankshaft</vt:lpstr>
      <vt:lpstr>Crankshaft</vt:lpstr>
      <vt:lpstr>Crankshaft</vt:lpstr>
      <vt:lpstr>Crankshaft</vt:lpstr>
      <vt:lpstr>PowerPoint 프레젠테이션</vt:lpstr>
      <vt:lpstr>PowerPoint 프레젠테이션</vt:lpstr>
      <vt:lpstr>Crankshaft</vt:lpstr>
      <vt:lpstr>Crankshaft</vt:lpstr>
      <vt:lpstr>Crankshaft</vt:lpstr>
      <vt:lpstr>Crankshaft deflection</vt:lpstr>
      <vt:lpstr>Crankshaft deflection</vt:lpstr>
      <vt:lpstr>Crankshaft deflection</vt:lpstr>
      <vt:lpstr>Crankshaft deflection</vt:lpstr>
      <vt:lpstr>Crankshaft deflection</vt:lpstr>
      <vt:lpstr>PowerPoint 프레젠테이션</vt:lpstr>
      <vt:lpstr>PowerPoint 프레젠테이션</vt:lpstr>
      <vt:lpstr>Crankshaft deflection</vt:lpstr>
      <vt:lpstr>Crankshaft deflection</vt:lpstr>
      <vt:lpstr>Crankshaft deflection</vt:lpstr>
      <vt:lpstr>Crankshaft deflection</vt:lpstr>
      <vt:lpstr>References</vt:lpstr>
      <vt:lpstr>References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8</cp:revision>
  <dcterms:created xsi:type="dcterms:W3CDTF">2015-04-29T17:53:16Z</dcterms:created>
  <dcterms:modified xsi:type="dcterms:W3CDTF">2025-10-25T02:54:01Z</dcterms:modified>
</cp:coreProperties>
</file>