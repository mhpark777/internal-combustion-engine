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autoCompressPictures="0">
  <p:sldMasterIdLst>
    <p:sldMasterId id="2147483662" r:id="rId1"/>
  </p:sldMasterIdLst>
  <p:notesMasterIdLst>
    <p:notesMasterId r:id="rId53"/>
  </p:notesMasterIdLst>
  <p:sldIdLst>
    <p:sldId id="273" r:id="rId2"/>
    <p:sldId id="282" r:id="rId3"/>
    <p:sldId id="279" r:id="rId4"/>
    <p:sldId id="331" r:id="rId5"/>
    <p:sldId id="332" r:id="rId6"/>
    <p:sldId id="333" r:id="rId7"/>
    <p:sldId id="334" r:id="rId8"/>
    <p:sldId id="335" r:id="rId9"/>
    <p:sldId id="336" r:id="rId10"/>
    <p:sldId id="337" r:id="rId11"/>
    <p:sldId id="364" r:id="rId12"/>
    <p:sldId id="338" r:id="rId13"/>
    <p:sldId id="339" r:id="rId14"/>
    <p:sldId id="340" r:id="rId15"/>
    <p:sldId id="347" r:id="rId16"/>
    <p:sldId id="341" r:id="rId17"/>
    <p:sldId id="342" r:id="rId18"/>
    <p:sldId id="343" r:id="rId19"/>
    <p:sldId id="344" r:id="rId20"/>
    <p:sldId id="349" r:id="rId21"/>
    <p:sldId id="359" r:id="rId22"/>
    <p:sldId id="350" r:id="rId23"/>
    <p:sldId id="352" r:id="rId24"/>
    <p:sldId id="360" r:id="rId25"/>
    <p:sldId id="345" r:id="rId26"/>
    <p:sldId id="346" r:id="rId27"/>
    <p:sldId id="355" r:id="rId28"/>
    <p:sldId id="353" r:id="rId29"/>
    <p:sldId id="348" r:id="rId30"/>
    <p:sldId id="354" r:id="rId31"/>
    <p:sldId id="358" r:id="rId32"/>
    <p:sldId id="356" r:id="rId33"/>
    <p:sldId id="357" r:id="rId34"/>
    <p:sldId id="365" r:id="rId35"/>
    <p:sldId id="362" r:id="rId36"/>
    <p:sldId id="361" r:id="rId37"/>
    <p:sldId id="363" r:id="rId38"/>
    <p:sldId id="366" r:id="rId39"/>
    <p:sldId id="367" r:id="rId40"/>
    <p:sldId id="368" r:id="rId41"/>
    <p:sldId id="369" r:id="rId42"/>
    <p:sldId id="370" r:id="rId43"/>
    <p:sldId id="371" r:id="rId44"/>
    <p:sldId id="372" r:id="rId45"/>
    <p:sldId id="373" r:id="rId46"/>
    <p:sldId id="374" r:id="rId47"/>
    <p:sldId id="375" r:id="rId48"/>
    <p:sldId id="280" r:id="rId49"/>
    <p:sldId id="284" r:id="rId50"/>
    <p:sldId id="286" r:id="rId51"/>
    <p:sldId id="289" r:id="rId5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clVOB7HOecvYFexXNjhtlw==" hashData="lL2Jx51sTCzPDciFT8VmvgNcNGjpEyxEPgGIARHx/1hUS5m43d6459TNVozp/K5Q3NpICeoM8NEIAqFMfds84w=="/>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6B"/>
    <a:srgbClr val="780811"/>
    <a:srgbClr val="EDF2F3"/>
    <a:srgbClr val="1C1C1C"/>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40ADC7-0439-460A-83E6-BBE18D45E0CB}" v="41" dt="2025-10-25T05:53:28.85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6" autoAdjust="0"/>
    <p:restoredTop sz="94647" autoAdjust="0"/>
  </p:normalViewPr>
  <p:slideViewPr>
    <p:cSldViewPr snapToGrid="0" snapToObjects="1">
      <p:cViewPr varScale="1">
        <p:scale>
          <a:sx n="134" d="100"/>
          <a:sy n="134" d="100"/>
        </p:scale>
        <p:origin x="954" y="11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EB4E0B-10DA-0748-9772-375F167C48C3}" type="datetimeFigureOut">
              <a:rPr lang="en-US" smtClean="0"/>
              <a:t>10/25/2025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224B6-AC52-144B-AED6-B20AEBA9C630}" type="slidenum">
              <a:rPr lang="en-US" smtClean="0"/>
              <a:t>‹#›</a:t>
            </a:fld>
            <a:endParaRPr lang="en-US"/>
          </a:p>
        </p:txBody>
      </p:sp>
    </p:spTree>
    <p:extLst>
      <p:ext uri="{BB962C8B-B14F-4D97-AF65-F5344CB8AC3E}">
        <p14:creationId xmlns:p14="http://schemas.microsoft.com/office/powerpoint/2010/main" val="402398924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defTabSz="447919">
              <a:defRPr/>
            </a:pPr>
            <a:endParaRPr lang="en-US" dirty="0"/>
          </a:p>
        </p:txBody>
      </p:sp>
      <p:sp>
        <p:nvSpPr>
          <p:cNvPr id="4" name="Slide Number Placeholder 3"/>
          <p:cNvSpPr>
            <a:spLocks noGrp="1"/>
          </p:cNvSpPr>
          <p:nvPr>
            <p:ph type="sldNum" sz="quarter" idx="10"/>
          </p:nvPr>
        </p:nvSpPr>
        <p:spPr/>
        <p:txBody>
          <a:bodyPr/>
          <a:lstStyle/>
          <a:p>
            <a:fld id="{1063461B-20B2-0D4B-AD29-BCDFF9922967}" type="slidenum">
              <a:rPr lang="en-US" smtClean="0">
                <a:solidFill>
                  <a:prstClr val="black"/>
                </a:solidFill>
                <a:latin typeface="Calibri"/>
              </a:rPr>
              <a:pPr/>
              <a:t>1</a:t>
            </a:fld>
            <a:endParaRPr lang="en-US">
              <a:solidFill>
                <a:prstClr val="black"/>
              </a:solidFill>
              <a:latin typeface="Calibri"/>
            </a:endParaRPr>
          </a:p>
        </p:txBody>
      </p:sp>
    </p:spTree>
    <p:extLst>
      <p:ext uri="{BB962C8B-B14F-4D97-AF65-F5344CB8AC3E}">
        <p14:creationId xmlns:p14="http://schemas.microsoft.com/office/powerpoint/2010/main" val="3366646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dirty="0"/>
              <a:t>stand-still : </a:t>
            </a:r>
            <a:r>
              <a:rPr lang="ko-KR" altLang="en-US" sz="1200" dirty="0"/>
              <a:t>정지</a:t>
            </a:r>
            <a:endParaRPr lang="ko-KR" altLang="en-US" dirty="0"/>
          </a:p>
        </p:txBody>
      </p:sp>
      <p:sp>
        <p:nvSpPr>
          <p:cNvPr id="4" name="슬라이드 번호 개체 틀 3"/>
          <p:cNvSpPr>
            <a:spLocks noGrp="1"/>
          </p:cNvSpPr>
          <p:nvPr>
            <p:ph type="sldNum" sz="quarter" idx="5"/>
          </p:nvPr>
        </p:nvSpPr>
        <p:spPr/>
        <p:txBody>
          <a:bodyPr/>
          <a:lstStyle/>
          <a:p>
            <a:fld id="{52E224B6-AC52-144B-AED6-B20AEBA9C630}" type="slidenum">
              <a:rPr lang="en-US" smtClean="0"/>
              <a:t>17</a:t>
            </a:fld>
            <a:endParaRPr lang="en-US"/>
          </a:p>
        </p:txBody>
      </p:sp>
    </p:spTree>
    <p:extLst>
      <p:ext uri="{BB962C8B-B14F-4D97-AF65-F5344CB8AC3E}">
        <p14:creationId xmlns:p14="http://schemas.microsoft.com/office/powerpoint/2010/main" val="2064121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dirty="0"/>
              <a:t>intermittent : </a:t>
            </a:r>
            <a:r>
              <a:rPr lang="ko-KR" altLang="en-US" sz="1200" dirty="0"/>
              <a:t>간헐적인</a:t>
            </a:r>
            <a:endParaRPr lang="en-US" altLang="ko-KR" sz="1200" dirty="0"/>
          </a:p>
        </p:txBody>
      </p:sp>
      <p:sp>
        <p:nvSpPr>
          <p:cNvPr id="4" name="슬라이드 번호 개체 틀 3"/>
          <p:cNvSpPr>
            <a:spLocks noGrp="1"/>
          </p:cNvSpPr>
          <p:nvPr>
            <p:ph type="sldNum" sz="quarter" idx="5"/>
          </p:nvPr>
        </p:nvSpPr>
        <p:spPr/>
        <p:txBody>
          <a:bodyPr/>
          <a:lstStyle/>
          <a:p>
            <a:fld id="{52E224B6-AC52-144B-AED6-B20AEBA9C630}" type="slidenum">
              <a:rPr lang="en-US" smtClean="0"/>
              <a:t>18</a:t>
            </a:fld>
            <a:endParaRPr lang="en-US"/>
          </a:p>
        </p:txBody>
      </p:sp>
    </p:spTree>
    <p:extLst>
      <p:ext uri="{BB962C8B-B14F-4D97-AF65-F5344CB8AC3E}">
        <p14:creationId xmlns:p14="http://schemas.microsoft.com/office/powerpoint/2010/main" val="3059634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94786-E0EB-BE09-A250-7059792ED7E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9CCA757-CF13-7476-10B5-782D340141C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68B995C-80C8-1E85-2DEC-5AC3A52B88EB}"/>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65CF9179-0816-F510-5B3C-BBF20022D76D}"/>
              </a:ext>
            </a:extLst>
          </p:cNvPr>
          <p:cNvSpPr>
            <a:spLocks noGrp="1"/>
          </p:cNvSpPr>
          <p:nvPr>
            <p:ph type="sldNum" sz="quarter" idx="5"/>
          </p:nvPr>
        </p:nvSpPr>
        <p:spPr/>
        <p:txBody>
          <a:bodyPr/>
          <a:lstStyle/>
          <a:p>
            <a:fld id="{52E224B6-AC52-144B-AED6-B20AEBA9C630}" type="slidenum">
              <a:rPr lang="en-US" smtClean="0"/>
              <a:t>19</a:t>
            </a:fld>
            <a:endParaRPr lang="en-US"/>
          </a:p>
        </p:txBody>
      </p:sp>
    </p:spTree>
    <p:extLst>
      <p:ext uri="{BB962C8B-B14F-4D97-AF65-F5344CB8AC3E}">
        <p14:creationId xmlns:p14="http://schemas.microsoft.com/office/powerpoint/2010/main" val="1055756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3BAC8-5F5D-9778-968E-7159D63E2BD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56F1F80-FAF2-BAA9-42F8-012E98B73EC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05DF58C-E998-484D-A50F-31EF90ABF485}"/>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47447499-4DAD-4C8E-A5E1-6B3EAB764040}"/>
              </a:ext>
            </a:extLst>
          </p:cNvPr>
          <p:cNvSpPr>
            <a:spLocks noGrp="1"/>
          </p:cNvSpPr>
          <p:nvPr>
            <p:ph type="sldNum" sz="quarter" idx="5"/>
          </p:nvPr>
        </p:nvSpPr>
        <p:spPr/>
        <p:txBody>
          <a:bodyPr/>
          <a:lstStyle/>
          <a:p>
            <a:fld id="{52E224B6-AC52-144B-AED6-B20AEBA9C630}" type="slidenum">
              <a:rPr lang="en-US" smtClean="0"/>
              <a:t>20</a:t>
            </a:fld>
            <a:endParaRPr lang="en-US"/>
          </a:p>
        </p:txBody>
      </p:sp>
    </p:spTree>
    <p:extLst>
      <p:ext uri="{BB962C8B-B14F-4D97-AF65-F5344CB8AC3E}">
        <p14:creationId xmlns:p14="http://schemas.microsoft.com/office/powerpoint/2010/main" val="2271719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EAEA3-6308-A068-55D5-3811CA4B0A9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0434A31-C159-F420-5DA0-37D3C2C218D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3F80749-DD6F-D1DC-7E76-2C73FB2FC697}"/>
              </a:ext>
            </a:extLst>
          </p:cNvPr>
          <p:cNvSpPr>
            <a:spLocks noGrp="1"/>
          </p:cNvSpPr>
          <p:nvPr>
            <p:ph type="body" idx="1"/>
          </p:nvPr>
        </p:nvSpPr>
        <p:spPr/>
        <p:txBody>
          <a:bodyPr/>
          <a:lstStyle/>
          <a:p>
            <a:r>
              <a:rPr lang="en-US" altLang="ko-KR" sz="1200" dirty="0"/>
              <a:t>Mesh : </a:t>
            </a:r>
            <a:r>
              <a:rPr lang="ko-KR" altLang="en-US" sz="1200" dirty="0"/>
              <a:t>맞물리다</a:t>
            </a:r>
            <a:endParaRPr lang="en-US" altLang="ko-KR" sz="1200" dirty="0"/>
          </a:p>
        </p:txBody>
      </p:sp>
      <p:sp>
        <p:nvSpPr>
          <p:cNvPr id="4" name="슬라이드 번호 개체 틀 3">
            <a:extLst>
              <a:ext uri="{FF2B5EF4-FFF2-40B4-BE49-F238E27FC236}">
                <a16:creationId xmlns:a16="http://schemas.microsoft.com/office/drawing/2014/main" id="{2F08227B-9889-C2C5-CFDF-8BB06C038BCF}"/>
              </a:ext>
            </a:extLst>
          </p:cNvPr>
          <p:cNvSpPr>
            <a:spLocks noGrp="1"/>
          </p:cNvSpPr>
          <p:nvPr>
            <p:ph type="sldNum" sz="quarter" idx="5"/>
          </p:nvPr>
        </p:nvSpPr>
        <p:spPr/>
        <p:txBody>
          <a:bodyPr/>
          <a:lstStyle/>
          <a:p>
            <a:fld id="{52E224B6-AC52-144B-AED6-B20AEBA9C630}" type="slidenum">
              <a:rPr lang="en-US" smtClean="0"/>
              <a:t>21</a:t>
            </a:fld>
            <a:endParaRPr lang="en-US"/>
          </a:p>
        </p:txBody>
      </p:sp>
    </p:spTree>
    <p:extLst>
      <p:ext uri="{BB962C8B-B14F-4D97-AF65-F5344CB8AC3E}">
        <p14:creationId xmlns:p14="http://schemas.microsoft.com/office/powerpoint/2010/main" val="61587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80B95-0731-7ADD-78A7-E59A9F3ED0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6CCFABF-E36A-5A21-D853-69BA13028BA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7CBDFE4-DC27-2FBD-16F0-FD07848D772C}"/>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0B921487-889B-99EE-AC78-CB157DCEB5BF}"/>
              </a:ext>
            </a:extLst>
          </p:cNvPr>
          <p:cNvSpPr>
            <a:spLocks noGrp="1"/>
          </p:cNvSpPr>
          <p:nvPr>
            <p:ph type="sldNum" sz="quarter" idx="5"/>
          </p:nvPr>
        </p:nvSpPr>
        <p:spPr/>
        <p:txBody>
          <a:bodyPr/>
          <a:lstStyle/>
          <a:p>
            <a:fld id="{52E224B6-AC52-144B-AED6-B20AEBA9C630}" type="slidenum">
              <a:rPr lang="en-US" smtClean="0"/>
              <a:t>22</a:t>
            </a:fld>
            <a:endParaRPr lang="en-US"/>
          </a:p>
        </p:txBody>
      </p:sp>
    </p:spTree>
    <p:extLst>
      <p:ext uri="{BB962C8B-B14F-4D97-AF65-F5344CB8AC3E}">
        <p14:creationId xmlns:p14="http://schemas.microsoft.com/office/powerpoint/2010/main" val="1752186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B39E2-0DC7-5F5D-A716-6A72C7B787C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659F864-BB67-3B4A-6703-F9CC868681E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2340B35-AE61-E8D0-B066-5A0A5CF07B4D}"/>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51DC32D3-475E-2072-F062-10CA0D385039}"/>
              </a:ext>
            </a:extLst>
          </p:cNvPr>
          <p:cNvSpPr>
            <a:spLocks noGrp="1"/>
          </p:cNvSpPr>
          <p:nvPr>
            <p:ph type="sldNum" sz="quarter" idx="5"/>
          </p:nvPr>
        </p:nvSpPr>
        <p:spPr/>
        <p:txBody>
          <a:bodyPr/>
          <a:lstStyle/>
          <a:p>
            <a:fld id="{52E224B6-AC52-144B-AED6-B20AEBA9C630}" type="slidenum">
              <a:rPr lang="en-US" smtClean="0"/>
              <a:t>23</a:t>
            </a:fld>
            <a:endParaRPr lang="en-US"/>
          </a:p>
        </p:txBody>
      </p:sp>
    </p:spTree>
    <p:extLst>
      <p:ext uri="{BB962C8B-B14F-4D97-AF65-F5344CB8AC3E}">
        <p14:creationId xmlns:p14="http://schemas.microsoft.com/office/powerpoint/2010/main" val="340237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24CAB-6BB1-0045-553B-699E02E8F8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DFEF886-3688-22CE-F7A2-C3F09346964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F371493-01D1-F3BC-31DB-6F65663E10E6}"/>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2E643710-1B6A-0945-B036-78163C38978B}"/>
              </a:ext>
            </a:extLst>
          </p:cNvPr>
          <p:cNvSpPr>
            <a:spLocks noGrp="1"/>
          </p:cNvSpPr>
          <p:nvPr>
            <p:ph type="sldNum" sz="quarter" idx="5"/>
          </p:nvPr>
        </p:nvSpPr>
        <p:spPr/>
        <p:txBody>
          <a:bodyPr/>
          <a:lstStyle/>
          <a:p>
            <a:fld id="{52E224B6-AC52-144B-AED6-B20AEBA9C630}" type="slidenum">
              <a:rPr lang="en-US" smtClean="0"/>
              <a:t>24</a:t>
            </a:fld>
            <a:endParaRPr lang="en-US"/>
          </a:p>
        </p:txBody>
      </p:sp>
    </p:spTree>
    <p:extLst>
      <p:ext uri="{BB962C8B-B14F-4D97-AF65-F5344CB8AC3E}">
        <p14:creationId xmlns:p14="http://schemas.microsoft.com/office/powerpoint/2010/main" val="476985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F000F-234A-9457-0317-AFEA241F925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53BAE0B-B902-662B-427D-8CFC92D3F4C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FDF1CD9-7763-FEFD-0E49-1713F82392DD}"/>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F69C4803-AF0E-31E6-BD25-1CA9B6B32E7B}"/>
              </a:ext>
            </a:extLst>
          </p:cNvPr>
          <p:cNvSpPr>
            <a:spLocks noGrp="1"/>
          </p:cNvSpPr>
          <p:nvPr>
            <p:ph type="sldNum" sz="quarter" idx="5"/>
          </p:nvPr>
        </p:nvSpPr>
        <p:spPr/>
        <p:txBody>
          <a:bodyPr/>
          <a:lstStyle/>
          <a:p>
            <a:fld id="{52E224B6-AC52-144B-AED6-B20AEBA9C630}" type="slidenum">
              <a:rPr lang="en-US" smtClean="0"/>
              <a:t>25</a:t>
            </a:fld>
            <a:endParaRPr lang="en-US"/>
          </a:p>
        </p:txBody>
      </p:sp>
    </p:spTree>
    <p:extLst>
      <p:ext uri="{BB962C8B-B14F-4D97-AF65-F5344CB8AC3E}">
        <p14:creationId xmlns:p14="http://schemas.microsoft.com/office/powerpoint/2010/main" val="2947922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0E3DA-76A9-B9E5-B49E-9DF637D8147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1CDA8AD-D573-8032-EFD9-A3A12D7D4E2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80DB483-E846-45E9-1181-0D1C6A5A05B0}"/>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1384E7DD-1E7B-75F2-F08E-1F7AD414DFAB}"/>
              </a:ext>
            </a:extLst>
          </p:cNvPr>
          <p:cNvSpPr>
            <a:spLocks noGrp="1"/>
          </p:cNvSpPr>
          <p:nvPr>
            <p:ph type="sldNum" sz="quarter" idx="5"/>
          </p:nvPr>
        </p:nvSpPr>
        <p:spPr/>
        <p:txBody>
          <a:bodyPr/>
          <a:lstStyle/>
          <a:p>
            <a:fld id="{52E224B6-AC52-144B-AED6-B20AEBA9C630}" type="slidenum">
              <a:rPr lang="en-US" smtClean="0"/>
              <a:t>26</a:t>
            </a:fld>
            <a:endParaRPr lang="en-US"/>
          </a:p>
        </p:txBody>
      </p:sp>
    </p:spTree>
    <p:extLst>
      <p:ext uri="{BB962C8B-B14F-4D97-AF65-F5344CB8AC3E}">
        <p14:creationId xmlns:p14="http://schemas.microsoft.com/office/powerpoint/2010/main" val="3055765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F8CE-9EDE-BBDE-4D1E-1EC5870B530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FB0F26C-2720-1CAE-6779-0DEE5460122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2FE254-79E9-A847-9F2B-BBB622B9D5C5}"/>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6DBF40D6-5196-9C54-675C-A3FA4BEC265F}"/>
              </a:ext>
            </a:extLst>
          </p:cNvPr>
          <p:cNvSpPr>
            <a:spLocks noGrp="1"/>
          </p:cNvSpPr>
          <p:nvPr>
            <p:ph type="sldNum" sz="quarter" idx="5"/>
          </p:nvPr>
        </p:nvSpPr>
        <p:spPr/>
        <p:txBody>
          <a:bodyPr/>
          <a:lstStyle/>
          <a:p>
            <a:fld id="{52E224B6-AC52-144B-AED6-B20AEBA9C630}" type="slidenum">
              <a:rPr lang="en-US" smtClean="0"/>
              <a:t>27</a:t>
            </a:fld>
            <a:endParaRPr lang="en-US"/>
          </a:p>
        </p:txBody>
      </p:sp>
    </p:spTree>
    <p:extLst>
      <p:ext uri="{BB962C8B-B14F-4D97-AF65-F5344CB8AC3E}">
        <p14:creationId xmlns:p14="http://schemas.microsoft.com/office/powerpoint/2010/main" val="1037815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D7288-4352-C046-634E-B703BF9EEB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3A6CD67-BAED-5F5C-82D9-AA16F6F486F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9CB6378-5CDA-E639-4B7B-E8B793A7CC97}"/>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336F8CC2-35BD-3E5C-D2CF-F392776D599D}"/>
              </a:ext>
            </a:extLst>
          </p:cNvPr>
          <p:cNvSpPr>
            <a:spLocks noGrp="1"/>
          </p:cNvSpPr>
          <p:nvPr>
            <p:ph type="sldNum" sz="quarter" idx="5"/>
          </p:nvPr>
        </p:nvSpPr>
        <p:spPr/>
        <p:txBody>
          <a:bodyPr/>
          <a:lstStyle/>
          <a:p>
            <a:fld id="{52E224B6-AC52-144B-AED6-B20AEBA9C630}" type="slidenum">
              <a:rPr lang="en-US" smtClean="0"/>
              <a:t>28</a:t>
            </a:fld>
            <a:endParaRPr lang="en-US"/>
          </a:p>
        </p:txBody>
      </p:sp>
    </p:spTree>
    <p:extLst>
      <p:ext uri="{BB962C8B-B14F-4D97-AF65-F5344CB8AC3E}">
        <p14:creationId xmlns:p14="http://schemas.microsoft.com/office/powerpoint/2010/main" val="1728022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EEEAF-9E8B-D7DA-3928-E9B30F0EB3D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B7A6935-E1AB-B2B4-96D6-6937D8EFB72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53BC6E6-C2B0-8AD2-6049-3305F51E5910}"/>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E27680F9-3571-B484-EAA4-FF041BFAAE60}"/>
              </a:ext>
            </a:extLst>
          </p:cNvPr>
          <p:cNvSpPr>
            <a:spLocks noGrp="1"/>
          </p:cNvSpPr>
          <p:nvPr>
            <p:ph type="sldNum" sz="quarter" idx="5"/>
          </p:nvPr>
        </p:nvSpPr>
        <p:spPr/>
        <p:txBody>
          <a:bodyPr/>
          <a:lstStyle/>
          <a:p>
            <a:fld id="{52E224B6-AC52-144B-AED6-B20AEBA9C630}" type="slidenum">
              <a:rPr lang="en-US" smtClean="0"/>
              <a:t>29</a:t>
            </a:fld>
            <a:endParaRPr lang="en-US"/>
          </a:p>
        </p:txBody>
      </p:sp>
    </p:spTree>
    <p:extLst>
      <p:ext uri="{BB962C8B-B14F-4D97-AF65-F5344CB8AC3E}">
        <p14:creationId xmlns:p14="http://schemas.microsoft.com/office/powerpoint/2010/main" val="1380174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59B95-D654-3F68-0614-B31AD4A60C8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8953591-F3A0-3185-AC4D-5D30060E7A4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921FFB5-8470-9497-3994-20665CDB8F48}"/>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BC8AA0B1-353A-29A0-9E8C-EBE5DDDDF92D}"/>
              </a:ext>
            </a:extLst>
          </p:cNvPr>
          <p:cNvSpPr>
            <a:spLocks noGrp="1"/>
          </p:cNvSpPr>
          <p:nvPr>
            <p:ph type="sldNum" sz="quarter" idx="5"/>
          </p:nvPr>
        </p:nvSpPr>
        <p:spPr/>
        <p:txBody>
          <a:bodyPr/>
          <a:lstStyle/>
          <a:p>
            <a:fld id="{52E224B6-AC52-144B-AED6-B20AEBA9C630}" type="slidenum">
              <a:rPr lang="en-US" smtClean="0"/>
              <a:t>30</a:t>
            </a:fld>
            <a:endParaRPr lang="en-US"/>
          </a:p>
        </p:txBody>
      </p:sp>
    </p:spTree>
    <p:extLst>
      <p:ext uri="{BB962C8B-B14F-4D97-AF65-F5344CB8AC3E}">
        <p14:creationId xmlns:p14="http://schemas.microsoft.com/office/powerpoint/2010/main" val="2218563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E6598-29F9-2AB7-F011-99F25E030C4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272F9A9-1E77-539E-00AD-509DCDADA9E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0BE8511-E2B5-8D5A-EF4B-9C94D8CB7535}"/>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D891FFB0-4DE5-7563-9A98-94414F5AFFEA}"/>
              </a:ext>
            </a:extLst>
          </p:cNvPr>
          <p:cNvSpPr>
            <a:spLocks noGrp="1"/>
          </p:cNvSpPr>
          <p:nvPr>
            <p:ph type="sldNum" sz="quarter" idx="5"/>
          </p:nvPr>
        </p:nvSpPr>
        <p:spPr/>
        <p:txBody>
          <a:bodyPr/>
          <a:lstStyle/>
          <a:p>
            <a:fld id="{52E224B6-AC52-144B-AED6-B20AEBA9C630}" type="slidenum">
              <a:rPr lang="en-US" smtClean="0"/>
              <a:t>31</a:t>
            </a:fld>
            <a:endParaRPr lang="en-US"/>
          </a:p>
        </p:txBody>
      </p:sp>
    </p:spTree>
    <p:extLst>
      <p:ext uri="{BB962C8B-B14F-4D97-AF65-F5344CB8AC3E}">
        <p14:creationId xmlns:p14="http://schemas.microsoft.com/office/powerpoint/2010/main" val="3674134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D1D23-C5DD-2233-F500-97BBF4E1639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3CF4256-8D95-63D3-81D5-DC84AC458EE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AF4FE75-4C85-3A9C-6234-24004E3FB687}"/>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ACCD2DE4-2557-CEE8-179E-0B72643A17DF}"/>
              </a:ext>
            </a:extLst>
          </p:cNvPr>
          <p:cNvSpPr>
            <a:spLocks noGrp="1"/>
          </p:cNvSpPr>
          <p:nvPr>
            <p:ph type="sldNum" sz="quarter" idx="5"/>
          </p:nvPr>
        </p:nvSpPr>
        <p:spPr/>
        <p:txBody>
          <a:bodyPr/>
          <a:lstStyle/>
          <a:p>
            <a:fld id="{52E224B6-AC52-144B-AED6-B20AEBA9C630}" type="slidenum">
              <a:rPr lang="en-US" smtClean="0"/>
              <a:t>32</a:t>
            </a:fld>
            <a:endParaRPr lang="en-US"/>
          </a:p>
        </p:txBody>
      </p:sp>
    </p:spTree>
    <p:extLst>
      <p:ext uri="{BB962C8B-B14F-4D97-AF65-F5344CB8AC3E}">
        <p14:creationId xmlns:p14="http://schemas.microsoft.com/office/powerpoint/2010/main" val="22762295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5EC85-DCFB-08AF-4F31-6B57C948CDC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9F7D6A4-8A4E-1FFC-C001-1C2E037FC7E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5ADCD37-24B9-E6B5-420A-15F4C7399285}"/>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E3A87CFE-40D6-A58D-2687-F55AFA4E530C}"/>
              </a:ext>
            </a:extLst>
          </p:cNvPr>
          <p:cNvSpPr>
            <a:spLocks noGrp="1"/>
          </p:cNvSpPr>
          <p:nvPr>
            <p:ph type="sldNum" sz="quarter" idx="5"/>
          </p:nvPr>
        </p:nvSpPr>
        <p:spPr/>
        <p:txBody>
          <a:bodyPr/>
          <a:lstStyle/>
          <a:p>
            <a:fld id="{52E224B6-AC52-144B-AED6-B20AEBA9C630}" type="slidenum">
              <a:rPr lang="en-US" smtClean="0"/>
              <a:t>33</a:t>
            </a:fld>
            <a:endParaRPr lang="en-US"/>
          </a:p>
        </p:txBody>
      </p:sp>
    </p:spTree>
    <p:extLst>
      <p:ext uri="{BB962C8B-B14F-4D97-AF65-F5344CB8AC3E}">
        <p14:creationId xmlns:p14="http://schemas.microsoft.com/office/powerpoint/2010/main" val="28722710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B39EA-3179-34BA-5DBB-D0AEA26BE71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86FD7E7-0F3C-1549-BA2C-4D0B4C328AB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DEA2A8A-9F20-B94A-16E0-DB054E8D4465}"/>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44E0D1CC-8067-4BD3-6FAA-B20E97EB8884}"/>
              </a:ext>
            </a:extLst>
          </p:cNvPr>
          <p:cNvSpPr>
            <a:spLocks noGrp="1"/>
          </p:cNvSpPr>
          <p:nvPr>
            <p:ph type="sldNum" sz="quarter" idx="5"/>
          </p:nvPr>
        </p:nvSpPr>
        <p:spPr/>
        <p:txBody>
          <a:bodyPr/>
          <a:lstStyle/>
          <a:p>
            <a:fld id="{52E224B6-AC52-144B-AED6-B20AEBA9C630}" type="slidenum">
              <a:rPr lang="en-US" smtClean="0"/>
              <a:t>34</a:t>
            </a:fld>
            <a:endParaRPr lang="en-US"/>
          </a:p>
        </p:txBody>
      </p:sp>
    </p:spTree>
    <p:extLst>
      <p:ext uri="{BB962C8B-B14F-4D97-AF65-F5344CB8AC3E}">
        <p14:creationId xmlns:p14="http://schemas.microsoft.com/office/powerpoint/2010/main" val="30361798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A2F33-3E75-F5AD-6CB4-C291C1FD0A7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FC15C46-AFAC-8360-4C4F-43EEB5526C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AF088F7-C745-B45F-5CF8-68ED9B59A47E}"/>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5C508722-2BA6-207F-CB10-B50FCF5EBAD4}"/>
              </a:ext>
            </a:extLst>
          </p:cNvPr>
          <p:cNvSpPr>
            <a:spLocks noGrp="1"/>
          </p:cNvSpPr>
          <p:nvPr>
            <p:ph type="sldNum" sz="quarter" idx="5"/>
          </p:nvPr>
        </p:nvSpPr>
        <p:spPr/>
        <p:txBody>
          <a:bodyPr/>
          <a:lstStyle/>
          <a:p>
            <a:fld id="{52E224B6-AC52-144B-AED6-B20AEBA9C630}" type="slidenum">
              <a:rPr lang="en-US" smtClean="0"/>
              <a:t>35</a:t>
            </a:fld>
            <a:endParaRPr lang="en-US"/>
          </a:p>
        </p:txBody>
      </p:sp>
    </p:spTree>
    <p:extLst>
      <p:ext uri="{BB962C8B-B14F-4D97-AF65-F5344CB8AC3E}">
        <p14:creationId xmlns:p14="http://schemas.microsoft.com/office/powerpoint/2010/main" val="3730250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BD9F9-EEAF-B8AD-4FEC-01B5832A8C5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9713E0-6E3A-AE47-EB2D-A8801BC0C70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80D400E-6EFB-B1FB-7337-24860E32B6BA}"/>
              </a:ext>
            </a:extLst>
          </p:cNvPr>
          <p:cNvSpPr>
            <a:spLocks noGrp="1"/>
          </p:cNvSpPr>
          <p:nvPr>
            <p:ph type="body" idx="1"/>
          </p:nvPr>
        </p:nvSpPr>
        <p:spPr/>
        <p:txBody>
          <a:bodyPr/>
          <a:lstStyle/>
          <a:p>
            <a:r>
              <a:rPr lang="en-US" altLang="ko-KR" sz="1200" dirty="0"/>
              <a:t>Oblique : </a:t>
            </a:r>
            <a:r>
              <a:rPr lang="ko-KR" altLang="en-US" sz="1200" dirty="0"/>
              <a:t>사각</a:t>
            </a:r>
            <a:endParaRPr lang="en-US" altLang="ko-KR" sz="1200" dirty="0"/>
          </a:p>
          <a:p>
            <a:r>
              <a:rPr lang="ko-KR" altLang="en-US" sz="1200" dirty="0"/>
              <a:t>뉴턴 제</a:t>
            </a:r>
            <a:r>
              <a:rPr lang="en-US" altLang="ko-KR" sz="1200" dirty="0"/>
              <a:t>3</a:t>
            </a:r>
            <a:r>
              <a:rPr lang="ko-KR" altLang="en-US" sz="1200" dirty="0"/>
              <a:t>법칙</a:t>
            </a:r>
            <a:r>
              <a:rPr lang="en-US" altLang="ko-KR" sz="1200" dirty="0"/>
              <a:t> : </a:t>
            </a:r>
            <a:r>
              <a:rPr lang="ko-KR" altLang="en-US" sz="1200" dirty="0"/>
              <a:t>작용</a:t>
            </a:r>
            <a:r>
              <a:rPr lang="en-US" altLang="ko-KR" sz="1200" dirty="0"/>
              <a:t>-</a:t>
            </a:r>
            <a:r>
              <a:rPr lang="ko-KR" altLang="en-US" sz="1200" dirty="0"/>
              <a:t>반작용의 법칙</a:t>
            </a:r>
            <a:endParaRPr lang="en-US" altLang="ko-KR" sz="1200" dirty="0"/>
          </a:p>
        </p:txBody>
      </p:sp>
      <p:sp>
        <p:nvSpPr>
          <p:cNvPr id="4" name="슬라이드 번호 개체 틀 3">
            <a:extLst>
              <a:ext uri="{FF2B5EF4-FFF2-40B4-BE49-F238E27FC236}">
                <a16:creationId xmlns:a16="http://schemas.microsoft.com/office/drawing/2014/main" id="{E497C5B9-8117-40C1-5476-F264A2B7E4CB}"/>
              </a:ext>
            </a:extLst>
          </p:cNvPr>
          <p:cNvSpPr>
            <a:spLocks noGrp="1"/>
          </p:cNvSpPr>
          <p:nvPr>
            <p:ph type="sldNum" sz="quarter" idx="5"/>
          </p:nvPr>
        </p:nvSpPr>
        <p:spPr/>
        <p:txBody>
          <a:bodyPr/>
          <a:lstStyle/>
          <a:p>
            <a:fld id="{52E224B6-AC52-144B-AED6-B20AEBA9C630}" type="slidenum">
              <a:rPr lang="en-US" smtClean="0"/>
              <a:t>36</a:t>
            </a:fld>
            <a:endParaRPr lang="en-US"/>
          </a:p>
        </p:txBody>
      </p:sp>
    </p:spTree>
    <p:extLst>
      <p:ext uri="{BB962C8B-B14F-4D97-AF65-F5344CB8AC3E}">
        <p14:creationId xmlns:p14="http://schemas.microsoft.com/office/powerpoint/2010/main" val="20404144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D6BB8-B689-D8D2-DE34-3817F03AE0D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67F899-113E-8C08-B6E8-C8FA60BDD4F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712AF40-6DF9-D3A5-6D40-CB1A0C02164E}"/>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D22A6265-1864-36B6-0870-8FC8DAD314B7}"/>
              </a:ext>
            </a:extLst>
          </p:cNvPr>
          <p:cNvSpPr>
            <a:spLocks noGrp="1"/>
          </p:cNvSpPr>
          <p:nvPr>
            <p:ph type="sldNum" sz="quarter" idx="5"/>
          </p:nvPr>
        </p:nvSpPr>
        <p:spPr/>
        <p:txBody>
          <a:bodyPr/>
          <a:lstStyle/>
          <a:p>
            <a:fld id="{52E224B6-AC52-144B-AED6-B20AEBA9C630}" type="slidenum">
              <a:rPr lang="en-US" smtClean="0"/>
              <a:t>37</a:t>
            </a:fld>
            <a:endParaRPr lang="en-US"/>
          </a:p>
        </p:txBody>
      </p:sp>
    </p:spTree>
    <p:extLst>
      <p:ext uri="{BB962C8B-B14F-4D97-AF65-F5344CB8AC3E}">
        <p14:creationId xmlns:p14="http://schemas.microsoft.com/office/powerpoint/2010/main" val="3007359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25A61-0B0C-CCDC-D99A-052CC952467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7A591CA-0856-F0ED-9E95-29AAFE67127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5CD54AD-96B4-89BB-C7A8-5D115C98EA09}"/>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5033A249-2BFB-1386-BCC2-CFE4B1DB84E7}"/>
              </a:ext>
            </a:extLst>
          </p:cNvPr>
          <p:cNvSpPr>
            <a:spLocks noGrp="1"/>
          </p:cNvSpPr>
          <p:nvPr>
            <p:ph type="sldNum" sz="quarter" idx="5"/>
          </p:nvPr>
        </p:nvSpPr>
        <p:spPr/>
        <p:txBody>
          <a:bodyPr/>
          <a:lstStyle/>
          <a:p>
            <a:fld id="{52E224B6-AC52-144B-AED6-B20AEBA9C630}" type="slidenum">
              <a:rPr lang="en-US" smtClean="0"/>
              <a:t>38</a:t>
            </a:fld>
            <a:endParaRPr lang="en-US"/>
          </a:p>
        </p:txBody>
      </p:sp>
    </p:spTree>
    <p:extLst>
      <p:ext uri="{BB962C8B-B14F-4D97-AF65-F5344CB8AC3E}">
        <p14:creationId xmlns:p14="http://schemas.microsoft.com/office/powerpoint/2010/main" val="19463287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A4BF1-411A-07CC-769D-E1EB093D835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39916DD-1EB3-55BA-57D0-BA10FAF75D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5D57413-516D-CC39-6208-415CF4575B2A}"/>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C373FFD0-AFF5-F169-F64C-DE76B8FE1C6F}"/>
              </a:ext>
            </a:extLst>
          </p:cNvPr>
          <p:cNvSpPr>
            <a:spLocks noGrp="1"/>
          </p:cNvSpPr>
          <p:nvPr>
            <p:ph type="sldNum" sz="quarter" idx="5"/>
          </p:nvPr>
        </p:nvSpPr>
        <p:spPr/>
        <p:txBody>
          <a:bodyPr/>
          <a:lstStyle/>
          <a:p>
            <a:fld id="{52E224B6-AC52-144B-AED6-B20AEBA9C630}" type="slidenum">
              <a:rPr lang="en-US" smtClean="0"/>
              <a:t>39</a:t>
            </a:fld>
            <a:endParaRPr lang="en-US"/>
          </a:p>
        </p:txBody>
      </p:sp>
    </p:spTree>
    <p:extLst>
      <p:ext uri="{BB962C8B-B14F-4D97-AF65-F5344CB8AC3E}">
        <p14:creationId xmlns:p14="http://schemas.microsoft.com/office/powerpoint/2010/main" val="5459612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689CC-2A6A-1E2E-92AF-89D9BA13CA4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D37EDFD-5357-D9C5-F046-A87C101B33B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79688FB-594B-8B1A-C58C-3D320C9D2D2C}"/>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E716E449-5166-FD22-BC6B-F8A7BB2F5EF8}"/>
              </a:ext>
            </a:extLst>
          </p:cNvPr>
          <p:cNvSpPr>
            <a:spLocks noGrp="1"/>
          </p:cNvSpPr>
          <p:nvPr>
            <p:ph type="sldNum" sz="quarter" idx="5"/>
          </p:nvPr>
        </p:nvSpPr>
        <p:spPr/>
        <p:txBody>
          <a:bodyPr/>
          <a:lstStyle/>
          <a:p>
            <a:fld id="{52E224B6-AC52-144B-AED6-B20AEBA9C630}" type="slidenum">
              <a:rPr lang="en-US" smtClean="0"/>
              <a:t>40</a:t>
            </a:fld>
            <a:endParaRPr lang="en-US"/>
          </a:p>
        </p:txBody>
      </p:sp>
    </p:spTree>
    <p:extLst>
      <p:ext uri="{BB962C8B-B14F-4D97-AF65-F5344CB8AC3E}">
        <p14:creationId xmlns:p14="http://schemas.microsoft.com/office/powerpoint/2010/main" val="27842911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1D7C5-024E-89C2-CE80-74E3CA72CA3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8D1EF6D-07E6-AC76-656E-894C81697B1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FB10E96-B4E9-BB93-21C4-9E2C0958F02B}"/>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D19CA29A-A09B-EB4A-4E3A-3C51774A1456}"/>
              </a:ext>
            </a:extLst>
          </p:cNvPr>
          <p:cNvSpPr>
            <a:spLocks noGrp="1"/>
          </p:cNvSpPr>
          <p:nvPr>
            <p:ph type="sldNum" sz="quarter" idx="5"/>
          </p:nvPr>
        </p:nvSpPr>
        <p:spPr/>
        <p:txBody>
          <a:bodyPr/>
          <a:lstStyle/>
          <a:p>
            <a:fld id="{52E224B6-AC52-144B-AED6-B20AEBA9C630}" type="slidenum">
              <a:rPr lang="en-US" smtClean="0"/>
              <a:t>41</a:t>
            </a:fld>
            <a:endParaRPr lang="en-US"/>
          </a:p>
        </p:txBody>
      </p:sp>
    </p:spTree>
    <p:extLst>
      <p:ext uri="{BB962C8B-B14F-4D97-AF65-F5344CB8AC3E}">
        <p14:creationId xmlns:p14="http://schemas.microsoft.com/office/powerpoint/2010/main" val="39022367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C3D0F-2BE4-F4E6-98FC-75EB0C7586C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8F6ECDF-5891-B527-4808-A5BA3E96360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7F5DBD7-A4EA-2D93-0F56-F1513E3CB76A}"/>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371A8E6F-69CA-1485-C793-206A41E7F150}"/>
              </a:ext>
            </a:extLst>
          </p:cNvPr>
          <p:cNvSpPr>
            <a:spLocks noGrp="1"/>
          </p:cNvSpPr>
          <p:nvPr>
            <p:ph type="sldNum" sz="quarter" idx="5"/>
          </p:nvPr>
        </p:nvSpPr>
        <p:spPr/>
        <p:txBody>
          <a:bodyPr/>
          <a:lstStyle/>
          <a:p>
            <a:fld id="{52E224B6-AC52-144B-AED6-B20AEBA9C630}" type="slidenum">
              <a:rPr lang="en-US" smtClean="0"/>
              <a:t>42</a:t>
            </a:fld>
            <a:endParaRPr lang="en-US"/>
          </a:p>
        </p:txBody>
      </p:sp>
    </p:spTree>
    <p:extLst>
      <p:ext uri="{BB962C8B-B14F-4D97-AF65-F5344CB8AC3E}">
        <p14:creationId xmlns:p14="http://schemas.microsoft.com/office/powerpoint/2010/main" val="2353820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CD536-8AE6-4384-82BB-CB9A975E5C3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5AACA8-ABA9-3018-4AB0-6DC00D7E0D4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251EBD3-4300-C3AD-FA91-B07D51160BE6}"/>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9841ED92-5E82-F12C-48EF-F7D1F36AC97E}"/>
              </a:ext>
            </a:extLst>
          </p:cNvPr>
          <p:cNvSpPr>
            <a:spLocks noGrp="1"/>
          </p:cNvSpPr>
          <p:nvPr>
            <p:ph type="sldNum" sz="quarter" idx="5"/>
          </p:nvPr>
        </p:nvSpPr>
        <p:spPr/>
        <p:txBody>
          <a:bodyPr/>
          <a:lstStyle/>
          <a:p>
            <a:fld id="{52E224B6-AC52-144B-AED6-B20AEBA9C630}" type="slidenum">
              <a:rPr lang="en-US" smtClean="0"/>
              <a:t>43</a:t>
            </a:fld>
            <a:endParaRPr lang="en-US"/>
          </a:p>
        </p:txBody>
      </p:sp>
    </p:spTree>
    <p:extLst>
      <p:ext uri="{BB962C8B-B14F-4D97-AF65-F5344CB8AC3E}">
        <p14:creationId xmlns:p14="http://schemas.microsoft.com/office/powerpoint/2010/main" val="22006954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3D9C6-2639-E226-F007-65FDD67308C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699E801-A641-5DF2-D6F6-A13336F2227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8FF0B9D-3644-A7D0-B983-19BB7E02A837}"/>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23591959-E4EF-E4A0-7483-A02E269EE418}"/>
              </a:ext>
            </a:extLst>
          </p:cNvPr>
          <p:cNvSpPr>
            <a:spLocks noGrp="1"/>
          </p:cNvSpPr>
          <p:nvPr>
            <p:ph type="sldNum" sz="quarter" idx="5"/>
          </p:nvPr>
        </p:nvSpPr>
        <p:spPr/>
        <p:txBody>
          <a:bodyPr/>
          <a:lstStyle/>
          <a:p>
            <a:fld id="{52E224B6-AC52-144B-AED6-B20AEBA9C630}" type="slidenum">
              <a:rPr lang="en-US" smtClean="0"/>
              <a:t>44</a:t>
            </a:fld>
            <a:endParaRPr lang="en-US"/>
          </a:p>
        </p:txBody>
      </p:sp>
    </p:spTree>
    <p:extLst>
      <p:ext uri="{BB962C8B-B14F-4D97-AF65-F5344CB8AC3E}">
        <p14:creationId xmlns:p14="http://schemas.microsoft.com/office/powerpoint/2010/main" val="31375119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8B4D6-147E-F6F3-93B1-764808BB00A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5690FFA-81E1-C480-A4F1-36F5923A817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25B1E3-FBC4-D4DD-CF45-9475F2696096}"/>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1AC0F290-D8C5-395D-EF4D-BF708E1D2F78}"/>
              </a:ext>
            </a:extLst>
          </p:cNvPr>
          <p:cNvSpPr>
            <a:spLocks noGrp="1"/>
          </p:cNvSpPr>
          <p:nvPr>
            <p:ph type="sldNum" sz="quarter" idx="5"/>
          </p:nvPr>
        </p:nvSpPr>
        <p:spPr/>
        <p:txBody>
          <a:bodyPr/>
          <a:lstStyle/>
          <a:p>
            <a:fld id="{52E224B6-AC52-144B-AED6-B20AEBA9C630}" type="slidenum">
              <a:rPr lang="en-US" smtClean="0"/>
              <a:t>45</a:t>
            </a:fld>
            <a:endParaRPr lang="en-US"/>
          </a:p>
        </p:txBody>
      </p:sp>
    </p:spTree>
    <p:extLst>
      <p:ext uri="{BB962C8B-B14F-4D97-AF65-F5344CB8AC3E}">
        <p14:creationId xmlns:p14="http://schemas.microsoft.com/office/powerpoint/2010/main" val="31900568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28D0D-FB6A-9DE0-5D6F-C0997AA085F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822BF0B-2AAC-0900-FA89-88474D6A237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3269394-0664-93D0-B5E7-B749BED94A6B}"/>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4BF8A3D6-5CA2-6049-902C-0A8BD074CA9A}"/>
              </a:ext>
            </a:extLst>
          </p:cNvPr>
          <p:cNvSpPr>
            <a:spLocks noGrp="1"/>
          </p:cNvSpPr>
          <p:nvPr>
            <p:ph type="sldNum" sz="quarter" idx="5"/>
          </p:nvPr>
        </p:nvSpPr>
        <p:spPr/>
        <p:txBody>
          <a:bodyPr/>
          <a:lstStyle/>
          <a:p>
            <a:fld id="{52E224B6-AC52-144B-AED6-B20AEBA9C630}" type="slidenum">
              <a:rPr lang="en-US" smtClean="0"/>
              <a:t>46</a:t>
            </a:fld>
            <a:endParaRPr lang="en-US"/>
          </a:p>
        </p:txBody>
      </p:sp>
    </p:spTree>
    <p:extLst>
      <p:ext uri="{BB962C8B-B14F-4D97-AF65-F5344CB8AC3E}">
        <p14:creationId xmlns:p14="http://schemas.microsoft.com/office/powerpoint/2010/main" val="11666725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5ECCF-41DE-0871-B4DC-738C38E8459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EE1B235-00FA-052D-CD01-2B4A56FD2D2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AC4045C-6406-49C7-3041-E3CF05E5C5BA}"/>
              </a:ext>
            </a:extLst>
          </p:cNvPr>
          <p:cNvSpPr>
            <a:spLocks noGrp="1"/>
          </p:cNvSpPr>
          <p:nvPr>
            <p:ph type="body" idx="1"/>
          </p:nvPr>
        </p:nvSpPr>
        <p:spPr/>
        <p:txBody>
          <a:bodyPr/>
          <a:lstStyle/>
          <a:p>
            <a:endParaRPr lang="en-US" altLang="ko-KR" sz="1200" dirty="0"/>
          </a:p>
        </p:txBody>
      </p:sp>
      <p:sp>
        <p:nvSpPr>
          <p:cNvPr id="4" name="슬라이드 번호 개체 틀 3">
            <a:extLst>
              <a:ext uri="{FF2B5EF4-FFF2-40B4-BE49-F238E27FC236}">
                <a16:creationId xmlns:a16="http://schemas.microsoft.com/office/drawing/2014/main" id="{AD536D5D-0710-CC63-6777-FED9D3654172}"/>
              </a:ext>
            </a:extLst>
          </p:cNvPr>
          <p:cNvSpPr>
            <a:spLocks noGrp="1"/>
          </p:cNvSpPr>
          <p:nvPr>
            <p:ph type="sldNum" sz="quarter" idx="5"/>
          </p:nvPr>
        </p:nvSpPr>
        <p:spPr/>
        <p:txBody>
          <a:bodyPr/>
          <a:lstStyle/>
          <a:p>
            <a:fld id="{52E224B6-AC52-144B-AED6-B20AEBA9C630}" type="slidenum">
              <a:rPr lang="en-US" smtClean="0"/>
              <a:t>47</a:t>
            </a:fld>
            <a:endParaRPr lang="en-US"/>
          </a:p>
        </p:txBody>
      </p:sp>
    </p:spTree>
    <p:extLst>
      <p:ext uri="{BB962C8B-B14F-4D97-AF65-F5344CB8AC3E}">
        <p14:creationId xmlns:p14="http://schemas.microsoft.com/office/powerpoint/2010/main" val="5218083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465793" y="1286865"/>
            <a:ext cx="8361663" cy="593689"/>
          </a:xfrm>
        </p:spPr>
        <p:txBody>
          <a:bodyPr wrap="square" anchor="ctr" anchorCtr="0">
            <a:spAutoFit/>
          </a:bodyPr>
          <a:lstStyle>
            <a:lvl1pPr algn="l">
              <a:lnSpc>
                <a:spcPct val="90000"/>
              </a:lnSpc>
              <a:defRPr sz="3600" b="0" i="0">
                <a:ln>
                  <a:noFill/>
                </a:ln>
                <a:solidFill>
                  <a:schemeClr val="tx1">
                    <a:lumMod val="75000"/>
                    <a:lumOff val="25000"/>
                  </a:schemeClr>
                </a:solidFill>
                <a:effectLst/>
                <a:latin typeface="Calibri" panose="020F0502020204030204" pitchFamily="34" charset="0"/>
                <a:cs typeface="Calibri" panose="020F0502020204030204" pitchFamily="34" charset="0"/>
              </a:defRPr>
            </a:lvl1pPr>
          </a:lstStyle>
          <a:p>
            <a:r>
              <a:rPr lang="en-US" dirty="0"/>
              <a:t>Click  to edit Master title style</a:t>
            </a:r>
          </a:p>
        </p:txBody>
      </p:sp>
      <p:sp>
        <p:nvSpPr>
          <p:cNvPr id="3" name="Subtitle 2"/>
          <p:cNvSpPr>
            <a:spLocks noGrp="1"/>
          </p:cNvSpPr>
          <p:nvPr>
            <p:ph type="subTitle" idx="1"/>
          </p:nvPr>
        </p:nvSpPr>
        <p:spPr bwMode="gray">
          <a:xfrm>
            <a:off x="465793" y="2274235"/>
            <a:ext cx="7817185" cy="426592"/>
          </a:xfrm>
        </p:spPr>
        <p:txBody>
          <a:bodyPr wrap="square" anchor="t" anchorCtr="0">
            <a:spAutoFit/>
          </a:bodyPr>
          <a:lstStyle>
            <a:lvl1pPr marL="0" indent="0" algn="l">
              <a:lnSpc>
                <a:spcPct val="90000"/>
              </a:lnSpc>
              <a:spcBef>
                <a:spcPts val="0"/>
              </a:spcBef>
              <a:buNone/>
              <a:defRPr sz="2400" b="0" i="0">
                <a:solidFill>
                  <a:schemeClr val="tx1">
                    <a:lumMod val="65000"/>
                    <a:lumOff val="35000"/>
                  </a:schemeClr>
                </a:solidFill>
                <a:effectLst/>
                <a:latin typeface="Calibri" panose="020F0502020204030204" pitchFamily="34" charset="0"/>
                <a:cs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5" name="그림 4" descr="폰트, 텍스트, 그래픽, 스크린샷이(가) 표시된 사진&#10;&#10;AI 생성 콘텐츠는 정확하지 않을 수 있습니다.">
            <a:extLst>
              <a:ext uri="{FF2B5EF4-FFF2-40B4-BE49-F238E27FC236}">
                <a16:creationId xmlns:a16="http://schemas.microsoft.com/office/drawing/2014/main" id="{436F795F-5BDB-2DED-927D-E4FF22FD2306}"/>
              </a:ext>
            </a:extLst>
          </p:cNvPr>
          <p:cNvPicPr>
            <a:picLocks noChangeAspect="1"/>
          </p:cNvPicPr>
          <p:nvPr userDrawn="1"/>
        </p:nvPicPr>
        <p:blipFill>
          <a:blip r:embed="rId2"/>
          <a:stretch>
            <a:fillRect/>
          </a:stretch>
        </p:blipFill>
        <p:spPr>
          <a:xfrm>
            <a:off x="5464353" y="3952645"/>
            <a:ext cx="3194222" cy="689755"/>
          </a:xfrm>
          <a:prstGeom prst="rect">
            <a:avLst/>
          </a:prstGeom>
        </p:spPr>
      </p:pic>
      <p:sp>
        <p:nvSpPr>
          <p:cNvPr id="6" name="Subtitle 2">
            <a:extLst>
              <a:ext uri="{FF2B5EF4-FFF2-40B4-BE49-F238E27FC236}">
                <a16:creationId xmlns:a16="http://schemas.microsoft.com/office/drawing/2014/main" id="{E16C3C3F-88B1-A993-0DFA-F3180D58A9C2}"/>
              </a:ext>
            </a:extLst>
          </p:cNvPr>
          <p:cNvSpPr txBox="1">
            <a:spLocks/>
          </p:cNvSpPr>
          <p:nvPr userDrawn="1"/>
        </p:nvSpPr>
        <p:spPr bwMode="gray">
          <a:xfrm>
            <a:off x="5962919" y="4650808"/>
            <a:ext cx="2788277" cy="476028"/>
          </a:xfrm>
          <a:prstGeom prst="rect">
            <a:avLst/>
          </a:prstGeom>
        </p:spPr>
        <p:txBody>
          <a:bodyPr vert="horz" wrap="square" lIns="91440" tIns="45720" rIns="91440" bIns="45720" rtlCol="0" anchor="t" anchorCtr="0">
            <a:spAutoFit/>
          </a:bodyPr>
          <a:lstStyle>
            <a:lvl1pPr marL="0" indent="0" algn="l" defTabSz="457200" rtl="0" eaLnBrk="1" latinLnBrk="0" hangingPunct="1">
              <a:lnSpc>
                <a:spcPct val="90000"/>
              </a:lnSpc>
              <a:spcBef>
                <a:spcPts val="0"/>
              </a:spcBef>
              <a:spcAft>
                <a:spcPts val="400"/>
              </a:spcAft>
              <a:buSzPct val="110000"/>
              <a:buFont typeface="Arial"/>
              <a:buNone/>
              <a:defRPr sz="2400" b="0" i="0" kern="1200">
                <a:solidFill>
                  <a:schemeClr val="tx1">
                    <a:lumMod val="65000"/>
                    <a:lumOff val="35000"/>
                  </a:schemeClr>
                </a:solidFill>
                <a:effectLst/>
                <a:latin typeface="Helvetica Light"/>
                <a:ea typeface="+mn-ea"/>
                <a:cs typeface="Helvetica Light"/>
              </a:defRPr>
            </a:lvl1pPr>
            <a:lvl2pPr marL="457200" indent="0" algn="ctr" defTabSz="457200" rtl="0" eaLnBrk="1" latinLnBrk="0" hangingPunct="1">
              <a:lnSpc>
                <a:spcPct val="90000"/>
              </a:lnSpc>
              <a:spcBef>
                <a:spcPts val="0"/>
              </a:spcBef>
              <a:spcAft>
                <a:spcPts val="400"/>
              </a:spcAft>
              <a:buFont typeface="Arial"/>
              <a:buNone/>
              <a:defRPr sz="1800" b="0" i="0" kern="1200">
                <a:solidFill>
                  <a:schemeClr val="tx1">
                    <a:tint val="75000"/>
                  </a:schemeClr>
                </a:solidFill>
                <a:latin typeface="Helvetica Light"/>
                <a:ea typeface="+mn-ea"/>
                <a:cs typeface="Helvetica Light"/>
              </a:defRPr>
            </a:lvl2pPr>
            <a:lvl3pPr marL="914400" indent="0" algn="ctr" defTabSz="454025" rtl="0" eaLnBrk="1" latinLnBrk="0" hangingPunct="1">
              <a:lnSpc>
                <a:spcPct val="90000"/>
              </a:lnSpc>
              <a:spcBef>
                <a:spcPts val="0"/>
              </a:spcBef>
              <a:spcAft>
                <a:spcPts val="400"/>
              </a:spcAft>
              <a:buSzPct val="80000"/>
              <a:buFont typeface="Arial"/>
              <a:buNone/>
              <a:defRPr sz="1800" b="0" i="0" kern="1200">
                <a:solidFill>
                  <a:schemeClr val="tx1">
                    <a:tint val="75000"/>
                  </a:schemeClr>
                </a:solidFill>
                <a:latin typeface="Helvetica Light"/>
                <a:ea typeface="+mn-ea"/>
                <a:cs typeface="Helvetica Light"/>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altLang="ko-KR" sz="1200" dirty="0">
                <a:latin typeface="Calibri" panose="020F0502020204030204" pitchFamily="34" charset="0"/>
                <a:cs typeface="Calibri" panose="020F0502020204030204" pitchFamily="34" charset="0"/>
              </a:rPr>
              <a:t>Made by </a:t>
            </a:r>
            <a:r>
              <a:rPr lang="en-US" sz="1200" dirty="0">
                <a:latin typeface="Calibri" panose="020F0502020204030204" pitchFamily="34" charset="0"/>
                <a:cs typeface="Calibri" panose="020F0502020204030204" pitchFamily="34" charset="0"/>
              </a:rPr>
              <a:t>Minho Park (Ph.D.)</a:t>
            </a:r>
          </a:p>
          <a:p>
            <a:pPr algn="r"/>
            <a:r>
              <a:rPr lang="en-US" sz="1200" dirty="0">
                <a:latin typeface="Calibri" panose="020F0502020204030204" pitchFamily="34" charset="0"/>
                <a:cs typeface="Calibri" panose="020F0502020204030204" pitchFamily="34" charset="0"/>
              </a:rPr>
              <a:t>https://orcid.org/0000-0002-6900-4566</a:t>
            </a: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96447"/>
            <a:ext cx="6400800" cy="543739"/>
          </a:xfrm>
        </p:spPr>
        <p:txBody>
          <a:bodyPr/>
          <a:lstStyle/>
          <a:p>
            <a:r>
              <a:rPr lang="en-US" dirty="0"/>
              <a:t>Click to edit Master title style</a:t>
            </a:r>
          </a:p>
        </p:txBody>
      </p:sp>
      <p:sp>
        <p:nvSpPr>
          <p:cNvPr id="4" name="Text Placeholder 3"/>
          <p:cNvSpPr>
            <a:spLocks noGrp="1"/>
          </p:cNvSpPr>
          <p:nvPr>
            <p:ph type="body" sz="quarter" idx="10"/>
          </p:nvPr>
        </p:nvSpPr>
        <p:spPr>
          <a:xfrm>
            <a:off x="304800" y="1101144"/>
            <a:ext cx="8534400" cy="3528811"/>
          </a:xfrm>
        </p:spPr>
        <p:txBody>
          <a:bodyPr/>
          <a:lstStyle>
            <a:lvl1pPr>
              <a:defRPr>
                <a:solidFill>
                  <a:srgbClr val="262626"/>
                </a:solidFill>
              </a:defRPr>
            </a:lvl1pPr>
            <a:lvl2pPr>
              <a:defRPr>
                <a:solidFill>
                  <a:srgbClr val="262626"/>
                </a:solidFill>
              </a:defRPr>
            </a:lvl2pPr>
            <a:lvl3pPr>
              <a:defRPr>
                <a:solidFill>
                  <a:srgbClr val="262626"/>
                </a:solidFil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813598" y="638982"/>
            <a:ext cx="184666" cy="346249"/>
          </a:xfrm>
          <a:prstGeom prst="rect">
            <a:avLst/>
          </a:prstGeom>
          <a:noFill/>
        </p:spPr>
        <p:txBody>
          <a:bodyPr wrap="none" rtlCol="0">
            <a:spAutoFit/>
          </a:bodyPr>
          <a:lstStyle/>
          <a:p>
            <a:pPr>
              <a:lnSpc>
                <a:spcPct val="90000"/>
              </a:lnSpc>
            </a:pPr>
            <a:endParaRPr lang="en-US" dirty="0">
              <a:solidFill>
                <a:srgbClr val="696253"/>
              </a:solidFill>
              <a:latin typeface="Calibri"/>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88201"/>
            <a:ext cx="6400800" cy="543739"/>
          </a:xfrm>
          <a:prstGeom prst="rect">
            <a:avLst/>
          </a:prstGeom>
        </p:spPr>
        <p:txBody>
          <a:bodyPr vert="horz" wrap="square"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304800" y="1129715"/>
            <a:ext cx="8534400" cy="346490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11" name="Rectangle 10"/>
          <p:cNvSpPr/>
          <p:nvPr userDrawn="1"/>
        </p:nvSpPr>
        <p:spPr bwMode="ltGray">
          <a:xfrm>
            <a:off x="0" y="0"/>
            <a:ext cx="204115" cy="5143500"/>
          </a:xfrm>
          <a:prstGeom prst="rect">
            <a:avLst/>
          </a:prstGeom>
          <a:solidFill>
            <a:srgbClr val="00356B"/>
          </a:solidFill>
          <a:ln>
            <a:solidFill>
              <a:srgbClr val="003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7" name="Footer Placeholder 6"/>
          <p:cNvSpPr>
            <a:spLocks noGrp="1"/>
          </p:cNvSpPr>
          <p:nvPr>
            <p:ph type="ftr" sz="quarter" idx="3"/>
          </p:nvPr>
        </p:nvSpPr>
        <p:spPr>
          <a:xfrm>
            <a:off x="3124200" y="4709541"/>
            <a:ext cx="2895600" cy="274637"/>
          </a:xfrm>
          <a:prstGeom prst="rect">
            <a:avLst/>
          </a:prstGeom>
        </p:spPr>
        <p:txBody>
          <a:bodyPr vert="horz" lIns="91440" tIns="45720" rIns="91440" bIns="45720" rtlCol="0" anchor="ctr"/>
          <a:lstStyle>
            <a:lvl1pPr algn="ctr">
              <a:defRPr sz="1200" b="0" i="0">
                <a:solidFill>
                  <a:schemeClr val="tx1">
                    <a:tint val="75000"/>
                  </a:schemeClr>
                </a:solidFill>
                <a:latin typeface="Calibri" panose="020F0502020204030204" pitchFamily="34" charset="0"/>
                <a:cs typeface="Calibri" panose="020F0502020204030204" pitchFamily="34" charset="0"/>
              </a:defRPr>
            </a:lvl1pPr>
          </a:lstStyle>
          <a:p>
            <a:endParaRPr lang="en-US" dirty="0"/>
          </a:p>
        </p:txBody>
      </p:sp>
      <p:sp>
        <p:nvSpPr>
          <p:cNvPr id="17" name="Slide Number Placeholder 16"/>
          <p:cNvSpPr>
            <a:spLocks noGrp="1"/>
          </p:cNvSpPr>
          <p:nvPr>
            <p:ph type="sldNum" sz="quarter" idx="4"/>
          </p:nvPr>
        </p:nvSpPr>
        <p:spPr>
          <a:xfrm>
            <a:off x="304800" y="4731861"/>
            <a:ext cx="703583" cy="274637"/>
          </a:xfrm>
          <a:prstGeom prst="rect">
            <a:avLst/>
          </a:prstGeom>
        </p:spPr>
        <p:txBody>
          <a:bodyPr vert="horz" lIns="91440" tIns="45720" rIns="91440" bIns="45720" rtlCol="0" anchor="ctr"/>
          <a:lstStyle>
            <a:lvl1pPr algn="l">
              <a:defRPr sz="1200" b="0" i="0">
                <a:solidFill>
                  <a:schemeClr val="tx1">
                    <a:tint val="75000"/>
                  </a:schemeClr>
                </a:solidFill>
                <a:latin typeface="Calibri" panose="020F0502020204030204" pitchFamily="34" charset="0"/>
                <a:cs typeface="Calibri" panose="020F0502020204030204" pitchFamily="34" charset="0"/>
              </a:defRPr>
            </a:lvl1pPr>
          </a:lstStyle>
          <a:p>
            <a:fld id="{06B11E49-4B21-4C47-B00C-A5D83590719D}" type="slidenum">
              <a:rPr lang="en-US" smtClean="0"/>
              <a:pPr/>
              <a:t>‹#›</a:t>
            </a:fld>
            <a:endParaRPr lang="en-US" dirty="0"/>
          </a:p>
        </p:txBody>
      </p:sp>
      <p:pic>
        <p:nvPicPr>
          <p:cNvPr id="4" name="그림 3" descr="폰트, 텍스트, 그래픽, 스크린샷이(가) 표시된 사진&#10;&#10;AI 생성 콘텐츠는 정확하지 않을 수 있습니다.">
            <a:extLst>
              <a:ext uri="{FF2B5EF4-FFF2-40B4-BE49-F238E27FC236}">
                <a16:creationId xmlns:a16="http://schemas.microsoft.com/office/drawing/2014/main" id="{3AC8EC1D-A342-60E2-047F-93FE9ECDEA0C}"/>
              </a:ext>
            </a:extLst>
          </p:cNvPr>
          <p:cNvPicPr>
            <a:picLocks noChangeAspect="1"/>
          </p:cNvPicPr>
          <p:nvPr userDrawn="1"/>
        </p:nvPicPr>
        <p:blipFill>
          <a:blip r:embed="rId4"/>
          <a:stretch>
            <a:fillRect/>
          </a:stretch>
        </p:blipFill>
        <p:spPr>
          <a:xfrm>
            <a:off x="7130021" y="4672947"/>
            <a:ext cx="1709179" cy="369077"/>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 id="2147483665" r:id="rId2"/>
  </p:sldLayoutIdLst>
  <p:transition>
    <p:wipe dir="r"/>
  </p:transition>
  <p:txStyles>
    <p:titleStyle>
      <a:lvl1pPr algn="l" defTabSz="457200" rtl="0" eaLnBrk="1" latinLnBrk="0" hangingPunct="1">
        <a:lnSpc>
          <a:spcPct val="90000"/>
        </a:lnSpc>
        <a:spcBef>
          <a:spcPct val="0"/>
        </a:spcBef>
        <a:buNone/>
        <a:defRPr sz="3200" b="0" i="0" kern="1200">
          <a:solidFill>
            <a:srgbClr val="00356B"/>
          </a:solidFill>
          <a:latin typeface="Calibri" panose="020F0502020204030204" pitchFamily="34" charset="0"/>
          <a:ea typeface="+mj-ea"/>
          <a:cs typeface="Calibri" panose="020F0502020204030204" pitchFamily="34" charset="0"/>
        </a:defRPr>
      </a:lvl1pPr>
    </p:titleStyle>
    <p:body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Calibri" panose="020F0502020204030204" pitchFamily="34" charset="0"/>
          <a:ea typeface="+mn-ea"/>
          <a:cs typeface="Calibri" panose="020F0502020204030204" pitchFamily="34" charset="0"/>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Calibri" panose="020F0502020204030204" pitchFamily="34" charset="0"/>
          <a:ea typeface="+mn-ea"/>
          <a:cs typeface="Calibri" panose="020F0502020204030204" pitchFamily="34" charset="0"/>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Calibri" panose="020F0502020204030204" pitchFamily="34" charset="0"/>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2.gif"/><Relationship Id="rId4" Type="http://schemas.openxmlformats.org/officeDocument/2006/relationships/image" Target="../media/image31.gi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UEb09zIxcNg?feature=oembed" TargetMode="External"/><Relationship Id="rId4" Type="http://schemas.openxmlformats.org/officeDocument/2006/relationships/image" Target="../media/image33.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avCZVzmyBlg?feature=oembed" TargetMode="External"/><Relationship Id="rId4" Type="http://schemas.openxmlformats.org/officeDocument/2006/relationships/image" Target="../media/image38.jpe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1.jpe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ideo" Target="https://www.youtube.com/embed/OxSKq3TSFgE?feature=oembed" TargetMode="External"/><Relationship Id="rId4" Type="http://schemas.openxmlformats.org/officeDocument/2006/relationships/image" Target="../media/image45.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ideo" Target="https://www.youtube.com/embed/zXtLtt7Ursw?feature=oembed" TargetMode="External"/><Relationship Id="rId4" Type="http://schemas.openxmlformats.org/officeDocument/2006/relationships/image" Target="../media/image46.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ideo" Target="https://www.youtube.com/embed/E4L03oQL_nc?feature=oembed" TargetMode="External"/><Relationship Id="rId4" Type="http://schemas.openxmlformats.org/officeDocument/2006/relationships/image" Target="../media/image47.jpeg"/></Relationships>
</file>

<file path=ppt/slides/_rels/slide3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ideo" Target="https://www.youtube.com/embed/gn6hnWjnlhI?feature=oembed" TargetMode="External"/><Relationship Id="rId4" Type="http://schemas.openxmlformats.org/officeDocument/2006/relationships/image" Target="../media/image53.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gif"/></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ideo" Target="https://www.youtube.com/embed/QWDB4UlOAJs?feature=oembed" TargetMode="External"/><Relationship Id="rId4" Type="http://schemas.openxmlformats.org/officeDocument/2006/relationships/image" Target="../media/image58.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ideo" Target="https://www.youtube.com/embed/luBKTsv3Lsg?feature=oembed" TargetMode="External"/><Relationship Id="rId4" Type="http://schemas.openxmlformats.org/officeDocument/2006/relationships/image" Target="../media/image59.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ideo" Target="https://www.youtube.com/embed/qHOdmhnkATc?feature=oembed" TargetMode="External"/><Relationship Id="rId4" Type="http://schemas.openxmlformats.org/officeDocument/2006/relationships/image" Target="../media/image60.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ideo" Target="https://www.youtube.com/embed/E5Vos8bqUYg?feature=oembed" TargetMode="External"/><Relationship Id="rId4" Type="http://schemas.openxmlformats.org/officeDocument/2006/relationships/image" Target="../media/image61.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ideo" Target="https://www.youtube.com/embed/RV8u7gV5oXQ?feature=oembed" TargetMode="External"/><Relationship Id="rId4" Type="http://schemas.openxmlformats.org/officeDocument/2006/relationships/image" Target="../media/image62.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ideo" Target="https://www.youtube.com/embed/7LOGCQHI64Y?feature=oembed" TargetMode="External"/><Relationship Id="rId4" Type="http://schemas.openxmlformats.org/officeDocument/2006/relationships/image" Target="../media/image63.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ideo" Target="https://www.youtube.com/embed/0lSymOdy0ok?feature=oembed" TargetMode="External"/><Relationship Id="rId4" Type="http://schemas.openxmlformats.org/officeDocument/2006/relationships/image" Target="../media/image64.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processtechacademy.com/screwing-it-up-with-screw-rotary-motion-pd-pumps/" TargetMode="External"/><Relationship Id="rId2" Type="http://schemas.openxmlformats.org/officeDocument/2006/relationships/hyperlink" Target="https://shop.aminco.co/products/imo-acd-025n6-ivbp-triple-screw-pump-0-5kw-electric-motor-refurbished-tested?srsltid=AfmBOopxf0iLYAo8BBLcePvRr2a7IIumf0BrTJqw7s02xU8SGo_qe_Yt" TargetMode="External"/><Relationship Id="rId1" Type="http://schemas.openxmlformats.org/officeDocument/2006/relationships/slideLayout" Target="../slideLayouts/slideLayout2.xml"/><Relationship Id="rId4" Type="http://schemas.openxmlformats.org/officeDocument/2006/relationships/hyperlink" Target="https://en.wikipedia.org/wiki/Screw_pump"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youtube.com/watch?v=0lSymOdy0o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381741" y="651623"/>
            <a:ext cx="8255450" cy="2751522"/>
          </a:xfrm>
          <a:prstGeom prst="rect">
            <a:avLst/>
          </a:prstGeom>
        </p:spPr>
        <p:txBody>
          <a:bodyPr vert="horz" wrap="square" lIns="91440" tIns="45720" rIns="91440" bIns="45720" rtlCol="0" anchor="ctr" anchorCtr="0">
            <a:spAutoFit/>
          </a:bodyPr>
          <a:lstStyle>
            <a:lvl1pPr algn="l" defTabSz="457200" rtl="0" eaLnBrk="1" latinLnBrk="0" hangingPunct="1">
              <a:lnSpc>
                <a:spcPct val="90000"/>
              </a:lnSpc>
              <a:spcBef>
                <a:spcPct val="0"/>
              </a:spcBef>
              <a:buNone/>
              <a:defRPr sz="4200" i="0" kern="1200">
                <a:solidFill>
                  <a:schemeClr val="bg1"/>
                </a:solidFill>
                <a:effectLst>
                  <a:outerShdw blurRad="38100" dist="38100" dir="2700000" algn="tl">
                    <a:srgbClr val="000000">
                      <a:alpha val="43137"/>
                    </a:srgbClr>
                  </a:outerShdw>
                </a:effectLst>
                <a:latin typeface="Calibri"/>
                <a:ea typeface="+mj-ea"/>
                <a:cs typeface="Calibri"/>
              </a:defRPr>
            </a:lvl1pPr>
          </a:lstStyle>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KMOU </a:t>
            </a:r>
            <a:r>
              <a:rPr lang="en-US" sz="2800" dirty="0">
                <a:solidFill>
                  <a:schemeClr val="tx1">
                    <a:lumMod val="75000"/>
                    <a:lumOff val="25000"/>
                  </a:schemeClr>
                </a:solidFill>
                <a:effectLst/>
                <a:latin typeface="Calibri" panose="020F0502020204030204" pitchFamily="34" charset="0"/>
                <a:cs typeface="Calibri" panose="020F0502020204030204" pitchFamily="34" charset="0"/>
              </a:rPr>
              <a:t>Division of Marine System Engineering</a:t>
            </a:r>
          </a:p>
          <a:p>
            <a:endParaRPr lang="en-US" sz="4800" dirty="0">
              <a:solidFill>
                <a:schemeClr val="tx1">
                  <a:lumMod val="75000"/>
                  <a:lumOff val="25000"/>
                </a:schemeClr>
              </a:solidFill>
              <a:effectLst/>
              <a:latin typeface="Calibri" panose="020F0502020204030204" pitchFamily="34" charset="0"/>
              <a:cs typeface="Calibri" panose="020F0502020204030204" pitchFamily="34" charset="0"/>
            </a:endParaRPr>
          </a:p>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Introduction to </a:t>
            </a:r>
          </a:p>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Internal Combustion Engine </a:t>
            </a:r>
          </a:p>
        </p:txBody>
      </p:sp>
    </p:spTree>
    <p:extLst>
      <p:ext uri="{BB962C8B-B14F-4D97-AF65-F5344CB8AC3E}">
        <p14:creationId xmlns:p14="http://schemas.microsoft.com/office/powerpoint/2010/main" val="1504224030"/>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878F-7F04-302E-DFC7-67881DDE4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16DC8-8326-FB47-1CE0-3EB5455CCA08}"/>
              </a:ext>
            </a:extLst>
          </p:cNvPr>
          <p:cNvSpPr>
            <a:spLocks noGrp="1"/>
          </p:cNvSpPr>
          <p:nvPr>
            <p:ph type="title"/>
          </p:nvPr>
        </p:nvSpPr>
        <p:spPr>
          <a:xfrm>
            <a:off x="304799" y="304655"/>
            <a:ext cx="8392313" cy="535531"/>
          </a:xfrm>
        </p:spPr>
        <p:txBody>
          <a:bodyPr/>
          <a:lstStyle/>
          <a:p>
            <a:r>
              <a:rPr lang="en-US" dirty="0"/>
              <a:t>Lesson content for each week</a:t>
            </a:r>
          </a:p>
        </p:txBody>
      </p:sp>
      <p:graphicFrame>
        <p:nvGraphicFramePr>
          <p:cNvPr id="6" name="표 5">
            <a:extLst>
              <a:ext uri="{FF2B5EF4-FFF2-40B4-BE49-F238E27FC236}">
                <a16:creationId xmlns:a16="http://schemas.microsoft.com/office/drawing/2014/main" id="{5FD0B75C-39E0-9245-D3CD-1F0BED02C249}"/>
              </a:ext>
            </a:extLst>
          </p:cNvPr>
          <p:cNvGraphicFramePr>
            <a:graphicFrameLocks noGrp="1"/>
          </p:cNvGraphicFramePr>
          <p:nvPr>
            <p:extLst>
              <p:ext uri="{D42A27DB-BD31-4B8C-83A1-F6EECF244321}">
                <p14:modId xmlns:p14="http://schemas.microsoft.com/office/powerpoint/2010/main" val="2520145555"/>
              </p:ext>
            </p:extLst>
          </p:nvPr>
        </p:nvGraphicFramePr>
        <p:xfrm>
          <a:off x="354071" y="826436"/>
          <a:ext cx="8463358" cy="4145280"/>
        </p:xfrm>
        <a:graphic>
          <a:graphicData uri="http://schemas.openxmlformats.org/drawingml/2006/table">
            <a:tbl>
              <a:tblPr firstRow="1" bandRow="1">
                <a:tableStyleId>{2D5ABB26-0587-4C30-8999-92F81FD0307C}</a:tableStyleId>
              </a:tblPr>
              <a:tblGrid>
                <a:gridCol w="4231679">
                  <a:extLst>
                    <a:ext uri="{9D8B030D-6E8A-4147-A177-3AD203B41FA5}">
                      <a16:colId xmlns:a16="http://schemas.microsoft.com/office/drawing/2014/main" val="576110043"/>
                    </a:ext>
                  </a:extLst>
                </a:gridCol>
                <a:gridCol w="4231679">
                  <a:extLst>
                    <a:ext uri="{9D8B030D-6E8A-4147-A177-3AD203B41FA5}">
                      <a16:colId xmlns:a16="http://schemas.microsoft.com/office/drawing/2014/main" val="12346094"/>
                    </a:ext>
                  </a:extLst>
                </a:gridCol>
              </a:tblGrid>
              <a:tr h="518160">
                <a:tc>
                  <a:txBody>
                    <a:bodyPr/>
                    <a:lstStyle/>
                    <a:p>
                      <a:pPr latinLnBrk="1"/>
                      <a:r>
                        <a:rPr lang="en-US" altLang="ko-KR" sz="1400" dirty="0"/>
                        <a:t>Ch0_Introduction to the Class</a:t>
                      </a:r>
                      <a:endParaRPr lang="en-US" altLang="ko-KR" sz="1400" dirty="0">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Ch6_Piston Fittings and Crankshaft</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581925853"/>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Ch1_Overview of the Internal Combustion Engine</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b="1" dirty="0">
                          <a:solidFill>
                            <a:srgbClr val="FF0000"/>
                          </a:solidFill>
                        </a:rPr>
                        <a:t>Ch7_Lube Oil System</a:t>
                      </a:r>
                      <a:endParaRPr lang="en-US" altLang="ko-KR" sz="1400" b="1" dirty="0">
                        <a:solidFill>
                          <a:srgbClr val="FF0000"/>
                        </a:solidFill>
                        <a:latin typeface="Calibri" panose="020F0502020204030204" pitchFamily="34" charset="0"/>
                      </a:endParaRPr>
                    </a:p>
                  </a:txBody>
                  <a:tcPr/>
                </a:tc>
                <a:extLst>
                  <a:ext uri="{0D108BD9-81ED-4DB2-BD59-A6C34878D82A}">
                    <a16:rowId xmlns:a16="http://schemas.microsoft.com/office/drawing/2014/main" val="2279872474"/>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Ch2_Thermodynamics and Compressed Air System</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Ch8_Cooling Water System</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2189124132"/>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Ch3_Marine Fuels and Internal Fuel Oil System</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Ch9_Introduction to the Main Engine</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3434192298"/>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Ch4_Intake and Exhaust System</a:t>
                      </a:r>
                      <a:endParaRPr lang="en-US" altLang="ko-KR" sz="1400" dirty="0">
                        <a:solidFill>
                          <a:srgbClr val="000000"/>
                        </a:solidFill>
                        <a:latin typeface="Calibri" panose="020F0502020204030204" pitchFamily="34" charset="0"/>
                      </a:endParaRPr>
                    </a:p>
                  </a:txBody>
                  <a:tcPr/>
                </a:tc>
                <a:tc>
                  <a:txBody>
                    <a:bodyPr/>
                    <a:lstStyle/>
                    <a:p>
                      <a:pPr latinLnBrk="1"/>
                      <a:r>
                        <a:rPr lang="en-US" altLang="ko-KR" sz="1400" dirty="0">
                          <a:solidFill>
                            <a:srgbClr val="000000"/>
                          </a:solidFill>
                        </a:rPr>
                        <a:t>Ch10_Alternative Fuels and Alternative Fuel Systems</a:t>
                      </a:r>
                      <a:endParaRPr lang="ko-KR" altLang="en-US" sz="1400" dirty="0">
                        <a:latin typeface="Calibri" panose="020F0502020204030204" pitchFamily="34" charset="0"/>
                      </a:endParaRPr>
                    </a:p>
                  </a:txBody>
                  <a:tcPr/>
                </a:tc>
                <a:extLst>
                  <a:ext uri="{0D108BD9-81ED-4DB2-BD59-A6C34878D82A}">
                    <a16:rowId xmlns:a16="http://schemas.microsoft.com/office/drawing/2014/main" val="181752057"/>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Ch5_Turbocharger</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Ch11_Environmental Regulations and Exhaust Gas Aftertreatment Systems</a:t>
                      </a:r>
                      <a:endParaRPr lang="ko-KR" altLang="en-US" sz="1400" dirty="0">
                        <a:latin typeface="Calibri" panose="020F0502020204030204" pitchFamily="34" charset="0"/>
                      </a:endParaRPr>
                    </a:p>
                  </a:txBody>
                  <a:tcPr/>
                </a:tc>
                <a:extLst>
                  <a:ext uri="{0D108BD9-81ED-4DB2-BD59-A6C34878D82A}">
                    <a16:rowId xmlns:a16="http://schemas.microsoft.com/office/drawing/2014/main" val="3122996524"/>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b="1" dirty="0">
                          <a:solidFill>
                            <a:srgbClr val="000000"/>
                          </a:solidFill>
                        </a:rPr>
                        <a:t>Midterm</a:t>
                      </a:r>
                      <a:endParaRPr lang="en-US" altLang="ko-KR" sz="1400" b="1" dirty="0">
                        <a:solidFill>
                          <a:srgbClr val="000000"/>
                        </a:solidFill>
                        <a:latin typeface="Calibri" panose="020F0502020204030204" pitchFamily="34" charset="0"/>
                      </a:endParaRPr>
                    </a:p>
                  </a:txBody>
                  <a:tcPr/>
                </a:tc>
                <a:tc>
                  <a:txBody>
                    <a:bodyPr/>
                    <a:lstStyle/>
                    <a:p>
                      <a:pPr latinLnBrk="1"/>
                      <a:r>
                        <a:rPr lang="en-US" altLang="ko-KR" sz="1400" dirty="0">
                          <a:solidFill>
                            <a:srgbClr val="000000"/>
                          </a:solidFill>
                        </a:rPr>
                        <a:t>Ch12_Tools, Apprentice Engineer Duties, and Career Direction</a:t>
                      </a:r>
                      <a:endParaRPr lang="ko-KR" altLang="en-US" sz="1400" dirty="0">
                        <a:latin typeface="Calibri" panose="020F0502020204030204" pitchFamily="34" charset="0"/>
                      </a:endParaRPr>
                    </a:p>
                  </a:txBody>
                  <a:tcPr/>
                </a:tc>
                <a:extLst>
                  <a:ext uri="{0D108BD9-81ED-4DB2-BD59-A6C34878D82A}">
                    <a16:rowId xmlns:a16="http://schemas.microsoft.com/office/drawing/2014/main" val="3564919555"/>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endParaRPr lang="en-US" altLang="ko-KR" sz="1400" dirty="0">
                        <a:solidFill>
                          <a:srgbClr val="000000"/>
                        </a:solidFill>
                        <a:latin typeface="Calibri" panose="020F0502020204030204" pitchFamily="34" charset="0"/>
                      </a:endParaRPr>
                    </a:p>
                  </a:txBody>
                  <a:tcPr/>
                </a:tc>
                <a:tc>
                  <a:txBody>
                    <a:bodyPr/>
                    <a:lstStyle/>
                    <a:p>
                      <a:pPr latinLnBrk="1"/>
                      <a:r>
                        <a:rPr lang="en-US" altLang="ko-KR" sz="1400" b="1" dirty="0"/>
                        <a:t>Final Exam</a:t>
                      </a:r>
                      <a:endParaRPr lang="ko-KR" altLang="en-US" sz="1400" b="1" dirty="0">
                        <a:latin typeface="Calibri" panose="020F0502020204030204" pitchFamily="34" charset="0"/>
                      </a:endParaRPr>
                    </a:p>
                  </a:txBody>
                  <a:tcPr/>
                </a:tc>
                <a:extLst>
                  <a:ext uri="{0D108BD9-81ED-4DB2-BD59-A6C34878D82A}">
                    <a16:rowId xmlns:a16="http://schemas.microsoft.com/office/drawing/2014/main" val="488745633"/>
                  </a:ext>
                </a:extLst>
              </a:tr>
            </a:tbl>
          </a:graphicData>
        </a:graphic>
      </p:graphicFrame>
    </p:spTree>
    <p:extLst>
      <p:ext uri="{BB962C8B-B14F-4D97-AF65-F5344CB8AC3E}">
        <p14:creationId xmlns:p14="http://schemas.microsoft.com/office/powerpoint/2010/main" val="3225628892"/>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59490-2444-8121-E313-D5C422D98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281FB-56EF-730F-4518-B039B44BF21A}"/>
              </a:ext>
            </a:extLst>
          </p:cNvPr>
          <p:cNvSpPr>
            <a:spLocks noGrp="1"/>
          </p:cNvSpPr>
          <p:nvPr>
            <p:ph type="title"/>
          </p:nvPr>
        </p:nvSpPr>
        <p:spPr>
          <a:xfrm>
            <a:off x="304799" y="304655"/>
            <a:ext cx="8392313" cy="535531"/>
          </a:xfrm>
        </p:spPr>
        <p:txBody>
          <a:bodyPr/>
          <a:lstStyle/>
          <a:p>
            <a:r>
              <a:rPr lang="en-US" dirty="0"/>
              <a:t>What is </a:t>
            </a:r>
            <a:r>
              <a:rPr lang="nb-NO" altLang="ko-KR" dirty="0" err="1"/>
              <a:t>Lubricating</a:t>
            </a:r>
            <a:r>
              <a:rPr lang="nb-NO" altLang="ko-KR" dirty="0"/>
              <a:t> Oil</a:t>
            </a:r>
            <a:r>
              <a:rPr lang="en-US" dirty="0"/>
              <a:t>?  </a:t>
            </a:r>
          </a:p>
        </p:txBody>
      </p:sp>
      <p:sp>
        <p:nvSpPr>
          <p:cNvPr id="3" name="Text Placeholder 2">
            <a:extLst>
              <a:ext uri="{FF2B5EF4-FFF2-40B4-BE49-F238E27FC236}">
                <a16:creationId xmlns:a16="http://schemas.microsoft.com/office/drawing/2014/main" id="{455436E8-6D92-8A25-61C9-A8AC04F3A295}"/>
              </a:ext>
            </a:extLst>
          </p:cNvPr>
          <p:cNvSpPr>
            <a:spLocks noGrp="1"/>
          </p:cNvSpPr>
          <p:nvPr>
            <p:ph type="body" sz="quarter" idx="10"/>
          </p:nvPr>
        </p:nvSpPr>
        <p:spPr>
          <a:xfrm>
            <a:off x="359801" y="1135815"/>
            <a:ext cx="8534400" cy="3559936"/>
          </a:xfrm>
        </p:spPr>
        <p:txBody>
          <a:bodyPr>
            <a:normAutofit/>
          </a:bodyPr>
          <a:lstStyle/>
          <a:p>
            <a:pPr marL="0" indent="0">
              <a:spcAft>
                <a:spcPts val="1000"/>
              </a:spcAft>
              <a:buNone/>
            </a:pPr>
            <a:r>
              <a:rPr lang="en-US" altLang="ko-KR" sz="1600" b="1" dirty="0"/>
              <a:t>Lubricating Oil </a:t>
            </a:r>
            <a:r>
              <a:rPr lang="en-US" altLang="ko-KR" sz="1600" dirty="0"/>
              <a:t>(=Lubricant, Lub. Oil, L.O.)</a:t>
            </a:r>
            <a:endParaRPr lang="en-US" sz="1600" dirty="0">
              <a:solidFill>
                <a:srgbClr val="000000"/>
              </a:solidFill>
            </a:endParaRPr>
          </a:p>
          <a:p>
            <a:pPr marL="0" indent="0">
              <a:spcAft>
                <a:spcPts val="1000"/>
              </a:spcAft>
              <a:buNone/>
            </a:pPr>
            <a:r>
              <a:rPr lang="en-US" sz="1600" dirty="0">
                <a:solidFill>
                  <a:srgbClr val="000000"/>
                </a:solidFill>
              </a:rPr>
              <a:t>A fluid that forms a thin film between metal surfaces to reduce friction and wear, remove heat, and help machines operate smoothly.</a:t>
            </a:r>
          </a:p>
          <a:p>
            <a:pPr marL="0" indent="0">
              <a:spcAft>
                <a:spcPts val="1000"/>
              </a:spcAft>
              <a:buNone/>
            </a:pPr>
            <a:endParaRPr lang="en-US" sz="1600" dirty="0">
              <a:solidFill>
                <a:srgbClr val="000000"/>
              </a:solidFill>
            </a:endParaRPr>
          </a:p>
          <a:p>
            <a:pPr marL="0" indent="0">
              <a:spcAft>
                <a:spcPts val="1000"/>
              </a:spcAft>
              <a:buNone/>
            </a:pPr>
            <a:r>
              <a:rPr lang="en-US" sz="1600" b="1" dirty="0">
                <a:solidFill>
                  <a:srgbClr val="000000"/>
                </a:solidFill>
              </a:rPr>
              <a:t>1. Lubrication</a:t>
            </a:r>
          </a:p>
          <a:p>
            <a:pPr marL="0" indent="0">
              <a:spcAft>
                <a:spcPts val="1000"/>
              </a:spcAft>
              <a:buNone/>
            </a:pPr>
            <a:r>
              <a:rPr lang="en-US" sz="1600" dirty="0">
                <a:solidFill>
                  <a:srgbClr val="000000"/>
                </a:solidFill>
              </a:rPr>
              <a:t>Forms an oil film between metal surfaces to prevent direct metal-to-metal contact. </a:t>
            </a:r>
          </a:p>
          <a:p>
            <a:pPr marL="0" indent="0">
              <a:spcAft>
                <a:spcPts val="1000"/>
              </a:spcAft>
              <a:buNone/>
            </a:pPr>
            <a:r>
              <a:rPr lang="en-US" sz="1600" dirty="0">
                <a:solidFill>
                  <a:srgbClr val="000000"/>
                </a:solidFill>
              </a:rPr>
              <a:t>(Reduces friction → prevents wear → extends machine life.)</a:t>
            </a:r>
          </a:p>
          <a:p>
            <a:pPr marL="0" indent="0">
              <a:spcAft>
                <a:spcPts val="1000"/>
              </a:spcAft>
              <a:buNone/>
            </a:pPr>
            <a:r>
              <a:rPr lang="en-US" sz="1600" b="1" dirty="0">
                <a:solidFill>
                  <a:srgbClr val="000000"/>
                </a:solidFill>
              </a:rPr>
              <a:t>2. Cooling</a:t>
            </a:r>
          </a:p>
          <a:p>
            <a:pPr marL="0" indent="0">
              <a:spcAft>
                <a:spcPts val="1000"/>
              </a:spcAft>
              <a:buNone/>
            </a:pPr>
            <a:r>
              <a:rPr lang="en-US" sz="1600" dirty="0">
                <a:solidFill>
                  <a:srgbClr val="000000"/>
                </a:solidFill>
              </a:rPr>
              <a:t>Absorbs frictional and combustion heat generated from engines and bearings and transfers it to other areas. (Prevents overheating and thermal deformation.)</a:t>
            </a:r>
          </a:p>
        </p:txBody>
      </p:sp>
      <p:pic>
        <p:nvPicPr>
          <p:cNvPr id="1026" name="Picture 2" descr="The Importance of Marine Lubricants for Ships">
            <a:extLst>
              <a:ext uri="{FF2B5EF4-FFF2-40B4-BE49-F238E27FC236}">
                <a16:creationId xmlns:a16="http://schemas.microsoft.com/office/drawing/2014/main" id="{6D6FD75C-4334-4626-0868-5B9ACAF63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5343" y="0"/>
            <a:ext cx="2441292" cy="14236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portance Of Industrial Lubricants In Variety Of Sectors">
            <a:extLst>
              <a:ext uri="{FF2B5EF4-FFF2-40B4-BE49-F238E27FC236}">
                <a16:creationId xmlns:a16="http://schemas.microsoft.com/office/drawing/2014/main" id="{7DAD1AAE-78FC-205B-A144-C170FE09B8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0895" y="1"/>
            <a:ext cx="1993106" cy="1423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321862"/>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C7803-B2AF-4DF7-4CAE-0F257DB12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D8A45-9DE0-5E1F-21DE-79304F6BAC98}"/>
              </a:ext>
            </a:extLst>
          </p:cNvPr>
          <p:cNvSpPr>
            <a:spLocks noGrp="1"/>
          </p:cNvSpPr>
          <p:nvPr>
            <p:ph type="title"/>
          </p:nvPr>
        </p:nvSpPr>
        <p:spPr>
          <a:xfrm>
            <a:off x="304799" y="304655"/>
            <a:ext cx="8392313" cy="535531"/>
          </a:xfrm>
        </p:spPr>
        <p:txBody>
          <a:bodyPr/>
          <a:lstStyle/>
          <a:p>
            <a:r>
              <a:rPr lang="en-US" dirty="0"/>
              <a:t>What is </a:t>
            </a:r>
            <a:r>
              <a:rPr lang="nb-NO" altLang="ko-KR" dirty="0" err="1"/>
              <a:t>Lubricating</a:t>
            </a:r>
            <a:r>
              <a:rPr lang="nb-NO" altLang="ko-KR" dirty="0"/>
              <a:t> Oil</a:t>
            </a:r>
            <a:r>
              <a:rPr lang="en-US" dirty="0"/>
              <a:t>?  </a:t>
            </a:r>
          </a:p>
        </p:txBody>
      </p:sp>
      <p:sp>
        <p:nvSpPr>
          <p:cNvPr id="3" name="Text Placeholder 2">
            <a:extLst>
              <a:ext uri="{FF2B5EF4-FFF2-40B4-BE49-F238E27FC236}">
                <a16:creationId xmlns:a16="http://schemas.microsoft.com/office/drawing/2014/main" id="{08BD425D-10D0-2794-385E-AA1A8B2A0044}"/>
              </a:ext>
            </a:extLst>
          </p:cNvPr>
          <p:cNvSpPr>
            <a:spLocks noGrp="1"/>
          </p:cNvSpPr>
          <p:nvPr>
            <p:ph type="body" sz="quarter" idx="10"/>
          </p:nvPr>
        </p:nvSpPr>
        <p:spPr>
          <a:xfrm>
            <a:off x="359801" y="1145859"/>
            <a:ext cx="5380981" cy="3705723"/>
          </a:xfrm>
        </p:spPr>
        <p:txBody>
          <a:bodyPr>
            <a:normAutofit/>
          </a:bodyPr>
          <a:lstStyle/>
          <a:p>
            <a:pPr marL="0" indent="0">
              <a:spcAft>
                <a:spcPts val="1000"/>
              </a:spcAft>
              <a:buNone/>
            </a:pPr>
            <a:r>
              <a:rPr lang="en-US" sz="1600" b="1" dirty="0">
                <a:solidFill>
                  <a:srgbClr val="000000"/>
                </a:solidFill>
              </a:rPr>
              <a:t>3. Cleaning</a:t>
            </a:r>
          </a:p>
          <a:p>
            <a:pPr marL="0" indent="0">
              <a:spcAft>
                <a:spcPts val="1000"/>
              </a:spcAft>
              <a:buNone/>
            </a:pPr>
            <a:r>
              <a:rPr lang="en-US" sz="1600" dirty="0">
                <a:solidFill>
                  <a:srgbClr val="000000"/>
                </a:solidFill>
              </a:rPr>
              <a:t>Impurities such as wear particles, carbon, and sludge adhere to the oil film, circulate, and are removed through a filter.</a:t>
            </a:r>
          </a:p>
          <a:p>
            <a:pPr marL="0" indent="0">
              <a:spcAft>
                <a:spcPts val="1000"/>
              </a:spcAft>
              <a:buNone/>
            </a:pPr>
            <a:r>
              <a:rPr lang="en-US" sz="1600" b="1" dirty="0">
                <a:solidFill>
                  <a:srgbClr val="000000"/>
                </a:solidFill>
              </a:rPr>
              <a:t>4. Sealing</a:t>
            </a:r>
          </a:p>
          <a:p>
            <a:pPr marL="0" indent="0">
              <a:spcAft>
                <a:spcPts val="1000"/>
              </a:spcAft>
              <a:buNone/>
            </a:pPr>
            <a:r>
              <a:rPr lang="en-US" sz="1600" dirty="0">
                <a:solidFill>
                  <a:srgbClr val="000000"/>
                </a:solidFill>
              </a:rPr>
              <a:t>Seals the gap between the piston ring and cylinder liner to prevent combustion gas leakage. Contributes to maintaining compression ratio and improving power output.</a:t>
            </a:r>
          </a:p>
          <a:p>
            <a:pPr marL="0" indent="0">
              <a:spcAft>
                <a:spcPts val="1000"/>
              </a:spcAft>
              <a:buNone/>
            </a:pPr>
            <a:r>
              <a:rPr lang="en-US" sz="1600" b="1" dirty="0">
                <a:solidFill>
                  <a:srgbClr val="000000"/>
                </a:solidFill>
              </a:rPr>
              <a:t>5. Corrosion &amp; Rust Prevention</a:t>
            </a:r>
          </a:p>
          <a:p>
            <a:pPr marL="0" indent="0">
              <a:spcAft>
                <a:spcPts val="1000"/>
              </a:spcAft>
              <a:buNone/>
            </a:pPr>
            <a:r>
              <a:rPr lang="en-US" sz="1600" dirty="0">
                <a:solidFill>
                  <a:srgbClr val="000000"/>
                </a:solidFill>
              </a:rPr>
              <a:t>Forms a film on metal surfaces to protect them from oxygen, moisture, and combustion byproducts. Protection from acidic byproducts is particularly important in marine engines.</a:t>
            </a:r>
          </a:p>
        </p:txBody>
      </p:sp>
      <p:pic>
        <p:nvPicPr>
          <p:cNvPr id="4" name="그림 3">
            <a:extLst>
              <a:ext uri="{FF2B5EF4-FFF2-40B4-BE49-F238E27FC236}">
                <a16:creationId xmlns:a16="http://schemas.microsoft.com/office/drawing/2014/main" id="{ADD63701-53CA-E77E-7892-A8787C640EA5}"/>
              </a:ext>
            </a:extLst>
          </p:cNvPr>
          <p:cNvPicPr>
            <a:picLocks noChangeAspect="1"/>
          </p:cNvPicPr>
          <p:nvPr/>
        </p:nvPicPr>
        <p:blipFill>
          <a:blip r:embed="rId2"/>
          <a:stretch>
            <a:fillRect/>
          </a:stretch>
        </p:blipFill>
        <p:spPr>
          <a:xfrm>
            <a:off x="5799239" y="0"/>
            <a:ext cx="3344761" cy="5143500"/>
          </a:xfrm>
          <a:prstGeom prst="rect">
            <a:avLst/>
          </a:prstGeom>
        </p:spPr>
      </p:pic>
      <p:cxnSp>
        <p:nvCxnSpPr>
          <p:cNvPr id="5" name="직선 화살표 연결선 4">
            <a:extLst>
              <a:ext uri="{FF2B5EF4-FFF2-40B4-BE49-F238E27FC236}">
                <a16:creationId xmlns:a16="http://schemas.microsoft.com/office/drawing/2014/main" id="{1239D81A-F089-0B75-CC8D-D4ADABE38D41}"/>
              </a:ext>
            </a:extLst>
          </p:cNvPr>
          <p:cNvCxnSpPr>
            <a:cxnSpLocks/>
          </p:cNvCxnSpPr>
          <p:nvPr/>
        </p:nvCxnSpPr>
        <p:spPr>
          <a:xfrm>
            <a:off x="5328952" y="4851582"/>
            <a:ext cx="149780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6" name="Text Placeholder 2">
            <a:extLst>
              <a:ext uri="{FF2B5EF4-FFF2-40B4-BE49-F238E27FC236}">
                <a16:creationId xmlns:a16="http://schemas.microsoft.com/office/drawing/2014/main" id="{0B5882C3-084B-95E0-555C-2BF0A2AE3477}"/>
              </a:ext>
            </a:extLst>
          </p:cNvPr>
          <p:cNvSpPr txBox="1">
            <a:spLocks/>
          </p:cNvSpPr>
          <p:nvPr/>
        </p:nvSpPr>
        <p:spPr>
          <a:xfrm>
            <a:off x="3602598" y="4713074"/>
            <a:ext cx="1726354"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L.O in L.O sump tank</a:t>
            </a:r>
          </a:p>
        </p:txBody>
      </p:sp>
    </p:spTree>
    <p:extLst>
      <p:ext uri="{BB962C8B-B14F-4D97-AF65-F5344CB8AC3E}">
        <p14:creationId xmlns:p14="http://schemas.microsoft.com/office/powerpoint/2010/main" val="814216126"/>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3AFF9-604E-330B-6BDE-7580D45E7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89774-466F-53C6-85C6-40E80850505D}"/>
              </a:ext>
            </a:extLst>
          </p:cNvPr>
          <p:cNvSpPr>
            <a:spLocks noGrp="1"/>
          </p:cNvSpPr>
          <p:nvPr>
            <p:ph type="title"/>
          </p:nvPr>
        </p:nvSpPr>
        <p:spPr>
          <a:xfrm>
            <a:off x="304799" y="304655"/>
            <a:ext cx="8392313" cy="535531"/>
          </a:xfrm>
        </p:spPr>
        <p:txBody>
          <a:bodyPr/>
          <a:lstStyle/>
          <a:p>
            <a:r>
              <a:rPr lang="nb-NO" altLang="ko-KR" dirty="0" err="1"/>
              <a:t>Internal</a:t>
            </a:r>
            <a:r>
              <a:rPr lang="nb-NO" altLang="ko-KR" dirty="0"/>
              <a:t> </a:t>
            </a:r>
            <a:r>
              <a:rPr lang="nb-NO" altLang="ko-KR" dirty="0" err="1"/>
              <a:t>Lubricating</a:t>
            </a:r>
            <a:r>
              <a:rPr lang="nb-NO" altLang="ko-KR" dirty="0"/>
              <a:t> Oil System</a:t>
            </a:r>
            <a:endParaRPr lang="en-US" dirty="0"/>
          </a:p>
        </p:txBody>
      </p:sp>
      <p:pic>
        <p:nvPicPr>
          <p:cNvPr id="10" name="그림 9">
            <a:extLst>
              <a:ext uri="{FF2B5EF4-FFF2-40B4-BE49-F238E27FC236}">
                <a16:creationId xmlns:a16="http://schemas.microsoft.com/office/drawing/2014/main" id="{BDCC7B22-DCBC-D187-C264-056410CF3B1F}"/>
              </a:ext>
            </a:extLst>
          </p:cNvPr>
          <p:cNvPicPr>
            <a:picLocks noChangeAspect="1"/>
          </p:cNvPicPr>
          <p:nvPr/>
        </p:nvPicPr>
        <p:blipFill>
          <a:blip r:embed="rId2"/>
          <a:stretch>
            <a:fillRect/>
          </a:stretch>
        </p:blipFill>
        <p:spPr>
          <a:xfrm>
            <a:off x="410884" y="950188"/>
            <a:ext cx="6663684" cy="4018843"/>
          </a:xfrm>
          <a:prstGeom prst="rect">
            <a:avLst/>
          </a:prstGeom>
        </p:spPr>
      </p:pic>
      <p:sp>
        <p:nvSpPr>
          <p:cNvPr id="11" name="Text Placeholder 2">
            <a:extLst>
              <a:ext uri="{FF2B5EF4-FFF2-40B4-BE49-F238E27FC236}">
                <a16:creationId xmlns:a16="http://schemas.microsoft.com/office/drawing/2014/main" id="{1AA41C55-C538-69AD-2397-A6B1DC7E71DC}"/>
              </a:ext>
            </a:extLst>
          </p:cNvPr>
          <p:cNvSpPr>
            <a:spLocks noGrp="1"/>
          </p:cNvSpPr>
          <p:nvPr>
            <p:ph type="body" sz="quarter" idx="10"/>
          </p:nvPr>
        </p:nvSpPr>
        <p:spPr>
          <a:xfrm>
            <a:off x="7074568" y="1175656"/>
            <a:ext cx="2069432" cy="3341341"/>
          </a:xfrm>
        </p:spPr>
        <p:txBody>
          <a:bodyPr>
            <a:normAutofit/>
          </a:bodyPr>
          <a:lstStyle/>
          <a:p>
            <a:pPr marL="0" indent="0">
              <a:spcAft>
                <a:spcPts val="1000"/>
              </a:spcAft>
              <a:buNone/>
            </a:pPr>
            <a:r>
              <a:rPr lang="en-US" sz="1600" dirty="0">
                <a:solidFill>
                  <a:srgbClr val="000000"/>
                </a:solidFill>
              </a:rPr>
              <a:t>The lubricating oil system is based on wet sump lubrication. </a:t>
            </a:r>
          </a:p>
          <a:p>
            <a:pPr marL="0" indent="0">
              <a:spcAft>
                <a:spcPts val="1000"/>
              </a:spcAft>
              <a:buNone/>
            </a:pPr>
            <a:r>
              <a:rPr lang="en-US" sz="1600" dirty="0">
                <a:solidFill>
                  <a:srgbClr val="000000"/>
                </a:solidFill>
              </a:rPr>
              <a:t>All moving parts of the engine are lubricated with oil circulating under pressure in a closed  built-on system.</a:t>
            </a:r>
          </a:p>
          <a:p>
            <a:pPr marL="0" indent="0">
              <a:spcAft>
                <a:spcPts val="1000"/>
              </a:spcAft>
              <a:buNone/>
            </a:pPr>
            <a:r>
              <a:rPr lang="en-US" sz="1600" dirty="0">
                <a:solidFill>
                  <a:srgbClr val="000000"/>
                </a:solidFill>
              </a:rPr>
              <a:t>The lubricating oil is furthermore used for the purpose of cooling the pistons.</a:t>
            </a:r>
          </a:p>
        </p:txBody>
      </p:sp>
    </p:spTree>
    <p:extLst>
      <p:ext uri="{BB962C8B-B14F-4D97-AF65-F5344CB8AC3E}">
        <p14:creationId xmlns:p14="http://schemas.microsoft.com/office/powerpoint/2010/main" val="1994864859"/>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7A79F-81FB-5970-69CD-6870161E7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30B24-A18A-572F-CDB2-BB4C4ACB3D0A}"/>
              </a:ext>
            </a:extLst>
          </p:cNvPr>
          <p:cNvSpPr>
            <a:spLocks noGrp="1"/>
          </p:cNvSpPr>
          <p:nvPr>
            <p:ph type="title"/>
          </p:nvPr>
        </p:nvSpPr>
        <p:spPr>
          <a:xfrm>
            <a:off x="304799" y="304655"/>
            <a:ext cx="8392313" cy="535531"/>
          </a:xfrm>
        </p:spPr>
        <p:txBody>
          <a:bodyPr/>
          <a:lstStyle/>
          <a:p>
            <a:r>
              <a:rPr lang="nb-NO" altLang="ko-KR" dirty="0" err="1"/>
              <a:t>Internal</a:t>
            </a:r>
            <a:r>
              <a:rPr lang="nb-NO" altLang="ko-KR" dirty="0"/>
              <a:t> </a:t>
            </a:r>
            <a:r>
              <a:rPr lang="nb-NO" altLang="ko-KR" dirty="0" err="1"/>
              <a:t>Lubricating</a:t>
            </a:r>
            <a:r>
              <a:rPr lang="nb-NO" altLang="ko-KR" dirty="0"/>
              <a:t> Oil System</a:t>
            </a:r>
            <a:endParaRPr lang="en-US" dirty="0"/>
          </a:p>
        </p:txBody>
      </p:sp>
      <p:sp>
        <p:nvSpPr>
          <p:cNvPr id="11" name="Text Placeholder 2">
            <a:extLst>
              <a:ext uri="{FF2B5EF4-FFF2-40B4-BE49-F238E27FC236}">
                <a16:creationId xmlns:a16="http://schemas.microsoft.com/office/drawing/2014/main" id="{13EBCDC2-7A7C-7151-D122-41297A3A7E1A}"/>
              </a:ext>
            </a:extLst>
          </p:cNvPr>
          <p:cNvSpPr>
            <a:spLocks noGrp="1"/>
          </p:cNvSpPr>
          <p:nvPr>
            <p:ph type="body" sz="quarter" idx="10"/>
          </p:nvPr>
        </p:nvSpPr>
        <p:spPr>
          <a:xfrm>
            <a:off x="7074568" y="960710"/>
            <a:ext cx="2069432" cy="3566809"/>
          </a:xfrm>
        </p:spPr>
        <p:txBody>
          <a:bodyPr>
            <a:normAutofit/>
          </a:bodyPr>
          <a:lstStyle/>
          <a:p>
            <a:pPr marL="0" indent="0">
              <a:spcAft>
                <a:spcPts val="1000"/>
              </a:spcAft>
              <a:buNone/>
            </a:pPr>
            <a:r>
              <a:rPr lang="en-US" altLang="ko-KR" sz="1600" dirty="0"/>
              <a:t>The lubricating oil pump draws oil from the oil sump and presses the oil through the cooler and filter to the main lubricating oil pipe, from where the oil is distributed to the individual lubricating points. </a:t>
            </a:r>
          </a:p>
          <a:p>
            <a:pPr marL="0" indent="0">
              <a:spcAft>
                <a:spcPts val="1000"/>
              </a:spcAft>
              <a:buNone/>
            </a:pPr>
            <a:r>
              <a:rPr lang="en-US" altLang="ko-KR" sz="1600" dirty="0"/>
              <a:t>From the lubricating points the oil returns by gravity to the oil sump.</a:t>
            </a:r>
            <a:endParaRPr lang="en-US" sz="1600" dirty="0">
              <a:solidFill>
                <a:srgbClr val="000000"/>
              </a:solidFill>
            </a:endParaRPr>
          </a:p>
        </p:txBody>
      </p:sp>
      <p:grpSp>
        <p:nvGrpSpPr>
          <p:cNvPr id="4" name="그룹 3">
            <a:extLst>
              <a:ext uri="{FF2B5EF4-FFF2-40B4-BE49-F238E27FC236}">
                <a16:creationId xmlns:a16="http://schemas.microsoft.com/office/drawing/2014/main" id="{C65FECF4-B5DC-8273-8998-2E9E40C7FE6B}"/>
              </a:ext>
            </a:extLst>
          </p:cNvPr>
          <p:cNvGrpSpPr/>
          <p:nvPr/>
        </p:nvGrpSpPr>
        <p:grpSpPr>
          <a:xfrm>
            <a:off x="410884" y="950188"/>
            <a:ext cx="6663684" cy="4018843"/>
            <a:chOff x="410884" y="950188"/>
            <a:chExt cx="6663684" cy="4018843"/>
          </a:xfrm>
        </p:grpSpPr>
        <p:grpSp>
          <p:nvGrpSpPr>
            <p:cNvPr id="81" name="그룹 80">
              <a:extLst>
                <a:ext uri="{FF2B5EF4-FFF2-40B4-BE49-F238E27FC236}">
                  <a16:creationId xmlns:a16="http://schemas.microsoft.com/office/drawing/2014/main" id="{260D201F-044A-E6BE-ECD1-8BE4639A83E9}"/>
                </a:ext>
              </a:extLst>
            </p:cNvPr>
            <p:cNvGrpSpPr/>
            <p:nvPr/>
          </p:nvGrpSpPr>
          <p:grpSpPr>
            <a:xfrm>
              <a:off x="410884" y="950188"/>
              <a:ext cx="6663684" cy="4018843"/>
              <a:chOff x="410884" y="950188"/>
              <a:chExt cx="6663684" cy="4018843"/>
            </a:xfrm>
          </p:grpSpPr>
          <p:pic>
            <p:nvPicPr>
              <p:cNvPr id="10" name="그림 9">
                <a:extLst>
                  <a:ext uri="{FF2B5EF4-FFF2-40B4-BE49-F238E27FC236}">
                    <a16:creationId xmlns:a16="http://schemas.microsoft.com/office/drawing/2014/main" id="{67E2815D-23B7-1053-7AB5-D1ED91B126C2}"/>
                  </a:ext>
                </a:extLst>
              </p:cNvPr>
              <p:cNvPicPr>
                <a:picLocks noChangeAspect="1"/>
              </p:cNvPicPr>
              <p:nvPr/>
            </p:nvPicPr>
            <p:blipFill>
              <a:blip r:embed="rId2"/>
              <a:stretch>
                <a:fillRect/>
              </a:stretch>
            </p:blipFill>
            <p:spPr>
              <a:xfrm>
                <a:off x="410884" y="950188"/>
                <a:ext cx="6663684" cy="4018843"/>
              </a:xfrm>
              <a:prstGeom prst="rect">
                <a:avLst/>
              </a:prstGeom>
            </p:spPr>
          </p:pic>
          <p:pic>
            <p:nvPicPr>
              <p:cNvPr id="80" name="그림 79">
                <a:extLst>
                  <a:ext uri="{FF2B5EF4-FFF2-40B4-BE49-F238E27FC236}">
                    <a16:creationId xmlns:a16="http://schemas.microsoft.com/office/drawing/2014/main" id="{0555BD8C-57E4-6EEC-87E2-DE5CADA33BB4}"/>
                  </a:ext>
                </a:extLst>
              </p:cNvPr>
              <p:cNvPicPr>
                <a:picLocks noChangeAspect="1"/>
              </p:cNvPicPr>
              <p:nvPr/>
            </p:nvPicPr>
            <p:blipFill>
              <a:blip r:embed="rId3"/>
              <a:stretch>
                <a:fillRect/>
              </a:stretch>
            </p:blipFill>
            <p:spPr>
              <a:xfrm flipH="1">
                <a:off x="6052336" y="3389419"/>
                <a:ext cx="132501" cy="112501"/>
              </a:xfrm>
              <a:prstGeom prst="rect">
                <a:avLst/>
              </a:prstGeom>
            </p:spPr>
          </p:pic>
        </p:grpSp>
        <p:cxnSp>
          <p:nvCxnSpPr>
            <p:cNvPr id="3" name="직선 화살표 연결선 2">
              <a:extLst>
                <a:ext uri="{FF2B5EF4-FFF2-40B4-BE49-F238E27FC236}">
                  <a16:creationId xmlns:a16="http://schemas.microsoft.com/office/drawing/2014/main" id="{D74E315F-7162-A4F3-9A6D-9320B5958F5A}"/>
                </a:ext>
              </a:extLst>
            </p:cNvPr>
            <p:cNvCxnSpPr>
              <a:cxnSpLocks/>
            </p:cNvCxnSpPr>
            <p:nvPr/>
          </p:nvCxnSpPr>
          <p:spPr>
            <a:xfrm flipH="1">
              <a:off x="2228850" y="3599385"/>
              <a:ext cx="498486"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 name="직선 화살표 연결선 6">
              <a:extLst>
                <a:ext uri="{FF2B5EF4-FFF2-40B4-BE49-F238E27FC236}">
                  <a16:creationId xmlns:a16="http://schemas.microsoft.com/office/drawing/2014/main" id="{A02D696B-D3B5-80BF-7017-FC4A0F85D2ED}"/>
                </a:ext>
              </a:extLst>
            </p:cNvPr>
            <p:cNvCxnSpPr>
              <a:cxnSpLocks/>
            </p:cNvCxnSpPr>
            <p:nvPr/>
          </p:nvCxnSpPr>
          <p:spPr>
            <a:xfrm flipH="1">
              <a:off x="1521619" y="3599385"/>
              <a:ext cx="56992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 name="직선 화살표 연결선 8">
              <a:extLst>
                <a:ext uri="{FF2B5EF4-FFF2-40B4-BE49-F238E27FC236}">
                  <a16:creationId xmlns:a16="http://schemas.microsoft.com/office/drawing/2014/main" id="{2279340E-A79F-F955-BC36-B62E06D50DC3}"/>
                </a:ext>
              </a:extLst>
            </p:cNvPr>
            <p:cNvCxnSpPr>
              <a:cxnSpLocks/>
            </p:cNvCxnSpPr>
            <p:nvPr/>
          </p:nvCxnSpPr>
          <p:spPr>
            <a:xfrm flipV="1">
              <a:off x="1524000" y="2681017"/>
              <a:ext cx="0" cy="9112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직선 화살표 연결선 13">
              <a:extLst>
                <a:ext uri="{FF2B5EF4-FFF2-40B4-BE49-F238E27FC236}">
                  <a16:creationId xmlns:a16="http://schemas.microsoft.com/office/drawing/2014/main" id="{B3FB6C41-2C50-0DFA-72DB-99DCB0CAC542}"/>
                </a:ext>
              </a:extLst>
            </p:cNvPr>
            <p:cNvCxnSpPr>
              <a:cxnSpLocks/>
            </p:cNvCxnSpPr>
            <p:nvPr/>
          </p:nvCxnSpPr>
          <p:spPr>
            <a:xfrm flipH="1">
              <a:off x="1240631" y="2631010"/>
              <a:ext cx="22621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8" name="직선 화살표 연결선 17">
              <a:extLst>
                <a:ext uri="{FF2B5EF4-FFF2-40B4-BE49-F238E27FC236}">
                  <a16:creationId xmlns:a16="http://schemas.microsoft.com/office/drawing/2014/main" id="{184E70B0-A4B8-6FEE-11B1-B1640FE3D25E}"/>
                </a:ext>
              </a:extLst>
            </p:cNvPr>
            <p:cNvCxnSpPr>
              <a:cxnSpLocks/>
            </p:cNvCxnSpPr>
            <p:nvPr/>
          </p:nvCxnSpPr>
          <p:spPr>
            <a:xfrm flipH="1">
              <a:off x="700088" y="262835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0" name="직선 화살표 연결선 19">
              <a:extLst>
                <a:ext uri="{FF2B5EF4-FFF2-40B4-BE49-F238E27FC236}">
                  <a16:creationId xmlns:a16="http://schemas.microsoft.com/office/drawing/2014/main" id="{D618EA15-EEA5-5A6B-F16E-E62E4D16E3DF}"/>
                </a:ext>
              </a:extLst>
            </p:cNvPr>
            <p:cNvCxnSpPr>
              <a:cxnSpLocks/>
            </p:cNvCxnSpPr>
            <p:nvPr/>
          </p:nvCxnSpPr>
          <p:spPr>
            <a:xfrm flipV="1">
              <a:off x="704850" y="1838054"/>
              <a:ext cx="0" cy="79295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2" name="직선 화살표 연결선 21">
              <a:extLst>
                <a:ext uri="{FF2B5EF4-FFF2-40B4-BE49-F238E27FC236}">
                  <a16:creationId xmlns:a16="http://schemas.microsoft.com/office/drawing/2014/main" id="{3D149363-A140-0233-52A2-F5D108FF01FD}"/>
                </a:ext>
              </a:extLst>
            </p:cNvPr>
            <p:cNvCxnSpPr>
              <a:cxnSpLocks/>
            </p:cNvCxnSpPr>
            <p:nvPr/>
          </p:nvCxnSpPr>
          <p:spPr>
            <a:xfrm>
              <a:off x="697707" y="1838054"/>
              <a:ext cx="234949" cy="52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5" name="직선 화살표 연결선 24">
              <a:extLst>
                <a:ext uri="{FF2B5EF4-FFF2-40B4-BE49-F238E27FC236}">
                  <a16:creationId xmlns:a16="http://schemas.microsoft.com/office/drawing/2014/main" id="{DCF9873A-C439-9B8A-D8BE-267DF68C815C}"/>
                </a:ext>
              </a:extLst>
            </p:cNvPr>
            <p:cNvCxnSpPr>
              <a:cxnSpLocks/>
            </p:cNvCxnSpPr>
            <p:nvPr/>
          </p:nvCxnSpPr>
          <p:spPr>
            <a:xfrm flipV="1">
              <a:off x="1554964" y="1838054"/>
              <a:ext cx="3269449" cy="52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9" name="직선 화살표 연결선 28">
              <a:extLst>
                <a:ext uri="{FF2B5EF4-FFF2-40B4-BE49-F238E27FC236}">
                  <a16:creationId xmlns:a16="http://schemas.microsoft.com/office/drawing/2014/main" id="{0AF22446-745D-1A6E-3E3E-655E070A4D65}"/>
                </a:ext>
              </a:extLst>
            </p:cNvPr>
            <p:cNvCxnSpPr>
              <a:cxnSpLocks/>
            </p:cNvCxnSpPr>
            <p:nvPr/>
          </p:nvCxnSpPr>
          <p:spPr>
            <a:xfrm>
              <a:off x="2126457" y="1843339"/>
              <a:ext cx="0" cy="13071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2" name="직선 화살표 연결선 31">
              <a:extLst>
                <a:ext uri="{FF2B5EF4-FFF2-40B4-BE49-F238E27FC236}">
                  <a16:creationId xmlns:a16="http://schemas.microsoft.com/office/drawing/2014/main" id="{A735E70D-21AD-B109-204B-9819A0A41FE4}"/>
                </a:ext>
              </a:extLst>
            </p:cNvPr>
            <p:cNvCxnSpPr>
              <a:cxnSpLocks/>
            </p:cNvCxnSpPr>
            <p:nvPr/>
          </p:nvCxnSpPr>
          <p:spPr>
            <a:xfrm flipH="1">
              <a:off x="2126457" y="2173935"/>
              <a:ext cx="1" cy="18350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5" name="직선 화살표 연결선 34">
              <a:extLst>
                <a:ext uri="{FF2B5EF4-FFF2-40B4-BE49-F238E27FC236}">
                  <a16:creationId xmlns:a16="http://schemas.microsoft.com/office/drawing/2014/main" id="{6A5080B5-44BB-5D76-AC8D-70E81511E899}"/>
                </a:ext>
              </a:extLst>
            </p:cNvPr>
            <p:cNvCxnSpPr>
              <a:cxnSpLocks/>
            </p:cNvCxnSpPr>
            <p:nvPr/>
          </p:nvCxnSpPr>
          <p:spPr>
            <a:xfrm flipH="1">
              <a:off x="2126457" y="2402536"/>
              <a:ext cx="2" cy="27848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7" name="직선 화살표 연결선 36">
              <a:extLst>
                <a:ext uri="{FF2B5EF4-FFF2-40B4-BE49-F238E27FC236}">
                  <a16:creationId xmlns:a16="http://schemas.microsoft.com/office/drawing/2014/main" id="{44FB4CC5-A6FE-C7DD-1368-C43CBEE92028}"/>
                </a:ext>
              </a:extLst>
            </p:cNvPr>
            <p:cNvCxnSpPr>
              <a:cxnSpLocks/>
            </p:cNvCxnSpPr>
            <p:nvPr/>
          </p:nvCxnSpPr>
          <p:spPr>
            <a:xfrm>
              <a:off x="2499521" y="1843861"/>
              <a:ext cx="0" cy="51357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9" name="직선 화살표 연결선 38">
              <a:extLst>
                <a:ext uri="{FF2B5EF4-FFF2-40B4-BE49-F238E27FC236}">
                  <a16:creationId xmlns:a16="http://schemas.microsoft.com/office/drawing/2014/main" id="{CB975E7E-2D80-8AA1-5DFB-511956D36304}"/>
                </a:ext>
              </a:extLst>
            </p:cNvPr>
            <p:cNvCxnSpPr>
              <a:cxnSpLocks/>
            </p:cNvCxnSpPr>
            <p:nvPr/>
          </p:nvCxnSpPr>
          <p:spPr>
            <a:xfrm>
              <a:off x="2501903" y="2407298"/>
              <a:ext cx="0" cy="16921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1" name="직선 화살표 연결선 40">
              <a:extLst>
                <a:ext uri="{FF2B5EF4-FFF2-40B4-BE49-F238E27FC236}">
                  <a16:creationId xmlns:a16="http://schemas.microsoft.com/office/drawing/2014/main" id="{74CFA16C-142C-F41A-B5B7-6B3B3690C586}"/>
                </a:ext>
              </a:extLst>
            </p:cNvPr>
            <p:cNvCxnSpPr>
              <a:cxnSpLocks/>
            </p:cNvCxnSpPr>
            <p:nvPr/>
          </p:nvCxnSpPr>
          <p:spPr>
            <a:xfrm flipH="1">
              <a:off x="2159003" y="2890983"/>
              <a:ext cx="34290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6" name="직선 화살표 연결선 45">
              <a:extLst>
                <a:ext uri="{FF2B5EF4-FFF2-40B4-BE49-F238E27FC236}">
                  <a16:creationId xmlns:a16="http://schemas.microsoft.com/office/drawing/2014/main" id="{CD93C5E3-7A3C-0711-DA64-9ACE3CED36B6}"/>
                </a:ext>
              </a:extLst>
            </p:cNvPr>
            <p:cNvCxnSpPr>
              <a:cxnSpLocks/>
            </p:cNvCxnSpPr>
            <p:nvPr/>
          </p:nvCxnSpPr>
          <p:spPr>
            <a:xfrm>
              <a:off x="2501902" y="2780086"/>
              <a:ext cx="0" cy="108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8" name="직선 연결선 47">
              <a:extLst>
                <a:ext uri="{FF2B5EF4-FFF2-40B4-BE49-F238E27FC236}">
                  <a16:creationId xmlns:a16="http://schemas.microsoft.com/office/drawing/2014/main" id="{E53C9406-9A2D-0290-4F24-41C9BC16E8D7}"/>
                </a:ext>
              </a:extLst>
            </p:cNvPr>
            <p:cNvCxnSpPr/>
            <p:nvPr/>
          </p:nvCxnSpPr>
          <p:spPr>
            <a:xfrm>
              <a:off x="2503491" y="2628357"/>
              <a:ext cx="0" cy="3600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9" name="직선 화살표 연결선 48">
              <a:extLst>
                <a:ext uri="{FF2B5EF4-FFF2-40B4-BE49-F238E27FC236}">
                  <a16:creationId xmlns:a16="http://schemas.microsoft.com/office/drawing/2014/main" id="{02CFA44F-9066-F6BA-0439-4C2FDF04B014}"/>
                </a:ext>
              </a:extLst>
            </p:cNvPr>
            <p:cNvCxnSpPr>
              <a:cxnSpLocks/>
            </p:cNvCxnSpPr>
            <p:nvPr/>
          </p:nvCxnSpPr>
          <p:spPr>
            <a:xfrm>
              <a:off x="3032921" y="1848624"/>
              <a:ext cx="0" cy="51357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0" name="직선 화살표 연결선 49">
              <a:extLst>
                <a:ext uri="{FF2B5EF4-FFF2-40B4-BE49-F238E27FC236}">
                  <a16:creationId xmlns:a16="http://schemas.microsoft.com/office/drawing/2014/main" id="{9CAA558C-6B2D-C4F2-3E32-64F66041B3A6}"/>
                </a:ext>
              </a:extLst>
            </p:cNvPr>
            <p:cNvCxnSpPr>
              <a:cxnSpLocks/>
            </p:cNvCxnSpPr>
            <p:nvPr/>
          </p:nvCxnSpPr>
          <p:spPr>
            <a:xfrm>
              <a:off x="3030540" y="2404917"/>
              <a:ext cx="0" cy="58117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2" name="직선 화살표 연결선 51">
              <a:extLst>
                <a:ext uri="{FF2B5EF4-FFF2-40B4-BE49-F238E27FC236}">
                  <a16:creationId xmlns:a16="http://schemas.microsoft.com/office/drawing/2014/main" id="{F85BAEC1-E2F2-33D8-CE6A-0DF72BA1C606}"/>
                </a:ext>
              </a:extLst>
            </p:cNvPr>
            <p:cNvCxnSpPr>
              <a:cxnSpLocks/>
            </p:cNvCxnSpPr>
            <p:nvPr/>
          </p:nvCxnSpPr>
          <p:spPr>
            <a:xfrm>
              <a:off x="3835403" y="1843861"/>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4" name="직선 화살표 연결선 53">
              <a:extLst>
                <a:ext uri="{FF2B5EF4-FFF2-40B4-BE49-F238E27FC236}">
                  <a16:creationId xmlns:a16="http://schemas.microsoft.com/office/drawing/2014/main" id="{558F27C8-89A0-B338-09A7-DA29B1A38F55}"/>
                </a:ext>
              </a:extLst>
            </p:cNvPr>
            <p:cNvCxnSpPr>
              <a:cxnSpLocks/>
            </p:cNvCxnSpPr>
            <p:nvPr/>
          </p:nvCxnSpPr>
          <p:spPr>
            <a:xfrm>
              <a:off x="4628359" y="1843328"/>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5" name="직선 화살표 연결선 54">
              <a:extLst>
                <a:ext uri="{FF2B5EF4-FFF2-40B4-BE49-F238E27FC236}">
                  <a16:creationId xmlns:a16="http://schemas.microsoft.com/office/drawing/2014/main" id="{7879924A-AEDF-A035-26A5-7945FA00F4D0}"/>
                </a:ext>
              </a:extLst>
            </p:cNvPr>
            <p:cNvCxnSpPr>
              <a:cxnSpLocks/>
            </p:cNvCxnSpPr>
            <p:nvPr/>
          </p:nvCxnSpPr>
          <p:spPr>
            <a:xfrm>
              <a:off x="5089528" y="1844770"/>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6" name="직선 화살표 연결선 55">
              <a:extLst>
                <a:ext uri="{FF2B5EF4-FFF2-40B4-BE49-F238E27FC236}">
                  <a16:creationId xmlns:a16="http://schemas.microsoft.com/office/drawing/2014/main" id="{B5BCCA54-EA71-733D-6324-47880B861383}"/>
                </a:ext>
              </a:extLst>
            </p:cNvPr>
            <p:cNvCxnSpPr>
              <a:cxnSpLocks/>
            </p:cNvCxnSpPr>
            <p:nvPr/>
          </p:nvCxnSpPr>
          <p:spPr>
            <a:xfrm>
              <a:off x="5880103" y="1847151"/>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7" name="직선 화살표 연결선 56">
              <a:extLst>
                <a:ext uri="{FF2B5EF4-FFF2-40B4-BE49-F238E27FC236}">
                  <a16:creationId xmlns:a16="http://schemas.microsoft.com/office/drawing/2014/main" id="{16357489-BD62-CFAD-7BFA-40FEBFE0E631}"/>
                </a:ext>
              </a:extLst>
            </p:cNvPr>
            <p:cNvCxnSpPr>
              <a:cxnSpLocks/>
            </p:cNvCxnSpPr>
            <p:nvPr/>
          </p:nvCxnSpPr>
          <p:spPr>
            <a:xfrm>
              <a:off x="3031729" y="298389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8" name="직선 화살표 연결선 57">
              <a:extLst>
                <a:ext uri="{FF2B5EF4-FFF2-40B4-BE49-F238E27FC236}">
                  <a16:creationId xmlns:a16="http://schemas.microsoft.com/office/drawing/2014/main" id="{3301823F-939C-2A1B-D01B-2E10C96C8FBB}"/>
                </a:ext>
              </a:extLst>
            </p:cNvPr>
            <p:cNvCxnSpPr>
              <a:cxnSpLocks/>
            </p:cNvCxnSpPr>
            <p:nvPr/>
          </p:nvCxnSpPr>
          <p:spPr>
            <a:xfrm>
              <a:off x="3836724" y="298184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9" name="직선 화살표 연결선 58">
              <a:extLst>
                <a:ext uri="{FF2B5EF4-FFF2-40B4-BE49-F238E27FC236}">
                  <a16:creationId xmlns:a16="http://schemas.microsoft.com/office/drawing/2014/main" id="{3A2BF373-9E0B-4579-DFF2-2F3D2BEC98DE}"/>
                </a:ext>
              </a:extLst>
            </p:cNvPr>
            <p:cNvCxnSpPr>
              <a:cxnSpLocks/>
            </p:cNvCxnSpPr>
            <p:nvPr/>
          </p:nvCxnSpPr>
          <p:spPr>
            <a:xfrm>
              <a:off x="4627299" y="2984615"/>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0" name="직선 화살표 연결선 59">
              <a:extLst>
                <a:ext uri="{FF2B5EF4-FFF2-40B4-BE49-F238E27FC236}">
                  <a16:creationId xmlns:a16="http://schemas.microsoft.com/office/drawing/2014/main" id="{76930470-675F-5876-2380-AB549855582F}"/>
                </a:ext>
              </a:extLst>
            </p:cNvPr>
            <p:cNvCxnSpPr>
              <a:cxnSpLocks/>
            </p:cNvCxnSpPr>
            <p:nvPr/>
          </p:nvCxnSpPr>
          <p:spPr>
            <a:xfrm>
              <a:off x="5091975" y="2981575"/>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1" name="직선 화살표 연결선 60">
              <a:extLst>
                <a:ext uri="{FF2B5EF4-FFF2-40B4-BE49-F238E27FC236}">
                  <a16:creationId xmlns:a16="http://schemas.microsoft.com/office/drawing/2014/main" id="{C216FC12-5BA2-DBEC-470B-D75FBF1E4BD8}"/>
                </a:ext>
              </a:extLst>
            </p:cNvPr>
            <p:cNvCxnSpPr>
              <a:cxnSpLocks/>
            </p:cNvCxnSpPr>
            <p:nvPr/>
          </p:nvCxnSpPr>
          <p:spPr>
            <a:xfrm>
              <a:off x="4950492" y="1838054"/>
              <a:ext cx="130968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4" name="직선 화살표 연결선 63">
              <a:extLst>
                <a:ext uri="{FF2B5EF4-FFF2-40B4-BE49-F238E27FC236}">
                  <a16:creationId xmlns:a16="http://schemas.microsoft.com/office/drawing/2014/main" id="{99EC04A7-C9A2-A20A-D9E5-62D105FA8B68}"/>
                </a:ext>
              </a:extLst>
            </p:cNvPr>
            <p:cNvCxnSpPr>
              <a:cxnSpLocks/>
            </p:cNvCxnSpPr>
            <p:nvPr/>
          </p:nvCxnSpPr>
          <p:spPr>
            <a:xfrm>
              <a:off x="6248275" y="1843862"/>
              <a:ext cx="0" cy="201138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6" name="직선 화살표 연결선 65">
              <a:extLst>
                <a:ext uri="{FF2B5EF4-FFF2-40B4-BE49-F238E27FC236}">
                  <a16:creationId xmlns:a16="http://schemas.microsoft.com/office/drawing/2014/main" id="{9E409C00-A197-E676-E984-0D7CDDB65941}"/>
                </a:ext>
              </a:extLst>
            </p:cNvPr>
            <p:cNvCxnSpPr>
              <a:cxnSpLocks/>
            </p:cNvCxnSpPr>
            <p:nvPr/>
          </p:nvCxnSpPr>
          <p:spPr>
            <a:xfrm flipH="1">
              <a:off x="4950492" y="3751785"/>
              <a:ext cx="129778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8" name="직선 화살표 연결선 67">
              <a:extLst>
                <a:ext uri="{FF2B5EF4-FFF2-40B4-BE49-F238E27FC236}">
                  <a16:creationId xmlns:a16="http://schemas.microsoft.com/office/drawing/2014/main" id="{BB0FC5C1-C2C4-2BFD-4D3C-AA37A5C36187}"/>
                </a:ext>
              </a:extLst>
            </p:cNvPr>
            <p:cNvCxnSpPr>
              <a:cxnSpLocks/>
            </p:cNvCxnSpPr>
            <p:nvPr/>
          </p:nvCxnSpPr>
          <p:spPr>
            <a:xfrm flipH="1">
              <a:off x="3402806" y="3751785"/>
              <a:ext cx="142160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0" name="직선 화살표 연결선 69">
              <a:extLst>
                <a:ext uri="{FF2B5EF4-FFF2-40B4-BE49-F238E27FC236}">
                  <a16:creationId xmlns:a16="http://schemas.microsoft.com/office/drawing/2014/main" id="{DD6C8EA1-8F41-DD0E-3E32-3D6C97747D26}"/>
                </a:ext>
              </a:extLst>
            </p:cNvPr>
            <p:cNvCxnSpPr>
              <a:cxnSpLocks/>
            </p:cNvCxnSpPr>
            <p:nvPr/>
          </p:nvCxnSpPr>
          <p:spPr>
            <a:xfrm flipH="1">
              <a:off x="4952871" y="3849419"/>
              <a:ext cx="129778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1" name="직선 화살표 연결선 70">
              <a:extLst>
                <a:ext uri="{FF2B5EF4-FFF2-40B4-BE49-F238E27FC236}">
                  <a16:creationId xmlns:a16="http://schemas.microsoft.com/office/drawing/2014/main" id="{8FAE19E6-AD7C-4A0F-1F1A-F134DA916FFD}"/>
                </a:ext>
              </a:extLst>
            </p:cNvPr>
            <p:cNvCxnSpPr>
              <a:cxnSpLocks/>
            </p:cNvCxnSpPr>
            <p:nvPr/>
          </p:nvCxnSpPr>
          <p:spPr>
            <a:xfrm flipH="1">
              <a:off x="3569432" y="3849419"/>
              <a:ext cx="125021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4" name="직선 화살표 연결선 73">
              <a:extLst>
                <a:ext uri="{FF2B5EF4-FFF2-40B4-BE49-F238E27FC236}">
                  <a16:creationId xmlns:a16="http://schemas.microsoft.com/office/drawing/2014/main" id="{6DAF6B10-12A0-9598-D9ED-0B7E5BB6B06C}"/>
                </a:ext>
              </a:extLst>
            </p:cNvPr>
            <p:cNvCxnSpPr>
              <a:cxnSpLocks/>
            </p:cNvCxnSpPr>
            <p:nvPr/>
          </p:nvCxnSpPr>
          <p:spPr>
            <a:xfrm>
              <a:off x="3797302" y="3849419"/>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6" name="직선 화살표 연결선 75">
              <a:extLst>
                <a:ext uri="{FF2B5EF4-FFF2-40B4-BE49-F238E27FC236}">
                  <a16:creationId xmlns:a16="http://schemas.microsoft.com/office/drawing/2014/main" id="{C3A97D87-446F-8F71-E6DE-1241369F5740}"/>
                </a:ext>
              </a:extLst>
            </p:cNvPr>
            <p:cNvCxnSpPr>
              <a:cxnSpLocks/>
            </p:cNvCxnSpPr>
            <p:nvPr/>
          </p:nvCxnSpPr>
          <p:spPr>
            <a:xfrm>
              <a:off x="4597402" y="3852863"/>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7" name="직선 화살표 연결선 76">
              <a:extLst>
                <a:ext uri="{FF2B5EF4-FFF2-40B4-BE49-F238E27FC236}">
                  <a16:creationId xmlns:a16="http://schemas.microsoft.com/office/drawing/2014/main" id="{CC7E13CE-4BF0-2A34-D6E8-036F12C46C5A}"/>
                </a:ext>
              </a:extLst>
            </p:cNvPr>
            <p:cNvCxnSpPr>
              <a:cxnSpLocks/>
            </p:cNvCxnSpPr>
            <p:nvPr/>
          </p:nvCxnSpPr>
          <p:spPr>
            <a:xfrm>
              <a:off x="5106989" y="3849419"/>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8" name="직선 화살표 연결선 77">
              <a:extLst>
                <a:ext uri="{FF2B5EF4-FFF2-40B4-BE49-F238E27FC236}">
                  <a16:creationId xmlns:a16="http://schemas.microsoft.com/office/drawing/2014/main" id="{221B0EAD-466F-F8B7-DDB5-54258B882281}"/>
                </a:ext>
              </a:extLst>
            </p:cNvPr>
            <p:cNvCxnSpPr>
              <a:cxnSpLocks/>
            </p:cNvCxnSpPr>
            <p:nvPr/>
          </p:nvCxnSpPr>
          <p:spPr>
            <a:xfrm>
              <a:off x="5811839" y="3852863"/>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2" name="직선 화살표 연결선 81">
              <a:extLst>
                <a:ext uri="{FF2B5EF4-FFF2-40B4-BE49-F238E27FC236}">
                  <a16:creationId xmlns:a16="http://schemas.microsoft.com/office/drawing/2014/main" id="{29FEEB58-946C-EC6D-1138-D4A9B4B1878D}"/>
                </a:ext>
              </a:extLst>
            </p:cNvPr>
            <p:cNvCxnSpPr>
              <a:cxnSpLocks/>
            </p:cNvCxnSpPr>
            <p:nvPr/>
          </p:nvCxnSpPr>
          <p:spPr>
            <a:xfrm flipH="1">
              <a:off x="4952873" y="3457574"/>
              <a:ext cx="110422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4" name="직선 화살표 연결선 83">
              <a:extLst>
                <a:ext uri="{FF2B5EF4-FFF2-40B4-BE49-F238E27FC236}">
                  <a16:creationId xmlns:a16="http://schemas.microsoft.com/office/drawing/2014/main" id="{F95B8833-FA8E-BEA7-8781-367B9DB4E021}"/>
                </a:ext>
              </a:extLst>
            </p:cNvPr>
            <p:cNvCxnSpPr>
              <a:cxnSpLocks/>
            </p:cNvCxnSpPr>
            <p:nvPr/>
          </p:nvCxnSpPr>
          <p:spPr>
            <a:xfrm flipH="1" flipV="1">
              <a:off x="3419475" y="3457574"/>
              <a:ext cx="140017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6" name="직선 화살표 연결선 85">
              <a:extLst>
                <a:ext uri="{FF2B5EF4-FFF2-40B4-BE49-F238E27FC236}">
                  <a16:creationId xmlns:a16="http://schemas.microsoft.com/office/drawing/2014/main" id="{CF281F13-15F6-9F9E-D9A7-F338FF6C82E7}"/>
                </a:ext>
              </a:extLst>
            </p:cNvPr>
            <p:cNvCxnSpPr>
              <a:cxnSpLocks/>
            </p:cNvCxnSpPr>
            <p:nvPr/>
          </p:nvCxnSpPr>
          <p:spPr>
            <a:xfrm flipV="1">
              <a:off x="3425826" y="3328825"/>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7" name="직선 화살표 연결선 86">
              <a:extLst>
                <a:ext uri="{FF2B5EF4-FFF2-40B4-BE49-F238E27FC236}">
                  <a16:creationId xmlns:a16="http://schemas.microsoft.com/office/drawing/2014/main" id="{DAE79900-BF68-B805-7A6B-73B34D5D94B9}"/>
                </a:ext>
              </a:extLst>
            </p:cNvPr>
            <p:cNvCxnSpPr>
              <a:cxnSpLocks/>
            </p:cNvCxnSpPr>
            <p:nvPr/>
          </p:nvCxnSpPr>
          <p:spPr>
            <a:xfrm flipV="1">
              <a:off x="4225927" y="3331206"/>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8" name="직선 화살표 연결선 87">
              <a:extLst>
                <a:ext uri="{FF2B5EF4-FFF2-40B4-BE49-F238E27FC236}">
                  <a16:creationId xmlns:a16="http://schemas.microsoft.com/office/drawing/2014/main" id="{A62A93D6-4D37-2EF2-F397-16128E2EE41B}"/>
                </a:ext>
              </a:extLst>
            </p:cNvPr>
            <p:cNvCxnSpPr>
              <a:cxnSpLocks/>
            </p:cNvCxnSpPr>
            <p:nvPr/>
          </p:nvCxnSpPr>
          <p:spPr>
            <a:xfrm flipV="1">
              <a:off x="5480845" y="3332107"/>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9" name="직선 화살표 연결선 88">
              <a:extLst>
                <a:ext uri="{FF2B5EF4-FFF2-40B4-BE49-F238E27FC236}">
                  <a16:creationId xmlns:a16="http://schemas.microsoft.com/office/drawing/2014/main" id="{41BE335F-29DA-E582-B649-A9C315ADCEE2}"/>
                </a:ext>
              </a:extLst>
            </p:cNvPr>
            <p:cNvCxnSpPr>
              <a:cxnSpLocks/>
            </p:cNvCxnSpPr>
            <p:nvPr/>
          </p:nvCxnSpPr>
          <p:spPr>
            <a:xfrm flipV="1">
              <a:off x="4210848" y="3684947"/>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0" name="직선 화살표 연결선 89">
              <a:extLst>
                <a:ext uri="{FF2B5EF4-FFF2-40B4-BE49-F238E27FC236}">
                  <a16:creationId xmlns:a16="http://schemas.microsoft.com/office/drawing/2014/main" id="{3AFD9E9F-AEDD-405E-5336-68E1DA4CB240}"/>
                </a:ext>
              </a:extLst>
            </p:cNvPr>
            <p:cNvCxnSpPr>
              <a:cxnSpLocks/>
            </p:cNvCxnSpPr>
            <p:nvPr/>
          </p:nvCxnSpPr>
          <p:spPr>
            <a:xfrm flipV="1">
              <a:off x="3408366" y="3682166"/>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1" name="직선 화살표 연결선 90">
              <a:extLst>
                <a:ext uri="{FF2B5EF4-FFF2-40B4-BE49-F238E27FC236}">
                  <a16:creationId xmlns:a16="http://schemas.microsoft.com/office/drawing/2014/main" id="{4DF4B911-529B-9CE8-087C-879885F402F8}"/>
                </a:ext>
              </a:extLst>
            </p:cNvPr>
            <p:cNvCxnSpPr>
              <a:cxnSpLocks/>
            </p:cNvCxnSpPr>
            <p:nvPr/>
          </p:nvCxnSpPr>
          <p:spPr>
            <a:xfrm flipV="1">
              <a:off x="5461004" y="3684947"/>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3" name="직선 연결선 92">
              <a:extLst>
                <a:ext uri="{FF2B5EF4-FFF2-40B4-BE49-F238E27FC236}">
                  <a16:creationId xmlns:a16="http://schemas.microsoft.com/office/drawing/2014/main" id="{3866B242-E42C-2486-A178-EB523F22EC6B}"/>
                </a:ext>
              </a:extLst>
            </p:cNvPr>
            <p:cNvCxnSpPr>
              <a:cxnSpLocks/>
            </p:cNvCxnSpPr>
            <p:nvPr/>
          </p:nvCxnSpPr>
          <p:spPr>
            <a:xfrm>
              <a:off x="6177630" y="3456093"/>
              <a:ext cx="68264"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5" name="직선 화살표 연결선 94">
              <a:extLst>
                <a:ext uri="{FF2B5EF4-FFF2-40B4-BE49-F238E27FC236}">
                  <a16:creationId xmlns:a16="http://schemas.microsoft.com/office/drawing/2014/main" id="{E04C30AD-9D56-BD3E-5320-0F2E4EC36AA8}"/>
                </a:ext>
              </a:extLst>
            </p:cNvPr>
            <p:cNvCxnSpPr>
              <a:cxnSpLocks/>
            </p:cNvCxnSpPr>
            <p:nvPr/>
          </p:nvCxnSpPr>
          <p:spPr>
            <a:xfrm>
              <a:off x="6241990" y="3062206"/>
              <a:ext cx="346929"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8" name="직선 화살표 연결선 97">
              <a:extLst>
                <a:ext uri="{FF2B5EF4-FFF2-40B4-BE49-F238E27FC236}">
                  <a16:creationId xmlns:a16="http://schemas.microsoft.com/office/drawing/2014/main" id="{ABB8078D-BF48-A1E9-9375-DAFD99441D29}"/>
                </a:ext>
              </a:extLst>
            </p:cNvPr>
            <p:cNvCxnSpPr>
              <a:cxnSpLocks/>
            </p:cNvCxnSpPr>
            <p:nvPr/>
          </p:nvCxnSpPr>
          <p:spPr>
            <a:xfrm flipH="1">
              <a:off x="2918290" y="2983288"/>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9" name="직선 화살표 연결선 98">
              <a:extLst>
                <a:ext uri="{FF2B5EF4-FFF2-40B4-BE49-F238E27FC236}">
                  <a16:creationId xmlns:a16="http://schemas.microsoft.com/office/drawing/2014/main" id="{035D8A07-52D5-92F8-8648-34AA67110B4C}"/>
                </a:ext>
              </a:extLst>
            </p:cNvPr>
            <p:cNvCxnSpPr>
              <a:cxnSpLocks/>
            </p:cNvCxnSpPr>
            <p:nvPr/>
          </p:nvCxnSpPr>
          <p:spPr>
            <a:xfrm flipH="1">
              <a:off x="1758950" y="2891215"/>
              <a:ext cx="29845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0" name="직선 화살표 연결선 99">
              <a:extLst>
                <a:ext uri="{FF2B5EF4-FFF2-40B4-BE49-F238E27FC236}">
                  <a16:creationId xmlns:a16="http://schemas.microsoft.com/office/drawing/2014/main" id="{F26C3E06-5252-AF72-658F-FC07C75F57F5}"/>
                </a:ext>
              </a:extLst>
            </p:cNvPr>
            <p:cNvCxnSpPr>
              <a:cxnSpLocks/>
            </p:cNvCxnSpPr>
            <p:nvPr/>
          </p:nvCxnSpPr>
          <p:spPr>
            <a:xfrm>
              <a:off x="1758950" y="2891215"/>
              <a:ext cx="0" cy="2889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1" name="직선 화살표 연결선 100">
              <a:extLst>
                <a:ext uri="{FF2B5EF4-FFF2-40B4-BE49-F238E27FC236}">
                  <a16:creationId xmlns:a16="http://schemas.microsoft.com/office/drawing/2014/main" id="{551A3410-2266-6343-C7CA-9A0A762E9171}"/>
                </a:ext>
              </a:extLst>
            </p:cNvPr>
            <p:cNvCxnSpPr>
              <a:cxnSpLocks/>
            </p:cNvCxnSpPr>
            <p:nvPr/>
          </p:nvCxnSpPr>
          <p:spPr>
            <a:xfrm>
              <a:off x="1758886" y="3180140"/>
              <a:ext cx="96123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66279286"/>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E5319-8B93-DECC-BC9C-DD708831F628}"/>
            </a:ext>
          </a:extLst>
        </p:cNvPr>
        <p:cNvGrpSpPr/>
        <p:nvPr/>
      </p:nvGrpSpPr>
      <p:grpSpPr>
        <a:xfrm>
          <a:off x="0" y="0"/>
          <a:ext cx="0" cy="0"/>
          <a:chOff x="0" y="0"/>
          <a:chExt cx="0" cy="0"/>
        </a:xfrm>
      </p:grpSpPr>
      <p:grpSp>
        <p:nvGrpSpPr>
          <p:cNvPr id="81" name="그룹 80">
            <a:extLst>
              <a:ext uri="{FF2B5EF4-FFF2-40B4-BE49-F238E27FC236}">
                <a16:creationId xmlns:a16="http://schemas.microsoft.com/office/drawing/2014/main" id="{5A01C052-ED24-F691-AC5E-803111985837}"/>
              </a:ext>
            </a:extLst>
          </p:cNvPr>
          <p:cNvGrpSpPr/>
          <p:nvPr/>
        </p:nvGrpSpPr>
        <p:grpSpPr>
          <a:xfrm>
            <a:off x="410884" y="950188"/>
            <a:ext cx="6663684" cy="4018843"/>
            <a:chOff x="410884" y="950188"/>
            <a:chExt cx="6663684" cy="4018843"/>
          </a:xfrm>
        </p:grpSpPr>
        <p:pic>
          <p:nvPicPr>
            <p:cNvPr id="10" name="그림 9">
              <a:extLst>
                <a:ext uri="{FF2B5EF4-FFF2-40B4-BE49-F238E27FC236}">
                  <a16:creationId xmlns:a16="http://schemas.microsoft.com/office/drawing/2014/main" id="{D137402E-C880-5680-B36B-13B45DBAF208}"/>
                </a:ext>
              </a:extLst>
            </p:cNvPr>
            <p:cNvPicPr>
              <a:picLocks noChangeAspect="1"/>
            </p:cNvPicPr>
            <p:nvPr/>
          </p:nvPicPr>
          <p:blipFill>
            <a:blip r:embed="rId2"/>
            <a:stretch>
              <a:fillRect/>
            </a:stretch>
          </p:blipFill>
          <p:spPr>
            <a:xfrm>
              <a:off x="410884" y="950188"/>
              <a:ext cx="6663684" cy="4018843"/>
            </a:xfrm>
            <a:prstGeom prst="rect">
              <a:avLst/>
            </a:prstGeom>
          </p:spPr>
        </p:pic>
        <p:pic>
          <p:nvPicPr>
            <p:cNvPr id="80" name="그림 79">
              <a:extLst>
                <a:ext uri="{FF2B5EF4-FFF2-40B4-BE49-F238E27FC236}">
                  <a16:creationId xmlns:a16="http://schemas.microsoft.com/office/drawing/2014/main" id="{92C9EEFD-6A7D-7A7B-1970-4073D30771A7}"/>
                </a:ext>
              </a:extLst>
            </p:cNvPr>
            <p:cNvPicPr>
              <a:picLocks noChangeAspect="1"/>
            </p:cNvPicPr>
            <p:nvPr/>
          </p:nvPicPr>
          <p:blipFill>
            <a:blip r:embed="rId3"/>
            <a:stretch>
              <a:fillRect/>
            </a:stretch>
          </p:blipFill>
          <p:spPr>
            <a:xfrm flipH="1">
              <a:off x="6052336" y="3389419"/>
              <a:ext cx="132501" cy="112501"/>
            </a:xfrm>
            <a:prstGeom prst="rect">
              <a:avLst/>
            </a:prstGeom>
          </p:spPr>
        </p:pic>
      </p:grpSp>
      <p:sp>
        <p:nvSpPr>
          <p:cNvPr id="2" name="Title 1">
            <a:extLst>
              <a:ext uri="{FF2B5EF4-FFF2-40B4-BE49-F238E27FC236}">
                <a16:creationId xmlns:a16="http://schemas.microsoft.com/office/drawing/2014/main" id="{3CBBFC0E-BFCE-084E-15ED-D1F1CEF6BC2D}"/>
              </a:ext>
            </a:extLst>
          </p:cNvPr>
          <p:cNvSpPr>
            <a:spLocks noGrp="1"/>
          </p:cNvSpPr>
          <p:nvPr>
            <p:ph type="title"/>
          </p:nvPr>
        </p:nvSpPr>
        <p:spPr>
          <a:xfrm>
            <a:off x="304799" y="304655"/>
            <a:ext cx="8392313" cy="535531"/>
          </a:xfrm>
        </p:spPr>
        <p:txBody>
          <a:bodyPr/>
          <a:lstStyle/>
          <a:p>
            <a:r>
              <a:rPr lang="nb-NO" altLang="ko-KR" dirty="0" err="1"/>
              <a:t>Internal</a:t>
            </a:r>
            <a:r>
              <a:rPr lang="nb-NO" altLang="ko-KR" dirty="0"/>
              <a:t> </a:t>
            </a:r>
            <a:r>
              <a:rPr lang="nb-NO" altLang="ko-KR" dirty="0" err="1"/>
              <a:t>Lubricating</a:t>
            </a:r>
            <a:r>
              <a:rPr lang="nb-NO" altLang="ko-KR" dirty="0"/>
              <a:t> Oil System</a:t>
            </a:r>
            <a:endParaRPr lang="en-US" dirty="0"/>
          </a:p>
        </p:txBody>
      </p:sp>
      <p:sp>
        <p:nvSpPr>
          <p:cNvPr id="11" name="Text Placeholder 2">
            <a:extLst>
              <a:ext uri="{FF2B5EF4-FFF2-40B4-BE49-F238E27FC236}">
                <a16:creationId xmlns:a16="http://schemas.microsoft.com/office/drawing/2014/main" id="{1E60C8E8-D57C-EC07-8EFA-9A75E63B9927}"/>
              </a:ext>
            </a:extLst>
          </p:cNvPr>
          <p:cNvSpPr>
            <a:spLocks noGrp="1"/>
          </p:cNvSpPr>
          <p:nvPr>
            <p:ph type="body" sz="quarter" idx="10"/>
          </p:nvPr>
        </p:nvSpPr>
        <p:spPr>
          <a:xfrm>
            <a:off x="7074568" y="1046438"/>
            <a:ext cx="1922068" cy="3566809"/>
          </a:xfrm>
        </p:spPr>
        <p:txBody>
          <a:bodyPr>
            <a:normAutofit/>
          </a:bodyPr>
          <a:lstStyle/>
          <a:p>
            <a:pPr marL="0" indent="0">
              <a:spcAft>
                <a:spcPts val="1000"/>
              </a:spcAft>
              <a:buNone/>
            </a:pPr>
            <a:r>
              <a:rPr lang="en-US" altLang="ko-KR" sz="1600" dirty="0"/>
              <a:t>The main groups of components to be lubricated are:</a:t>
            </a:r>
          </a:p>
          <a:p>
            <a:pPr marL="0" indent="0">
              <a:spcAft>
                <a:spcPts val="1000"/>
              </a:spcAft>
              <a:buNone/>
            </a:pPr>
            <a:r>
              <a:rPr lang="nb-NO" altLang="ko-KR" sz="1600" dirty="0"/>
              <a:t>1 - Turbocharger</a:t>
            </a:r>
          </a:p>
          <a:p>
            <a:pPr marL="0" indent="0">
              <a:spcAft>
                <a:spcPts val="1000"/>
              </a:spcAft>
              <a:buNone/>
            </a:pPr>
            <a:r>
              <a:rPr lang="en-US" altLang="ko-KR" sz="1600" dirty="0"/>
              <a:t>2 - Main bearings, big-end bearings</a:t>
            </a:r>
          </a:p>
          <a:p>
            <a:pPr marL="0" indent="0">
              <a:spcAft>
                <a:spcPts val="1000"/>
              </a:spcAft>
              <a:buNone/>
            </a:pPr>
            <a:r>
              <a:rPr lang="en-US" sz="1600" dirty="0">
                <a:solidFill>
                  <a:srgbClr val="000000"/>
                </a:solidFill>
              </a:rPr>
              <a:t>3 - </a:t>
            </a:r>
            <a:r>
              <a:rPr lang="nb-NO" altLang="ko-KR" sz="1600" dirty="0" err="1"/>
              <a:t>Camshaft</a:t>
            </a:r>
            <a:r>
              <a:rPr lang="nb-NO" altLang="ko-KR" sz="1600" dirty="0"/>
              <a:t> drive</a:t>
            </a:r>
          </a:p>
          <a:p>
            <a:pPr marL="0" indent="0">
              <a:spcAft>
                <a:spcPts val="1000"/>
              </a:spcAft>
              <a:buNone/>
            </a:pPr>
            <a:r>
              <a:rPr lang="nb-NO" sz="1600" dirty="0">
                <a:solidFill>
                  <a:srgbClr val="000000"/>
                </a:solidFill>
              </a:rPr>
              <a:t>4 - </a:t>
            </a:r>
            <a:r>
              <a:rPr lang="nb-NO" altLang="ko-KR" sz="1600" dirty="0"/>
              <a:t>Governor drive</a:t>
            </a:r>
          </a:p>
          <a:p>
            <a:pPr marL="0" indent="0">
              <a:spcAft>
                <a:spcPts val="1000"/>
              </a:spcAft>
              <a:buNone/>
            </a:pPr>
            <a:r>
              <a:rPr lang="nb-NO" sz="1600" dirty="0">
                <a:solidFill>
                  <a:srgbClr val="000000"/>
                </a:solidFill>
              </a:rPr>
              <a:t>5 - </a:t>
            </a:r>
            <a:r>
              <a:rPr lang="nb-NO" altLang="ko-KR" sz="1600" dirty="0"/>
              <a:t>Rocker arms</a:t>
            </a:r>
          </a:p>
          <a:p>
            <a:pPr marL="0" indent="0">
              <a:spcAft>
                <a:spcPts val="1000"/>
              </a:spcAft>
              <a:buNone/>
            </a:pPr>
            <a:r>
              <a:rPr lang="nb-NO" sz="1600" dirty="0">
                <a:solidFill>
                  <a:srgbClr val="000000"/>
                </a:solidFill>
              </a:rPr>
              <a:t>6 - </a:t>
            </a:r>
            <a:r>
              <a:rPr lang="nb-NO" altLang="ko-KR" sz="1600" dirty="0" err="1"/>
              <a:t>Camshaft</a:t>
            </a:r>
            <a:endParaRPr lang="en-US" sz="1600" dirty="0">
              <a:solidFill>
                <a:srgbClr val="000000"/>
              </a:solidFill>
            </a:endParaRPr>
          </a:p>
        </p:txBody>
      </p:sp>
      <p:cxnSp>
        <p:nvCxnSpPr>
          <p:cNvPr id="3" name="직선 화살표 연결선 2">
            <a:extLst>
              <a:ext uri="{FF2B5EF4-FFF2-40B4-BE49-F238E27FC236}">
                <a16:creationId xmlns:a16="http://schemas.microsoft.com/office/drawing/2014/main" id="{963668F7-4A81-22DB-F850-40A2A252497B}"/>
              </a:ext>
            </a:extLst>
          </p:cNvPr>
          <p:cNvCxnSpPr>
            <a:cxnSpLocks/>
          </p:cNvCxnSpPr>
          <p:nvPr/>
        </p:nvCxnSpPr>
        <p:spPr>
          <a:xfrm flipH="1">
            <a:off x="2228850" y="3599385"/>
            <a:ext cx="498486"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 name="직선 화살표 연결선 6">
            <a:extLst>
              <a:ext uri="{FF2B5EF4-FFF2-40B4-BE49-F238E27FC236}">
                <a16:creationId xmlns:a16="http://schemas.microsoft.com/office/drawing/2014/main" id="{46416158-3516-A08B-D472-A448A4107ED9}"/>
              </a:ext>
            </a:extLst>
          </p:cNvPr>
          <p:cNvCxnSpPr>
            <a:cxnSpLocks/>
          </p:cNvCxnSpPr>
          <p:nvPr/>
        </p:nvCxnSpPr>
        <p:spPr>
          <a:xfrm flipH="1">
            <a:off x="1521619" y="3599385"/>
            <a:ext cx="56992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 name="직선 화살표 연결선 8">
            <a:extLst>
              <a:ext uri="{FF2B5EF4-FFF2-40B4-BE49-F238E27FC236}">
                <a16:creationId xmlns:a16="http://schemas.microsoft.com/office/drawing/2014/main" id="{24E6C141-24AC-D6E1-E984-B94D84BF66DB}"/>
              </a:ext>
            </a:extLst>
          </p:cNvPr>
          <p:cNvCxnSpPr>
            <a:cxnSpLocks/>
          </p:cNvCxnSpPr>
          <p:nvPr/>
        </p:nvCxnSpPr>
        <p:spPr>
          <a:xfrm flipV="1">
            <a:off x="1524000" y="2681017"/>
            <a:ext cx="0" cy="9112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직선 화살표 연결선 13">
            <a:extLst>
              <a:ext uri="{FF2B5EF4-FFF2-40B4-BE49-F238E27FC236}">
                <a16:creationId xmlns:a16="http://schemas.microsoft.com/office/drawing/2014/main" id="{57DA3865-210C-B4B4-8BF5-6B1D4362D909}"/>
              </a:ext>
            </a:extLst>
          </p:cNvPr>
          <p:cNvCxnSpPr>
            <a:cxnSpLocks/>
          </p:cNvCxnSpPr>
          <p:nvPr/>
        </p:nvCxnSpPr>
        <p:spPr>
          <a:xfrm flipH="1">
            <a:off x="1240631" y="2631010"/>
            <a:ext cx="22621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8" name="직선 화살표 연결선 17">
            <a:extLst>
              <a:ext uri="{FF2B5EF4-FFF2-40B4-BE49-F238E27FC236}">
                <a16:creationId xmlns:a16="http://schemas.microsoft.com/office/drawing/2014/main" id="{5C17AC49-2293-F8F3-DAB3-18E9DDE90D6D}"/>
              </a:ext>
            </a:extLst>
          </p:cNvPr>
          <p:cNvCxnSpPr>
            <a:cxnSpLocks/>
          </p:cNvCxnSpPr>
          <p:nvPr/>
        </p:nvCxnSpPr>
        <p:spPr>
          <a:xfrm flipH="1">
            <a:off x="700088" y="262835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0" name="직선 화살표 연결선 19">
            <a:extLst>
              <a:ext uri="{FF2B5EF4-FFF2-40B4-BE49-F238E27FC236}">
                <a16:creationId xmlns:a16="http://schemas.microsoft.com/office/drawing/2014/main" id="{DE67CD7C-4869-5091-1660-299E034FAE9C}"/>
              </a:ext>
            </a:extLst>
          </p:cNvPr>
          <p:cNvCxnSpPr>
            <a:cxnSpLocks/>
          </p:cNvCxnSpPr>
          <p:nvPr/>
        </p:nvCxnSpPr>
        <p:spPr>
          <a:xfrm flipV="1">
            <a:off x="704850" y="1838054"/>
            <a:ext cx="0" cy="79295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2" name="직선 화살표 연결선 21">
            <a:extLst>
              <a:ext uri="{FF2B5EF4-FFF2-40B4-BE49-F238E27FC236}">
                <a16:creationId xmlns:a16="http://schemas.microsoft.com/office/drawing/2014/main" id="{726469E0-33BC-DD74-FEDD-FD5F61C8401C}"/>
              </a:ext>
            </a:extLst>
          </p:cNvPr>
          <p:cNvCxnSpPr>
            <a:cxnSpLocks/>
          </p:cNvCxnSpPr>
          <p:nvPr/>
        </p:nvCxnSpPr>
        <p:spPr>
          <a:xfrm>
            <a:off x="697707" y="1838054"/>
            <a:ext cx="234949" cy="52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5" name="직선 화살표 연결선 24">
            <a:extLst>
              <a:ext uri="{FF2B5EF4-FFF2-40B4-BE49-F238E27FC236}">
                <a16:creationId xmlns:a16="http://schemas.microsoft.com/office/drawing/2014/main" id="{E5DA0080-B008-8A2E-1E4E-D101DE6CC64C}"/>
              </a:ext>
            </a:extLst>
          </p:cNvPr>
          <p:cNvCxnSpPr>
            <a:cxnSpLocks/>
          </p:cNvCxnSpPr>
          <p:nvPr/>
        </p:nvCxnSpPr>
        <p:spPr>
          <a:xfrm flipV="1">
            <a:off x="1554964" y="1838054"/>
            <a:ext cx="3269449" cy="52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9" name="직선 화살표 연결선 28">
            <a:extLst>
              <a:ext uri="{FF2B5EF4-FFF2-40B4-BE49-F238E27FC236}">
                <a16:creationId xmlns:a16="http://schemas.microsoft.com/office/drawing/2014/main" id="{E930DF6E-5C66-F21D-7051-68295BB7CA82}"/>
              </a:ext>
            </a:extLst>
          </p:cNvPr>
          <p:cNvCxnSpPr>
            <a:cxnSpLocks/>
          </p:cNvCxnSpPr>
          <p:nvPr/>
        </p:nvCxnSpPr>
        <p:spPr>
          <a:xfrm>
            <a:off x="2126457" y="1843339"/>
            <a:ext cx="0" cy="13071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2" name="직선 화살표 연결선 31">
            <a:extLst>
              <a:ext uri="{FF2B5EF4-FFF2-40B4-BE49-F238E27FC236}">
                <a16:creationId xmlns:a16="http://schemas.microsoft.com/office/drawing/2014/main" id="{44C0EB88-143E-5BF0-3D71-AC26C45C6919}"/>
              </a:ext>
            </a:extLst>
          </p:cNvPr>
          <p:cNvCxnSpPr>
            <a:cxnSpLocks/>
          </p:cNvCxnSpPr>
          <p:nvPr/>
        </p:nvCxnSpPr>
        <p:spPr>
          <a:xfrm flipH="1">
            <a:off x="2126457" y="2173935"/>
            <a:ext cx="1" cy="18350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5" name="직선 화살표 연결선 34">
            <a:extLst>
              <a:ext uri="{FF2B5EF4-FFF2-40B4-BE49-F238E27FC236}">
                <a16:creationId xmlns:a16="http://schemas.microsoft.com/office/drawing/2014/main" id="{40493740-A2B9-7B81-79AF-B2AB4052F168}"/>
              </a:ext>
            </a:extLst>
          </p:cNvPr>
          <p:cNvCxnSpPr>
            <a:cxnSpLocks/>
          </p:cNvCxnSpPr>
          <p:nvPr/>
        </p:nvCxnSpPr>
        <p:spPr>
          <a:xfrm flipH="1">
            <a:off x="2126457" y="2402536"/>
            <a:ext cx="2" cy="27848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7" name="직선 화살표 연결선 36">
            <a:extLst>
              <a:ext uri="{FF2B5EF4-FFF2-40B4-BE49-F238E27FC236}">
                <a16:creationId xmlns:a16="http://schemas.microsoft.com/office/drawing/2014/main" id="{E0B2D88F-80BE-D235-783F-9A09E95EF4C3}"/>
              </a:ext>
            </a:extLst>
          </p:cNvPr>
          <p:cNvCxnSpPr>
            <a:cxnSpLocks/>
          </p:cNvCxnSpPr>
          <p:nvPr/>
        </p:nvCxnSpPr>
        <p:spPr>
          <a:xfrm>
            <a:off x="2499521" y="1843861"/>
            <a:ext cx="0" cy="51357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9" name="직선 화살표 연결선 38">
            <a:extLst>
              <a:ext uri="{FF2B5EF4-FFF2-40B4-BE49-F238E27FC236}">
                <a16:creationId xmlns:a16="http://schemas.microsoft.com/office/drawing/2014/main" id="{D85110D3-95AF-68FA-6B15-77BA302C8821}"/>
              </a:ext>
            </a:extLst>
          </p:cNvPr>
          <p:cNvCxnSpPr>
            <a:cxnSpLocks/>
          </p:cNvCxnSpPr>
          <p:nvPr/>
        </p:nvCxnSpPr>
        <p:spPr>
          <a:xfrm>
            <a:off x="2501903" y="2407298"/>
            <a:ext cx="0" cy="16921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1" name="직선 화살표 연결선 40">
            <a:extLst>
              <a:ext uri="{FF2B5EF4-FFF2-40B4-BE49-F238E27FC236}">
                <a16:creationId xmlns:a16="http://schemas.microsoft.com/office/drawing/2014/main" id="{082F49BC-4169-0AC4-EE51-E4B52CDF3676}"/>
              </a:ext>
            </a:extLst>
          </p:cNvPr>
          <p:cNvCxnSpPr>
            <a:cxnSpLocks/>
          </p:cNvCxnSpPr>
          <p:nvPr/>
        </p:nvCxnSpPr>
        <p:spPr>
          <a:xfrm flipH="1">
            <a:off x="2159003" y="2890983"/>
            <a:ext cx="34290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6" name="직선 화살표 연결선 45">
            <a:extLst>
              <a:ext uri="{FF2B5EF4-FFF2-40B4-BE49-F238E27FC236}">
                <a16:creationId xmlns:a16="http://schemas.microsoft.com/office/drawing/2014/main" id="{E28285B7-45E5-C312-CA7A-824447CE0860}"/>
              </a:ext>
            </a:extLst>
          </p:cNvPr>
          <p:cNvCxnSpPr>
            <a:cxnSpLocks/>
          </p:cNvCxnSpPr>
          <p:nvPr/>
        </p:nvCxnSpPr>
        <p:spPr>
          <a:xfrm>
            <a:off x="2501902" y="2780086"/>
            <a:ext cx="0" cy="108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8" name="직선 연결선 47">
            <a:extLst>
              <a:ext uri="{FF2B5EF4-FFF2-40B4-BE49-F238E27FC236}">
                <a16:creationId xmlns:a16="http://schemas.microsoft.com/office/drawing/2014/main" id="{57CB1E0A-2725-15D4-7922-F169FCB10565}"/>
              </a:ext>
            </a:extLst>
          </p:cNvPr>
          <p:cNvCxnSpPr/>
          <p:nvPr/>
        </p:nvCxnSpPr>
        <p:spPr>
          <a:xfrm>
            <a:off x="2503491" y="2628357"/>
            <a:ext cx="0" cy="3600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9" name="직선 화살표 연결선 48">
            <a:extLst>
              <a:ext uri="{FF2B5EF4-FFF2-40B4-BE49-F238E27FC236}">
                <a16:creationId xmlns:a16="http://schemas.microsoft.com/office/drawing/2014/main" id="{96759EE6-08AA-71D0-D546-E2EF2872FE38}"/>
              </a:ext>
            </a:extLst>
          </p:cNvPr>
          <p:cNvCxnSpPr>
            <a:cxnSpLocks/>
          </p:cNvCxnSpPr>
          <p:nvPr/>
        </p:nvCxnSpPr>
        <p:spPr>
          <a:xfrm>
            <a:off x="3032921" y="1848624"/>
            <a:ext cx="0" cy="51357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0" name="직선 화살표 연결선 49">
            <a:extLst>
              <a:ext uri="{FF2B5EF4-FFF2-40B4-BE49-F238E27FC236}">
                <a16:creationId xmlns:a16="http://schemas.microsoft.com/office/drawing/2014/main" id="{498E4DBA-77D7-10D2-6F76-AEEC4C8C2A87}"/>
              </a:ext>
            </a:extLst>
          </p:cNvPr>
          <p:cNvCxnSpPr>
            <a:cxnSpLocks/>
          </p:cNvCxnSpPr>
          <p:nvPr/>
        </p:nvCxnSpPr>
        <p:spPr>
          <a:xfrm>
            <a:off x="3030540" y="2404917"/>
            <a:ext cx="0" cy="58117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2" name="직선 화살표 연결선 51">
            <a:extLst>
              <a:ext uri="{FF2B5EF4-FFF2-40B4-BE49-F238E27FC236}">
                <a16:creationId xmlns:a16="http://schemas.microsoft.com/office/drawing/2014/main" id="{98A7318F-8FE8-9938-452F-65E045DD6487}"/>
              </a:ext>
            </a:extLst>
          </p:cNvPr>
          <p:cNvCxnSpPr>
            <a:cxnSpLocks/>
          </p:cNvCxnSpPr>
          <p:nvPr/>
        </p:nvCxnSpPr>
        <p:spPr>
          <a:xfrm>
            <a:off x="3835403" y="1843861"/>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4" name="직선 화살표 연결선 53">
            <a:extLst>
              <a:ext uri="{FF2B5EF4-FFF2-40B4-BE49-F238E27FC236}">
                <a16:creationId xmlns:a16="http://schemas.microsoft.com/office/drawing/2014/main" id="{0B6D7A4C-8B07-A196-F062-64B459513E4F}"/>
              </a:ext>
            </a:extLst>
          </p:cNvPr>
          <p:cNvCxnSpPr>
            <a:cxnSpLocks/>
          </p:cNvCxnSpPr>
          <p:nvPr/>
        </p:nvCxnSpPr>
        <p:spPr>
          <a:xfrm>
            <a:off x="4628359" y="1843328"/>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5" name="직선 화살표 연결선 54">
            <a:extLst>
              <a:ext uri="{FF2B5EF4-FFF2-40B4-BE49-F238E27FC236}">
                <a16:creationId xmlns:a16="http://schemas.microsoft.com/office/drawing/2014/main" id="{93C04A9E-6E3A-C4CF-6EFB-FE98648D898F}"/>
              </a:ext>
            </a:extLst>
          </p:cNvPr>
          <p:cNvCxnSpPr>
            <a:cxnSpLocks/>
          </p:cNvCxnSpPr>
          <p:nvPr/>
        </p:nvCxnSpPr>
        <p:spPr>
          <a:xfrm>
            <a:off x="5089528" y="1844770"/>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6" name="직선 화살표 연결선 55">
            <a:extLst>
              <a:ext uri="{FF2B5EF4-FFF2-40B4-BE49-F238E27FC236}">
                <a16:creationId xmlns:a16="http://schemas.microsoft.com/office/drawing/2014/main" id="{F481797B-DD65-009E-68A0-5ACB0B6AC478}"/>
              </a:ext>
            </a:extLst>
          </p:cNvPr>
          <p:cNvCxnSpPr>
            <a:cxnSpLocks/>
          </p:cNvCxnSpPr>
          <p:nvPr/>
        </p:nvCxnSpPr>
        <p:spPr>
          <a:xfrm>
            <a:off x="5880103" y="1847151"/>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7" name="직선 화살표 연결선 56">
            <a:extLst>
              <a:ext uri="{FF2B5EF4-FFF2-40B4-BE49-F238E27FC236}">
                <a16:creationId xmlns:a16="http://schemas.microsoft.com/office/drawing/2014/main" id="{A2228D8F-FA02-919F-ADAE-88A46FF45B04}"/>
              </a:ext>
            </a:extLst>
          </p:cNvPr>
          <p:cNvCxnSpPr>
            <a:cxnSpLocks/>
          </p:cNvCxnSpPr>
          <p:nvPr/>
        </p:nvCxnSpPr>
        <p:spPr>
          <a:xfrm>
            <a:off x="3031729" y="298389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8" name="직선 화살표 연결선 57">
            <a:extLst>
              <a:ext uri="{FF2B5EF4-FFF2-40B4-BE49-F238E27FC236}">
                <a16:creationId xmlns:a16="http://schemas.microsoft.com/office/drawing/2014/main" id="{37ED83EF-BFE9-9142-E07D-9525C55D6351}"/>
              </a:ext>
            </a:extLst>
          </p:cNvPr>
          <p:cNvCxnSpPr>
            <a:cxnSpLocks/>
          </p:cNvCxnSpPr>
          <p:nvPr/>
        </p:nvCxnSpPr>
        <p:spPr>
          <a:xfrm>
            <a:off x="3836724" y="298184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9" name="직선 화살표 연결선 58">
            <a:extLst>
              <a:ext uri="{FF2B5EF4-FFF2-40B4-BE49-F238E27FC236}">
                <a16:creationId xmlns:a16="http://schemas.microsoft.com/office/drawing/2014/main" id="{937EC238-39BB-DD02-D922-2909E05C11B5}"/>
              </a:ext>
            </a:extLst>
          </p:cNvPr>
          <p:cNvCxnSpPr>
            <a:cxnSpLocks/>
          </p:cNvCxnSpPr>
          <p:nvPr/>
        </p:nvCxnSpPr>
        <p:spPr>
          <a:xfrm>
            <a:off x="4627299" y="2984615"/>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0" name="직선 화살표 연결선 59">
            <a:extLst>
              <a:ext uri="{FF2B5EF4-FFF2-40B4-BE49-F238E27FC236}">
                <a16:creationId xmlns:a16="http://schemas.microsoft.com/office/drawing/2014/main" id="{9D75BBD8-17D9-F50C-8C0F-AC86452FD769}"/>
              </a:ext>
            </a:extLst>
          </p:cNvPr>
          <p:cNvCxnSpPr>
            <a:cxnSpLocks/>
          </p:cNvCxnSpPr>
          <p:nvPr/>
        </p:nvCxnSpPr>
        <p:spPr>
          <a:xfrm>
            <a:off x="5091975" y="2981575"/>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1" name="직선 화살표 연결선 60">
            <a:extLst>
              <a:ext uri="{FF2B5EF4-FFF2-40B4-BE49-F238E27FC236}">
                <a16:creationId xmlns:a16="http://schemas.microsoft.com/office/drawing/2014/main" id="{1576BF2B-5631-CB8C-784E-B8D01B84FDD0}"/>
              </a:ext>
            </a:extLst>
          </p:cNvPr>
          <p:cNvCxnSpPr>
            <a:cxnSpLocks/>
          </p:cNvCxnSpPr>
          <p:nvPr/>
        </p:nvCxnSpPr>
        <p:spPr>
          <a:xfrm>
            <a:off x="4950492" y="1838054"/>
            <a:ext cx="130968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4" name="직선 화살표 연결선 63">
            <a:extLst>
              <a:ext uri="{FF2B5EF4-FFF2-40B4-BE49-F238E27FC236}">
                <a16:creationId xmlns:a16="http://schemas.microsoft.com/office/drawing/2014/main" id="{8BCD24FA-1A09-22F1-C2B3-9DBAD9D535E6}"/>
              </a:ext>
            </a:extLst>
          </p:cNvPr>
          <p:cNvCxnSpPr>
            <a:cxnSpLocks/>
          </p:cNvCxnSpPr>
          <p:nvPr/>
        </p:nvCxnSpPr>
        <p:spPr>
          <a:xfrm>
            <a:off x="6248275" y="1843862"/>
            <a:ext cx="0" cy="201138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6" name="직선 화살표 연결선 65">
            <a:extLst>
              <a:ext uri="{FF2B5EF4-FFF2-40B4-BE49-F238E27FC236}">
                <a16:creationId xmlns:a16="http://schemas.microsoft.com/office/drawing/2014/main" id="{F82DC078-A6C3-AE8A-4023-0CACEF7E5EDA}"/>
              </a:ext>
            </a:extLst>
          </p:cNvPr>
          <p:cNvCxnSpPr>
            <a:cxnSpLocks/>
          </p:cNvCxnSpPr>
          <p:nvPr/>
        </p:nvCxnSpPr>
        <p:spPr>
          <a:xfrm flipH="1">
            <a:off x="4950492" y="3751785"/>
            <a:ext cx="129778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8" name="직선 화살표 연결선 67">
            <a:extLst>
              <a:ext uri="{FF2B5EF4-FFF2-40B4-BE49-F238E27FC236}">
                <a16:creationId xmlns:a16="http://schemas.microsoft.com/office/drawing/2014/main" id="{F420D70B-502A-DA7C-F0BB-FE73B62F35C2}"/>
              </a:ext>
            </a:extLst>
          </p:cNvPr>
          <p:cNvCxnSpPr>
            <a:cxnSpLocks/>
          </p:cNvCxnSpPr>
          <p:nvPr/>
        </p:nvCxnSpPr>
        <p:spPr>
          <a:xfrm flipH="1">
            <a:off x="3402806" y="3751785"/>
            <a:ext cx="142160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0" name="직선 화살표 연결선 69">
            <a:extLst>
              <a:ext uri="{FF2B5EF4-FFF2-40B4-BE49-F238E27FC236}">
                <a16:creationId xmlns:a16="http://schemas.microsoft.com/office/drawing/2014/main" id="{B1521B6F-68A4-D655-78C7-748C9FBE6389}"/>
              </a:ext>
            </a:extLst>
          </p:cNvPr>
          <p:cNvCxnSpPr>
            <a:cxnSpLocks/>
          </p:cNvCxnSpPr>
          <p:nvPr/>
        </p:nvCxnSpPr>
        <p:spPr>
          <a:xfrm flipH="1">
            <a:off x="4952871" y="3849419"/>
            <a:ext cx="129778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1" name="직선 화살표 연결선 70">
            <a:extLst>
              <a:ext uri="{FF2B5EF4-FFF2-40B4-BE49-F238E27FC236}">
                <a16:creationId xmlns:a16="http://schemas.microsoft.com/office/drawing/2014/main" id="{A2B2B3FA-DCCB-852A-6076-6BDAF56C048C}"/>
              </a:ext>
            </a:extLst>
          </p:cNvPr>
          <p:cNvCxnSpPr>
            <a:cxnSpLocks/>
          </p:cNvCxnSpPr>
          <p:nvPr/>
        </p:nvCxnSpPr>
        <p:spPr>
          <a:xfrm flipH="1">
            <a:off x="3569432" y="3849419"/>
            <a:ext cx="125021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4" name="직선 화살표 연결선 73">
            <a:extLst>
              <a:ext uri="{FF2B5EF4-FFF2-40B4-BE49-F238E27FC236}">
                <a16:creationId xmlns:a16="http://schemas.microsoft.com/office/drawing/2014/main" id="{217E6187-371F-4732-C858-750A20EFE536}"/>
              </a:ext>
            </a:extLst>
          </p:cNvPr>
          <p:cNvCxnSpPr>
            <a:cxnSpLocks/>
          </p:cNvCxnSpPr>
          <p:nvPr/>
        </p:nvCxnSpPr>
        <p:spPr>
          <a:xfrm>
            <a:off x="3797302" y="3849419"/>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6" name="직선 화살표 연결선 75">
            <a:extLst>
              <a:ext uri="{FF2B5EF4-FFF2-40B4-BE49-F238E27FC236}">
                <a16:creationId xmlns:a16="http://schemas.microsoft.com/office/drawing/2014/main" id="{424B9B73-BB00-E549-7261-E1B605D1EB49}"/>
              </a:ext>
            </a:extLst>
          </p:cNvPr>
          <p:cNvCxnSpPr>
            <a:cxnSpLocks/>
          </p:cNvCxnSpPr>
          <p:nvPr/>
        </p:nvCxnSpPr>
        <p:spPr>
          <a:xfrm>
            <a:off x="4597402" y="3852863"/>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7" name="직선 화살표 연결선 76">
            <a:extLst>
              <a:ext uri="{FF2B5EF4-FFF2-40B4-BE49-F238E27FC236}">
                <a16:creationId xmlns:a16="http://schemas.microsoft.com/office/drawing/2014/main" id="{86BD4E1D-9454-BCF7-C07F-5D465C513CE7}"/>
              </a:ext>
            </a:extLst>
          </p:cNvPr>
          <p:cNvCxnSpPr>
            <a:cxnSpLocks/>
          </p:cNvCxnSpPr>
          <p:nvPr/>
        </p:nvCxnSpPr>
        <p:spPr>
          <a:xfrm>
            <a:off x="5106989" y="3849419"/>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8" name="직선 화살표 연결선 77">
            <a:extLst>
              <a:ext uri="{FF2B5EF4-FFF2-40B4-BE49-F238E27FC236}">
                <a16:creationId xmlns:a16="http://schemas.microsoft.com/office/drawing/2014/main" id="{96A12B49-E199-3DA1-9D76-8321F1B67AB1}"/>
              </a:ext>
            </a:extLst>
          </p:cNvPr>
          <p:cNvCxnSpPr>
            <a:cxnSpLocks/>
          </p:cNvCxnSpPr>
          <p:nvPr/>
        </p:nvCxnSpPr>
        <p:spPr>
          <a:xfrm>
            <a:off x="5811839" y="3852863"/>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2" name="직선 화살표 연결선 81">
            <a:extLst>
              <a:ext uri="{FF2B5EF4-FFF2-40B4-BE49-F238E27FC236}">
                <a16:creationId xmlns:a16="http://schemas.microsoft.com/office/drawing/2014/main" id="{1D688C7D-7D3C-0512-4ABE-AC242FFB220E}"/>
              </a:ext>
            </a:extLst>
          </p:cNvPr>
          <p:cNvCxnSpPr>
            <a:cxnSpLocks/>
          </p:cNvCxnSpPr>
          <p:nvPr/>
        </p:nvCxnSpPr>
        <p:spPr>
          <a:xfrm flipH="1">
            <a:off x="4952873" y="3457574"/>
            <a:ext cx="110422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4" name="직선 화살표 연결선 83">
            <a:extLst>
              <a:ext uri="{FF2B5EF4-FFF2-40B4-BE49-F238E27FC236}">
                <a16:creationId xmlns:a16="http://schemas.microsoft.com/office/drawing/2014/main" id="{A0EBF195-0EDF-02D8-4335-F00D598F4077}"/>
              </a:ext>
            </a:extLst>
          </p:cNvPr>
          <p:cNvCxnSpPr>
            <a:cxnSpLocks/>
          </p:cNvCxnSpPr>
          <p:nvPr/>
        </p:nvCxnSpPr>
        <p:spPr>
          <a:xfrm flipH="1" flipV="1">
            <a:off x="3419475" y="3457574"/>
            <a:ext cx="140017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6" name="직선 화살표 연결선 85">
            <a:extLst>
              <a:ext uri="{FF2B5EF4-FFF2-40B4-BE49-F238E27FC236}">
                <a16:creationId xmlns:a16="http://schemas.microsoft.com/office/drawing/2014/main" id="{745B9930-FFC1-A899-F7A1-FF2E3B0F9183}"/>
              </a:ext>
            </a:extLst>
          </p:cNvPr>
          <p:cNvCxnSpPr>
            <a:cxnSpLocks/>
          </p:cNvCxnSpPr>
          <p:nvPr/>
        </p:nvCxnSpPr>
        <p:spPr>
          <a:xfrm flipV="1">
            <a:off x="3425826" y="3328825"/>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7" name="직선 화살표 연결선 86">
            <a:extLst>
              <a:ext uri="{FF2B5EF4-FFF2-40B4-BE49-F238E27FC236}">
                <a16:creationId xmlns:a16="http://schemas.microsoft.com/office/drawing/2014/main" id="{DD81DAA2-D244-B5C1-E0B7-77654B5DACB9}"/>
              </a:ext>
            </a:extLst>
          </p:cNvPr>
          <p:cNvCxnSpPr>
            <a:cxnSpLocks/>
          </p:cNvCxnSpPr>
          <p:nvPr/>
        </p:nvCxnSpPr>
        <p:spPr>
          <a:xfrm flipV="1">
            <a:off x="4225927" y="3331206"/>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8" name="직선 화살표 연결선 87">
            <a:extLst>
              <a:ext uri="{FF2B5EF4-FFF2-40B4-BE49-F238E27FC236}">
                <a16:creationId xmlns:a16="http://schemas.microsoft.com/office/drawing/2014/main" id="{CF81E918-8194-5B6E-CBA6-FF3E1BA9A031}"/>
              </a:ext>
            </a:extLst>
          </p:cNvPr>
          <p:cNvCxnSpPr>
            <a:cxnSpLocks/>
          </p:cNvCxnSpPr>
          <p:nvPr/>
        </p:nvCxnSpPr>
        <p:spPr>
          <a:xfrm flipV="1">
            <a:off x="5480845" y="3332107"/>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9" name="직선 화살표 연결선 88">
            <a:extLst>
              <a:ext uri="{FF2B5EF4-FFF2-40B4-BE49-F238E27FC236}">
                <a16:creationId xmlns:a16="http://schemas.microsoft.com/office/drawing/2014/main" id="{13DC6F40-5836-9934-4156-533665789CB4}"/>
              </a:ext>
            </a:extLst>
          </p:cNvPr>
          <p:cNvCxnSpPr>
            <a:cxnSpLocks/>
          </p:cNvCxnSpPr>
          <p:nvPr/>
        </p:nvCxnSpPr>
        <p:spPr>
          <a:xfrm flipV="1">
            <a:off x="4210848" y="3684947"/>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0" name="직선 화살표 연결선 89">
            <a:extLst>
              <a:ext uri="{FF2B5EF4-FFF2-40B4-BE49-F238E27FC236}">
                <a16:creationId xmlns:a16="http://schemas.microsoft.com/office/drawing/2014/main" id="{3AFD96D9-7DF1-686A-10DA-3D34CFA105B2}"/>
              </a:ext>
            </a:extLst>
          </p:cNvPr>
          <p:cNvCxnSpPr>
            <a:cxnSpLocks/>
          </p:cNvCxnSpPr>
          <p:nvPr/>
        </p:nvCxnSpPr>
        <p:spPr>
          <a:xfrm flipV="1">
            <a:off x="3408366" y="3682166"/>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1" name="직선 화살표 연결선 90">
            <a:extLst>
              <a:ext uri="{FF2B5EF4-FFF2-40B4-BE49-F238E27FC236}">
                <a16:creationId xmlns:a16="http://schemas.microsoft.com/office/drawing/2014/main" id="{2409F288-2302-0B0E-DD2E-59418C772D89}"/>
              </a:ext>
            </a:extLst>
          </p:cNvPr>
          <p:cNvCxnSpPr>
            <a:cxnSpLocks/>
          </p:cNvCxnSpPr>
          <p:nvPr/>
        </p:nvCxnSpPr>
        <p:spPr>
          <a:xfrm flipV="1">
            <a:off x="5461004" y="3684947"/>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3" name="직선 연결선 92">
            <a:extLst>
              <a:ext uri="{FF2B5EF4-FFF2-40B4-BE49-F238E27FC236}">
                <a16:creationId xmlns:a16="http://schemas.microsoft.com/office/drawing/2014/main" id="{E4DB6DA3-D105-B7CE-3173-DEE251E1F5E1}"/>
              </a:ext>
            </a:extLst>
          </p:cNvPr>
          <p:cNvCxnSpPr>
            <a:cxnSpLocks/>
          </p:cNvCxnSpPr>
          <p:nvPr/>
        </p:nvCxnSpPr>
        <p:spPr>
          <a:xfrm>
            <a:off x="6177630" y="3456093"/>
            <a:ext cx="68264"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5" name="직선 화살표 연결선 94">
            <a:extLst>
              <a:ext uri="{FF2B5EF4-FFF2-40B4-BE49-F238E27FC236}">
                <a16:creationId xmlns:a16="http://schemas.microsoft.com/office/drawing/2014/main" id="{0236DE25-FD46-2217-1B95-77E5A539250F}"/>
              </a:ext>
            </a:extLst>
          </p:cNvPr>
          <p:cNvCxnSpPr>
            <a:cxnSpLocks/>
          </p:cNvCxnSpPr>
          <p:nvPr/>
        </p:nvCxnSpPr>
        <p:spPr>
          <a:xfrm>
            <a:off x="6241990" y="3062206"/>
            <a:ext cx="346929"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 name="직선 화살표 연결선 3">
            <a:extLst>
              <a:ext uri="{FF2B5EF4-FFF2-40B4-BE49-F238E27FC236}">
                <a16:creationId xmlns:a16="http://schemas.microsoft.com/office/drawing/2014/main" id="{F5D153FC-F540-2125-20D8-1A035E739B97}"/>
              </a:ext>
            </a:extLst>
          </p:cNvPr>
          <p:cNvCxnSpPr>
            <a:cxnSpLocks/>
          </p:cNvCxnSpPr>
          <p:nvPr/>
        </p:nvCxnSpPr>
        <p:spPr>
          <a:xfrm flipH="1">
            <a:off x="2918290" y="2983288"/>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 name="직선 화살표 연결선 4">
            <a:extLst>
              <a:ext uri="{FF2B5EF4-FFF2-40B4-BE49-F238E27FC236}">
                <a16:creationId xmlns:a16="http://schemas.microsoft.com/office/drawing/2014/main" id="{DB987AFA-B631-B239-CBBB-9288FB2B81B6}"/>
              </a:ext>
            </a:extLst>
          </p:cNvPr>
          <p:cNvCxnSpPr>
            <a:cxnSpLocks/>
          </p:cNvCxnSpPr>
          <p:nvPr/>
        </p:nvCxnSpPr>
        <p:spPr>
          <a:xfrm flipH="1">
            <a:off x="1758950" y="2891215"/>
            <a:ext cx="29845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 name="직선 화살표 연결선 5">
            <a:extLst>
              <a:ext uri="{FF2B5EF4-FFF2-40B4-BE49-F238E27FC236}">
                <a16:creationId xmlns:a16="http://schemas.microsoft.com/office/drawing/2014/main" id="{0E9B2AF0-3150-3C8D-C5A8-886F20A624FE}"/>
              </a:ext>
            </a:extLst>
          </p:cNvPr>
          <p:cNvCxnSpPr>
            <a:cxnSpLocks/>
          </p:cNvCxnSpPr>
          <p:nvPr/>
        </p:nvCxnSpPr>
        <p:spPr>
          <a:xfrm>
            <a:off x="1758950" y="2891215"/>
            <a:ext cx="0" cy="2889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 name="직선 화살표 연결선 7">
            <a:extLst>
              <a:ext uri="{FF2B5EF4-FFF2-40B4-BE49-F238E27FC236}">
                <a16:creationId xmlns:a16="http://schemas.microsoft.com/office/drawing/2014/main" id="{F57A191F-DA78-117B-1D62-64F1A918A775}"/>
              </a:ext>
            </a:extLst>
          </p:cNvPr>
          <p:cNvCxnSpPr>
            <a:cxnSpLocks/>
          </p:cNvCxnSpPr>
          <p:nvPr/>
        </p:nvCxnSpPr>
        <p:spPr>
          <a:xfrm>
            <a:off x="1758886" y="3180140"/>
            <a:ext cx="96123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0598720"/>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D26A1-0B54-4977-58FF-4AF65540A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4E5F3-23AB-61F4-93C6-D850FC5A69A5}"/>
              </a:ext>
            </a:extLst>
          </p:cNvPr>
          <p:cNvSpPr>
            <a:spLocks noGrp="1"/>
          </p:cNvSpPr>
          <p:nvPr>
            <p:ph type="title"/>
          </p:nvPr>
        </p:nvSpPr>
        <p:spPr>
          <a:xfrm>
            <a:off x="304799" y="304655"/>
            <a:ext cx="8392313" cy="535531"/>
          </a:xfrm>
        </p:spPr>
        <p:txBody>
          <a:bodyPr/>
          <a:lstStyle/>
          <a:p>
            <a:r>
              <a:rPr lang="nb-NO" altLang="ko-KR" dirty="0" err="1"/>
              <a:t>Internal</a:t>
            </a:r>
            <a:r>
              <a:rPr lang="nb-NO" altLang="ko-KR" dirty="0"/>
              <a:t> </a:t>
            </a:r>
            <a:r>
              <a:rPr lang="nb-NO" altLang="ko-KR" dirty="0" err="1"/>
              <a:t>Lubricating</a:t>
            </a:r>
            <a:r>
              <a:rPr lang="nb-NO" altLang="ko-KR" dirty="0"/>
              <a:t> Oil System</a:t>
            </a:r>
            <a:endParaRPr lang="en-US" dirty="0"/>
          </a:p>
        </p:txBody>
      </p:sp>
      <p:sp>
        <p:nvSpPr>
          <p:cNvPr id="11" name="Text Placeholder 2">
            <a:extLst>
              <a:ext uri="{FF2B5EF4-FFF2-40B4-BE49-F238E27FC236}">
                <a16:creationId xmlns:a16="http://schemas.microsoft.com/office/drawing/2014/main" id="{E47E46C8-2C98-6644-0079-28FFB45034D9}"/>
              </a:ext>
            </a:extLst>
          </p:cNvPr>
          <p:cNvSpPr>
            <a:spLocks noGrp="1"/>
          </p:cNvSpPr>
          <p:nvPr>
            <p:ph type="body" sz="quarter" idx="10"/>
          </p:nvPr>
        </p:nvSpPr>
        <p:spPr>
          <a:xfrm>
            <a:off x="5513901" y="950185"/>
            <a:ext cx="3630099" cy="3566809"/>
          </a:xfrm>
        </p:spPr>
        <p:txBody>
          <a:bodyPr>
            <a:normAutofit lnSpcReduction="10000"/>
          </a:bodyPr>
          <a:lstStyle/>
          <a:p>
            <a:pPr marL="0" indent="0">
              <a:spcAft>
                <a:spcPts val="1000"/>
              </a:spcAft>
              <a:buNone/>
            </a:pPr>
            <a:r>
              <a:rPr lang="en-US" altLang="ko-KR" sz="1600" dirty="0"/>
              <a:t>For priming and during operation, the turbocharger is connected to the </a:t>
            </a:r>
            <a:r>
              <a:rPr lang="en-US" altLang="ko-KR" sz="1600" dirty="0" err="1"/>
              <a:t>lub</a:t>
            </a:r>
            <a:r>
              <a:rPr lang="en-US" altLang="ko-KR" sz="1600" dirty="0"/>
              <a:t>. oil circuit of the engine, the oil serves for bearing lubrication. </a:t>
            </a:r>
          </a:p>
          <a:p>
            <a:pPr marL="0" indent="0">
              <a:spcAft>
                <a:spcPts val="1000"/>
              </a:spcAft>
              <a:buNone/>
            </a:pPr>
            <a:r>
              <a:rPr lang="en-US" altLang="ko-KR" sz="1600" dirty="0"/>
              <a:t>The inlet line to the turbocharger is equipped with a fixed throttle in order to adjust the oil flow and a non return valve to prevent draining during stand-still. </a:t>
            </a:r>
          </a:p>
          <a:p>
            <a:pPr marL="0" indent="0">
              <a:spcAft>
                <a:spcPts val="1000"/>
              </a:spcAft>
              <a:buNone/>
            </a:pPr>
            <a:r>
              <a:rPr lang="en-US" altLang="ko-KR" sz="1600" dirty="0"/>
              <a:t>The non-return valve has back-pressure function requiring a pressure slightly above the priming pressure to open in normal flow direction. In this way overflooding of the turbocharger is prevented during stand-still periods, where the </a:t>
            </a:r>
            <a:r>
              <a:rPr lang="en-US" altLang="ko-KR" sz="1600" dirty="0" err="1"/>
              <a:t>prelubricating</a:t>
            </a:r>
            <a:r>
              <a:rPr lang="en-US" altLang="ko-KR" sz="1600" dirty="0"/>
              <a:t> pump is running. </a:t>
            </a:r>
            <a:endParaRPr lang="en-US" sz="1600" dirty="0">
              <a:solidFill>
                <a:srgbClr val="000000"/>
              </a:solidFill>
            </a:endParaRPr>
          </a:p>
        </p:txBody>
      </p:sp>
      <p:pic>
        <p:nvPicPr>
          <p:cNvPr id="13" name="그림 12">
            <a:extLst>
              <a:ext uri="{FF2B5EF4-FFF2-40B4-BE49-F238E27FC236}">
                <a16:creationId xmlns:a16="http://schemas.microsoft.com/office/drawing/2014/main" id="{0C317F9B-542E-C5BD-2D2A-CCF63894D47B}"/>
              </a:ext>
            </a:extLst>
          </p:cNvPr>
          <p:cNvPicPr>
            <a:picLocks noChangeAspect="1"/>
          </p:cNvPicPr>
          <p:nvPr/>
        </p:nvPicPr>
        <p:blipFill>
          <a:blip r:embed="rId2"/>
          <a:stretch>
            <a:fillRect/>
          </a:stretch>
        </p:blipFill>
        <p:spPr>
          <a:xfrm>
            <a:off x="314055" y="1183076"/>
            <a:ext cx="5134245" cy="3101026"/>
          </a:xfrm>
          <a:prstGeom prst="rect">
            <a:avLst/>
          </a:prstGeom>
        </p:spPr>
      </p:pic>
    </p:spTree>
    <p:extLst>
      <p:ext uri="{BB962C8B-B14F-4D97-AF65-F5344CB8AC3E}">
        <p14:creationId xmlns:p14="http://schemas.microsoft.com/office/powerpoint/2010/main" val="2408347548"/>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9004B-64E9-682E-9345-5A4A91AD6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6ED0A-ECAB-4C1E-B07C-0B5E6BF73342}"/>
              </a:ext>
            </a:extLst>
          </p:cNvPr>
          <p:cNvSpPr>
            <a:spLocks noGrp="1"/>
          </p:cNvSpPr>
          <p:nvPr>
            <p:ph type="title"/>
          </p:nvPr>
        </p:nvSpPr>
        <p:spPr>
          <a:xfrm>
            <a:off x="304799" y="304655"/>
            <a:ext cx="8392313" cy="535531"/>
          </a:xfrm>
        </p:spPr>
        <p:txBody>
          <a:bodyPr/>
          <a:lstStyle/>
          <a:p>
            <a:r>
              <a:rPr lang="nb-NO" altLang="ko-KR" dirty="0" err="1"/>
              <a:t>Internal</a:t>
            </a:r>
            <a:r>
              <a:rPr lang="nb-NO" altLang="ko-KR" dirty="0"/>
              <a:t> </a:t>
            </a:r>
            <a:r>
              <a:rPr lang="nb-NO" altLang="ko-KR" dirty="0" err="1"/>
              <a:t>Lubricating</a:t>
            </a:r>
            <a:r>
              <a:rPr lang="nb-NO" altLang="ko-KR" dirty="0"/>
              <a:t> Oil System</a:t>
            </a:r>
            <a:endParaRPr lang="en-US" dirty="0"/>
          </a:p>
        </p:txBody>
      </p:sp>
      <p:sp>
        <p:nvSpPr>
          <p:cNvPr id="11" name="Text Placeholder 2">
            <a:extLst>
              <a:ext uri="{FF2B5EF4-FFF2-40B4-BE49-F238E27FC236}">
                <a16:creationId xmlns:a16="http://schemas.microsoft.com/office/drawing/2014/main" id="{C5B001DB-E693-5876-860E-44AF8DA8DF62}"/>
              </a:ext>
            </a:extLst>
          </p:cNvPr>
          <p:cNvSpPr>
            <a:spLocks noGrp="1"/>
          </p:cNvSpPr>
          <p:nvPr>
            <p:ph type="body" sz="quarter" idx="10"/>
          </p:nvPr>
        </p:nvSpPr>
        <p:spPr>
          <a:xfrm>
            <a:off x="5513901" y="950185"/>
            <a:ext cx="3630099" cy="3566809"/>
          </a:xfrm>
        </p:spPr>
        <p:txBody>
          <a:bodyPr>
            <a:normAutofit/>
          </a:bodyPr>
          <a:lstStyle/>
          <a:p>
            <a:pPr marL="0" indent="0">
              <a:spcAft>
                <a:spcPts val="1000"/>
              </a:spcAft>
              <a:buNone/>
            </a:pPr>
            <a:r>
              <a:rPr lang="en-US" altLang="ko-KR" sz="1600" dirty="0"/>
              <a:t>Lubricating oil for the main bearings is supplied through holes drilled in the engine frame. From the main bearings it passes through bores in the crankshaft to the connecting rod big-end bearings.</a:t>
            </a:r>
          </a:p>
          <a:p>
            <a:pPr marL="0" indent="0">
              <a:spcAft>
                <a:spcPts val="1000"/>
              </a:spcAft>
              <a:buNone/>
            </a:pPr>
            <a:r>
              <a:rPr lang="en-US" altLang="ko-KR" sz="1600" dirty="0"/>
              <a:t>The connecting rods have bored channels for supply of oil from the big-end bearings to the small-end bearings, which has an inner circumferential groove, and a pocket for distribution of oil in the bush itself and for supply of oil to the pin bosses and the piston cooling through holes and channels in the piston pin.</a:t>
            </a:r>
            <a:endParaRPr lang="en-US" sz="1600" dirty="0">
              <a:solidFill>
                <a:srgbClr val="000000"/>
              </a:solidFill>
            </a:endParaRPr>
          </a:p>
        </p:txBody>
      </p:sp>
      <p:pic>
        <p:nvPicPr>
          <p:cNvPr id="4" name="그림 3">
            <a:extLst>
              <a:ext uri="{FF2B5EF4-FFF2-40B4-BE49-F238E27FC236}">
                <a16:creationId xmlns:a16="http://schemas.microsoft.com/office/drawing/2014/main" id="{37443D08-49D6-716E-0A21-6BA90B9A17C5}"/>
              </a:ext>
            </a:extLst>
          </p:cNvPr>
          <p:cNvPicPr>
            <a:picLocks noChangeAspect="1"/>
          </p:cNvPicPr>
          <p:nvPr/>
        </p:nvPicPr>
        <p:blipFill>
          <a:blip r:embed="rId2"/>
          <a:stretch>
            <a:fillRect/>
          </a:stretch>
        </p:blipFill>
        <p:spPr>
          <a:xfrm>
            <a:off x="399570" y="3656978"/>
            <a:ext cx="2750075" cy="1393938"/>
          </a:xfrm>
          <a:prstGeom prst="rect">
            <a:avLst/>
          </a:prstGeom>
        </p:spPr>
      </p:pic>
      <p:pic>
        <p:nvPicPr>
          <p:cNvPr id="2050" name="Picture 2" descr="Engine Bearings">
            <a:extLst>
              <a:ext uri="{FF2B5EF4-FFF2-40B4-BE49-F238E27FC236}">
                <a16:creationId xmlns:a16="http://schemas.microsoft.com/office/drawing/2014/main" id="{C9FEAEE0-CC81-48F7-B4A4-D91180DCC6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0210" y="3922940"/>
            <a:ext cx="2143125" cy="862013"/>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5710C697-28EF-28D2-0882-92FCB14E4B82}"/>
              </a:ext>
            </a:extLst>
          </p:cNvPr>
          <p:cNvSpPr txBox="1">
            <a:spLocks/>
          </p:cNvSpPr>
          <p:nvPr/>
        </p:nvSpPr>
        <p:spPr>
          <a:xfrm>
            <a:off x="1574471" y="3607411"/>
            <a:ext cx="1003725"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Crankshaft</a:t>
            </a:r>
          </a:p>
        </p:txBody>
      </p:sp>
      <p:pic>
        <p:nvPicPr>
          <p:cNvPr id="8" name="그림 7">
            <a:extLst>
              <a:ext uri="{FF2B5EF4-FFF2-40B4-BE49-F238E27FC236}">
                <a16:creationId xmlns:a16="http://schemas.microsoft.com/office/drawing/2014/main" id="{079C656D-4658-BA3E-7745-1931B62FF9E6}"/>
              </a:ext>
            </a:extLst>
          </p:cNvPr>
          <p:cNvPicPr>
            <a:picLocks noChangeAspect="1"/>
          </p:cNvPicPr>
          <p:nvPr/>
        </p:nvPicPr>
        <p:blipFill>
          <a:blip r:embed="rId4"/>
          <a:stretch>
            <a:fillRect/>
          </a:stretch>
        </p:blipFill>
        <p:spPr>
          <a:xfrm>
            <a:off x="663576" y="860703"/>
            <a:ext cx="4445000" cy="2684730"/>
          </a:xfrm>
          <a:prstGeom prst="rect">
            <a:avLst/>
          </a:prstGeom>
        </p:spPr>
      </p:pic>
    </p:spTree>
    <p:extLst>
      <p:ext uri="{BB962C8B-B14F-4D97-AF65-F5344CB8AC3E}">
        <p14:creationId xmlns:p14="http://schemas.microsoft.com/office/powerpoint/2010/main" val="2433170072"/>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8F0C1-4CAF-F419-D261-95447B49E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87F5A-255D-C362-D13C-7ECA0525C5D8}"/>
              </a:ext>
            </a:extLst>
          </p:cNvPr>
          <p:cNvSpPr>
            <a:spLocks noGrp="1"/>
          </p:cNvSpPr>
          <p:nvPr>
            <p:ph type="title"/>
          </p:nvPr>
        </p:nvSpPr>
        <p:spPr>
          <a:xfrm>
            <a:off x="304799" y="304655"/>
            <a:ext cx="8392313" cy="535531"/>
          </a:xfrm>
        </p:spPr>
        <p:txBody>
          <a:bodyPr/>
          <a:lstStyle/>
          <a:p>
            <a:r>
              <a:rPr lang="nb-NO" altLang="ko-KR" dirty="0" err="1"/>
              <a:t>Internal</a:t>
            </a:r>
            <a:r>
              <a:rPr lang="nb-NO" altLang="ko-KR" dirty="0"/>
              <a:t> </a:t>
            </a:r>
            <a:r>
              <a:rPr lang="nb-NO" altLang="ko-KR" dirty="0" err="1"/>
              <a:t>Lubricating</a:t>
            </a:r>
            <a:r>
              <a:rPr lang="nb-NO" altLang="ko-KR" dirty="0"/>
              <a:t> Oil System</a:t>
            </a:r>
            <a:endParaRPr lang="en-US" dirty="0"/>
          </a:p>
        </p:txBody>
      </p:sp>
      <p:sp>
        <p:nvSpPr>
          <p:cNvPr id="11" name="Text Placeholder 2">
            <a:extLst>
              <a:ext uri="{FF2B5EF4-FFF2-40B4-BE49-F238E27FC236}">
                <a16:creationId xmlns:a16="http://schemas.microsoft.com/office/drawing/2014/main" id="{7662ADD2-4594-1651-186B-A5A7BD5233CC}"/>
              </a:ext>
            </a:extLst>
          </p:cNvPr>
          <p:cNvSpPr>
            <a:spLocks noGrp="1"/>
          </p:cNvSpPr>
          <p:nvPr>
            <p:ph type="body" sz="quarter" idx="10"/>
          </p:nvPr>
        </p:nvSpPr>
        <p:spPr>
          <a:xfrm>
            <a:off x="5513901" y="2420632"/>
            <a:ext cx="3630099" cy="2309489"/>
          </a:xfrm>
        </p:spPr>
        <p:txBody>
          <a:bodyPr>
            <a:normAutofit/>
          </a:bodyPr>
          <a:lstStyle/>
          <a:p>
            <a:pPr marL="0" indent="0">
              <a:spcAft>
                <a:spcPts val="1000"/>
              </a:spcAft>
              <a:buNone/>
            </a:pPr>
            <a:r>
              <a:rPr lang="en-US" altLang="ko-KR" sz="1600" dirty="0"/>
              <a:t>The connecting rods have bored channels for supply of oil from the big-end bearings to the small-end bearings, which has an inner circumferential groove, and a pocket for distribution of oil in the bush itself and for supply of oil to the pin bosses and the piston cooling through holes and channels in the piston pin.</a:t>
            </a:r>
            <a:endParaRPr lang="en-US" sz="1600" dirty="0">
              <a:solidFill>
                <a:srgbClr val="000000"/>
              </a:solidFill>
            </a:endParaRPr>
          </a:p>
        </p:txBody>
      </p:sp>
      <p:pic>
        <p:nvPicPr>
          <p:cNvPr id="4" name="그림 3">
            <a:extLst>
              <a:ext uri="{FF2B5EF4-FFF2-40B4-BE49-F238E27FC236}">
                <a16:creationId xmlns:a16="http://schemas.microsoft.com/office/drawing/2014/main" id="{9B2DBAA9-C75C-AAE5-79B3-CD195624560E}"/>
              </a:ext>
            </a:extLst>
          </p:cNvPr>
          <p:cNvPicPr>
            <a:picLocks noChangeAspect="1"/>
          </p:cNvPicPr>
          <p:nvPr/>
        </p:nvPicPr>
        <p:blipFill>
          <a:blip r:embed="rId2"/>
          <a:stretch>
            <a:fillRect/>
          </a:stretch>
        </p:blipFill>
        <p:spPr>
          <a:xfrm>
            <a:off x="399570" y="3656978"/>
            <a:ext cx="2750075" cy="1393938"/>
          </a:xfrm>
          <a:prstGeom prst="rect">
            <a:avLst/>
          </a:prstGeom>
        </p:spPr>
      </p:pic>
      <p:pic>
        <p:nvPicPr>
          <p:cNvPr id="3074" name="Picture 2" descr="The small-end bearing - High Power Media">
            <a:extLst>
              <a:ext uri="{FF2B5EF4-FFF2-40B4-BE49-F238E27FC236}">
                <a16:creationId xmlns:a16="http://schemas.microsoft.com/office/drawing/2014/main" id="{7D8D7889-9DFD-A6D5-D664-F9015CEB6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9075" y="990660"/>
            <a:ext cx="1491092" cy="132951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est Tutorial On| Connecting Rod Of Marine Diesel Engine | by shambhu yadav  | Medium">
            <a:extLst>
              <a:ext uri="{FF2B5EF4-FFF2-40B4-BE49-F238E27FC236}">
                <a16:creationId xmlns:a16="http://schemas.microsoft.com/office/drawing/2014/main" id="{1A196A79-9D6C-5251-02FC-D897FDEB7E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35" y="990660"/>
            <a:ext cx="3260465" cy="132951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Engine Connecting Rod | Types, Parts, Materials, and Stresses Explained">
            <a:extLst>
              <a:ext uri="{FF2B5EF4-FFF2-40B4-BE49-F238E27FC236}">
                <a16:creationId xmlns:a16="http://schemas.microsoft.com/office/drawing/2014/main" id="{8562667E-B6CD-EF05-D055-D68F421911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36" y="2417819"/>
            <a:ext cx="1672296" cy="116596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onnecting Rod Explained - saVRee">
            <a:extLst>
              <a:ext uri="{FF2B5EF4-FFF2-40B4-BE49-F238E27FC236}">
                <a16:creationId xmlns:a16="http://schemas.microsoft.com/office/drawing/2014/main" id="{D33969A4-2E5C-B3F5-30F4-D555FB952F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4004" y="2420632"/>
            <a:ext cx="2097393" cy="261166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직선 화살표 연결선 2">
            <a:extLst>
              <a:ext uri="{FF2B5EF4-FFF2-40B4-BE49-F238E27FC236}">
                <a16:creationId xmlns:a16="http://schemas.microsoft.com/office/drawing/2014/main" id="{E25F9F66-1CB7-9776-1405-EC68A4F0CDE4}"/>
              </a:ext>
            </a:extLst>
          </p:cNvPr>
          <p:cNvCxnSpPr>
            <a:cxnSpLocks/>
          </p:cNvCxnSpPr>
          <p:nvPr/>
        </p:nvCxnSpPr>
        <p:spPr>
          <a:xfrm flipV="1">
            <a:off x="3204647" y="1852173"/>
            <a:ext cx="0" cy="34788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 name="직선 화살표 연결선 6">
            <a:extLst>
              <a:ext uri="{FF2B5EF4-FFF2-40B4-BE49-F238E27FC236}">
                <a16:creationId xmlns:a16="http://schemas.microsoft.com/office/drawing/2014/main" id="{A53545EF-6FDF-6B6A-5398-0621250A3AAF}"/>
              </a:ext>
            </a:extLst>
          </p:cNvPr>
          <p:cNvCxnSpPr>
            <a:cxnSpLocks/>
          </p:cNvCxnSpPr>
          <p:nvPr/>
        </p:nvCxnSpPr>
        <p:spPr>
          <a:xfrm flipH="1">
            <a:off x="5007092" y="1079405"/>
            <a:ext cx="259302" cy="20327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 name="직선 화살표 연결선 9">
            <a:extLst>
              <a:ext uri="{FF2B5EF4-FFF2-40B4-BE49-F238E27FC236}">
                <a16:creationId xmlns:a16="http://schemas.microsoft.com/office/drawing/2014/main" id="{3E7EA246-1F5D-F1B4-B99B-D6E9EF305688}"/>
              </a:ext>
            </a:extLst>
          </p:cNvPr>
          <p:cNvCxnSpPr>
            <a:cxnSpLocks/>
          </p:cNvCxnSpPr>
          <p:nvPr/>
        </p:nvCxnSpPr>
        <p:spPr>
          <a:xfrm flipV="1">
            <a:off x="914400" y="3233338"/>
            <a:ext cx="195269" cy="17675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직선 화살표 연결선 13">
            <a:extLst>
              <a:ext uri="{FF2B5EF4-FFF2-40B4-BE49-F238E27FC236}">
                <a16:creationId xmlns:a16="http://schemas.microsoft.com/office/drawing/2014/main" id="{E27EF7B8-05D0-2640-38DB-08A4071F59B6}"/>
              </a:ext>
            </a:extLst>
          </p:cNvPr>
          <p:cNvCxnSpPr>
            <a:cxnSpLocks/>
          </p:cNvCxnSpPr>
          <p:nvPr/>
        </p:nvCxnSpPr>
        <p:spPr>
          <a:xfrm flipV="1">
            <a:off x="3576480" y="3029658"/>
            <a:ext cx="0" cy="129736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3082" name="Picture 10" descr="HYUNDAI HIMSEN 8H21/32 CYLINDER BLOCK, CRANKSHAFT &amp; OTHER PARTS">
            <a:extLst>
              <a:ext uri="{FF2B5EF4-FFF2-40B4-BE49-F238E27FC236}">
                <a16:creationId xmlns:a16="http://schemas.microsoft.com/office/drawing/2014/main" id="{84FC4B91-3F37-B113-A001-414D99ED22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8083" y="2411066"/>
            <a:ext cx="1173418" cy="1173418"/>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직선 화살표 연결선 15">
            <a:extLst>
              <a:ext uri="{FF2B5EF4-FFF2-40B4-BE49-F238E27FC236}">
                <a16:creationId xmlns:a16="http://schemas.microsoft.com/office/drawing/2014/main" id="{0E9BF613-79CB-4CBA-7494-7B2971FF749C}"/>
              </a:ext>
            </a:extLst>
          </p:cNvPr>
          <p:cNvCxnSpPr>
            <a:cxnSpLocks/>
          </p:cNvCxnSpPr>
          <p:nvPr/>
        </p:nvCxnSpPr>
        <p:spPr>
          <a:xfrm flipH="1">
            <a:off x="2732214" y="2966522"/>
            <a:ext cx="215774"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0" name="직선 화살표 연결선 19">
            <a:extLst>
              <a:ext uri="{FF2B5EF4-FFF2-40B4-BE49-F238E27FC236}">
                <a16:creationId xmlns:a16="http://schemas.microsoft.com/office/drawing/2014/main" id="{9A0F2DB9-CCCA-895A-E866-DD7C2B79E50A}"/>
              </a:ext>
            </a:extLst>
          </p:cNvPr>
          <p:cNvCxnSpPr>
            <a:cxnSpLocks/>
          </p:cNvCxnSpPr>
          <p:nvPr/>
        </p:nvCxnSpPr>
        <p:spPr>
          <a:xfrm flipH="1">
            <a:off x="2725071" y="2740302"/>
            <a:ext cx="215774"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1" name="직선 화살표 연결선 20">
            <a:extLst>
              <a:ext uri="{FF2B5EF4-FFF2-40B4-BE49-F238E27FC236}">
                <a16:creationId xmlns:a16="http://schemas.microsoft.com/office/drawing/2014/main" id="{E6223299-EDFE-3CD9-ADB2-44F94B548EE8}"/>
              </a:ext>
            </a:extLst>
          </p:cNvPr>
          <p:cNvCxnSpPr>
            <a:cxnSpLocks/>
          </p:cNvCxnSpPr>
          <p:nvPr/>
        </p:nvCxnSpPr>
        <p:spPr>
          <a:xfrm flipH="1">
            <a:off x="2708402" y="2586037"/>
            <a:ext cx="215774"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3084" name="Picture 12" descr="Submarine Main Propulsion Diesels - Chapter 12">
            <a:extLst>
              <a:ext uri="{FF2B5EF4-FFF2-40B4-BE49-F238E27FC236}">
                <a16:creationId xmlns:a16="http://schemas.microsoft.com/office/drawing/2014/main" id="{D4EA7BF8-8616-8CCD-9FD6-FA0DC0C628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2434" y="423280"/>
            <a:ext cx="3391566" cy="1801299"/>
          </a:xfrm>
          <a:prstGeom prst="rect">
            <a:avLst/>
          </a:prstGeom>
          <a:noFill/>
          <a:extLst>
            <a:ext uri="{909E8E84-426E-40DD-AFC4-6F175D3DCCD1}">
              <a14:hiddenFill xmlns:a14="http://schemas.microsoft.com/office/drawing/2010/main">
                <a:solidFill>
                  <a:srgbClr val="FFFFFF"/>
                </a:solidFill>
              </a14:hiddenFill>
            </a:ext>
          </a:extLst>
        </p:spPr>
      </p:pic>
      <p:sp>
        <p:nvSpPr>
          <p:cNvPr id="22" name="Text Placeholder 2">
            <a:extLst>
              <a:ext uri="{FF2B5EF4-FFF2-40B4-BE49-F238E27FC236}">
                <a16:creationId xmlns:a16="http://schemas.microsoft.com/office/drawing/2014/main" id="{37008FA4-B679-D488-E749-0E3719850D9B}"/>
              </a:ext>
            </a:extLst>
          </p:cNvPr>
          <p:cNvSpPr txBox="1">
            <a:spLocks/>
          </p:cNvSpPr>
          <p:nvPr/>
        </p:nvSpPr>
        <p:spPr>
          <a:xfrm>
            <a:off x="2216181" y="3526841"/>
            <a:ext cx="897221"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Piston pin</a:t>
            </a:r>
          </a:p>
        </p:txBody>
      </p:sp>
    </p:spTree>
    <p:extLst>
      <p:ext uri="{BB962C8B-B14F-4D97-AF65-F5344CB8AC3E}">
        <p14:creationId xmlns:p14="http://schemas.microsoft.com/office/powerpoint/2010/main" val="2711303108"/>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C7A67-7737-244C-96BA-7FBD90B2DB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DF50C-862A-AEFC-EDF2-FEA29D143B69}"/>
              </a:ext>
            </a:extLst>
          </p:cNvPr>
          <p:cNvSpPr>
            <a:spLocks noGrp="1"/>
          </p:cNvSpPr>
          <p:nvPr>
            <p:ph type="title"/>
          </p:nvPr>
        </p:nvSpPr>
        <p:spPr>
          <a:xfrm>
            <a:off x="304799" y="304655"/>
            <a:ext cx="8392313" cy="535531"/>
          </a:xfrm>
        </p:spPr>
        <p:txBody>
          <a:bodyPr/>
          <a:lstStyle/>
          <a:p>
            <a:r>
              <a:rPr lang="nb-NO" altLang="ko-KR" dirty="0" err="1"/>
              <a:t>Internal</a:t>
            </a:r>
            <a:r>
              <a:rPr lang="nb-NO" altLang="ko-KR" dirty="0"/>
              <a:t> </a:t>
            </a:r>
            <a:r>
              <a:rPr lang="nb-NO" altLang="ko-KR" dirty="0" err="1"/>
              <a:t>Lubricating</a:t>
            </a:r>
            <a:r>
              <a:rPr lang="nb-NO" altLang="ko-KR" dirty="0"/>
              <a:t> Oil System</a:t>
            </a:r>
            <a:endParaRPr lang="en-US" dirty="0"/>
          </a:p>
        </p:txBody>
      </p:sp>
      <p:pic>
        <p:nvPicPr>
          <p:cNvPr id="9" name="그림 8">
            <a:extLst>
              <a:ext uri="{FF2B5EF4-FFF2-40B4-BE49-F238E27FC236}">
                <a16:creationId xmlns:a16="http://schemas.microsoft.com/office/drawing/2014/main" id="{1BA01305-9A8D-3670-7211-9507DE2AC6AE}"/>
              </a:ext>
            </a:extLst>
          </p:cNvPr>
          <p:cNvPicPr>
            <a:picLocks noChangeAspect="1"/>
          </p:cNvPicPr>
          <p:nvPr/>
        </p:nvPicPr>
        <p:blipFill>
          <a:blip r:embed="rId2"/>
          <a:stretch>
            <a:fillRect/>
          </a:stretch>
        </p:blipFill>
        <p:spPr>
          <a:xfrm>
            <a:off x="4311000" y="1263766"/>
            <a:ext cx="4536786" cy="3879734"/>
          </a:xfrm>
          <a:prstGeom prst="rect">
            <a:avLst/>
          </a:prstGeom>
        </p:spPr>
      </p:pic>
      <p:pic>
        <p:nvPicPr>
          <p:cNvPr id="4" name="그림 3">
            <a:extLst>
              <a:ext uri="{FF2B5EF4-FFF2-40B4-BE49-F238E27FC236}">
                <a16:creationId xmlns:a16="http://schemas.microsoft.com/office/drawing/2014/main" id="{E3C6352C-758A-FA74-13F7-F7B4B9FF3018}"/>
              </a:ext>
            </a:extLst>
          </p:cNvPr>
          <p:cNvPicPr>
            <a:picLocks noChangeAspect="1"/>
          </p:cNvPicPr>
          <p:nvPr/>
        </p:nvPicPr>
        <p:blipFill>
          <a:blip r:embed="rId3"/>
          <a:stretch>
            <a:fillRect/>
          </a:stretch>
        </p:blipFill>
        <p:spPr>
          <a:xfrm>
            <a:off x="949417" y="1031278"/>
            <a:ext cx="2879675" cy="4112222"/>
          </a:xfrm>
          <a:prstGeom prst="rect">
            <a:avLst/>
          </a:prstGeom>
        </p:spPr>
      </p:pic>
    </p:spTree>
    <p:extLst>
      <p:ext uri="{BB962C8B-B14F-4D97-AF65-F5344CB8AC3E}">
        <p14:creationId xmlns:p14="http://schemas.microsoft.com/office/powerpoint/2010/main" val="2007649271"/>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2327A-A71D-906A-DD06-81340C8E5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DECEC-8426-C16C-BD04-AC57D19F3689}"/>
              </a:ext>
            </a:extLst>
          </p:cNvPr>
          <p:cNvSpPr>
            <a:spLocks noGrp="1"/>
          </p:cNvSpPr>
          <p:nvPr>
            <p:ph type="title"/>
          </p:nvPr>
        </p:nvSpPr>
        <p:spPr>
          <a:xfrm>
            <a:off x="304799" y="304655"/>
            <a:ext cx="8392313" cy="535531"/>
          </a:xfrm>
        </p:spPr>
        <p:txBody>
          <a:bodyPr/>
          <a:lstStyle/>
          <a:p>
            <a:r>
              <a:rPr lang="nb-NO" altLang="ko-KR" dirty="0" err="1"/>
              <a:t>Internal</a:t>
            </a:r>
            <a:r>
              <a:rPr lang="nb-NO" altLang="ko-KR" dirty="0"/>
              <a:t> </a:t>
            </a:r>
            <a:r>
              <a:rPr lang="nb-NO" altLang="ko-KR" dirty="0" err="1"/>
              <a:t>Lubricating</a:t>
            </a:r>
            <a:r>
              <a:rPr lang="nb-NO" altLang="ko-KR" dirty="0"/>
              <a:t> Oil System</a:t>
            </a:r>
            <a:endParaRPr lang="en-US" dirty="0"/>
          </a:p>
        </p:txBody>
      </p:sp>
      <p:sp>
        <p:nvSpPr>
          <p:cNvPr id="11" name="Text Placeholder 2">
            <a:extLst>
              <a:ext uri="{FF2B5EF4-FFF2-40B4-BE49-F238E27FC236}">
                <a16:creationId xmlns:a16="http://schemas.microsoft.com/office/drawing/2014/main" id="{18C9FE35-418B-E0BD-CA64-597B82BE4F1E}"/>
              </a:ext>
            </a:extLst>
          </p:cNvPr>
          <p:cNvSpPr>
            <a:spLocks noGrp="1"/>
          </p:cNvSpPr>
          <p:nvPr>
            <p:ph type="body" sz="quarter" idx="10"/>
          </p:nvPr>
        </p:nvSpPr>
        <p:spPr>
          <a:xfrm>
            <a:off x="5513901" y="1232777"/>
            <a:ext cx="3630099" cy="3284217"/>
          </a:xfrm>
        </p:spPr>
        <p:txBody>
          <a:bodyPr>
            <a:normAutofit/>
          </a:bodyPr>
          <a:lstStyle/>
          <a:p>
            <a:pPr marL="0" indent="0">
              <a:spcAft>
                <a:spcPts val="1000"/>
              </a:spcAft>
              <a:buNone/>
            </a:pPr>
            <a:r>
              <a:rPr lang="en-US" altLang="ko-KR" sz="1600" dirty="0"/>
              <a:t>From the front main bearings, channels are bored in the crankshaft for lubricating of the pump drive.</a:t>
            </a:r>
            <a:endParaRPr lang="en-US" sz="1600" dirty="0">
              <a:solidFill>
                <a:srgbClr val="000000"/>
              </a:solidFill>
            </a:endParaRPr>
          </a:p>
        </p:txBody>
      </p:sp>
      <p:pic>
        <p:nvPicPr>
          <p:cNvPr id="8" name="그림 7">
            <a:extLst>
              <a:ext uri="{FF2B5EF4-FFF2-40B4-BE49-F238E27FC236}">
                <a16:creationId xmlns:a16="http://schemas.microsoft.com/office/drawing/2014/main" id="{F82FB71B-B679-8F00-C975-DF218BDD6728}"/>
              </a:ext>
            </a:extLst>
          </p:cNvPr>
          <p:cNvPicPr>
            <a:picLocks noChangeAspect="1"/>
          </p:cNvPicPr>
          <p:nvPr/>
        </p:nvPicPr>
        <p:blipFill>
          <a:blip r:embed="rId2"/>
          <a:stretch>
            <a:fillRect/>
          </a:stretch>
        </p:blipFill>
        <p:spPr>
          <a:xfrm>
            <a:off x="377350" y="1232777"/>
            <a:ext cx="5136551" cy="3105367"/>
          </a:xfrm>
          <a:prstGeom prst="rect">
            <a:avLst/>
          </a:prstGeom>
        </p:spPr>
      </p:pic>
      <p:grpSp>
        <p:nvGrpSpPr>
          <p:cNvPr id="4" name="그룹 3">
            <a:extLst>
              <a:ext uri="{FF2B5EF4-FFF2-40B4-BE49-F238E27FC236}">
                <a16:creationId xmlns:a16="http://schemas.microsoft.com/office/drawing/2014/main" id="{BBEC6093-B7A2-4BFF-CB20-5B58D846B904}"/>
              </a:ext>
            </a:extLst>
          </p:cNvPr>
          <p:cNvGrpSpPr/>
          <p:nvPr/>
        </p:nvGrpSpPr>
        <p:grpSpPr>
          <a:xfrm>
            <a:off x="5747657" y="2337564"/>
            <a:ext cx="3396343" cy="2805936"/>
            <a:chOff x="5030479" y="1897552"/>
            <a:chExt cx="4113521" cy="3245948"/>
          </a:xfrm>
        </p:grpSpPr>
        <p:pic>
          <p:nvPicPr>
            <p:cNvPr id="5" name="그림 4">
              <a:extLst>
                <a:ext uri="{FF2B5EF4-FFF2-40B4-BE49-F238E27FC236}">
                  <a16:creationId xmlns:a16="http://schemas.microsoft.com/office/drawing/2014/main" id="{1FD79605-2211-8A03-84E2-D21B592DF44B}"/>
                </a:ext>
              </a:extLst>
            </p:cNvPr>
            <p:cNvPicPr>
              <a:picLocks noChangeAspect="1"/>
            </p:cNvPicPr>
            <p:nvPr/>
          </p:nvPicPr>
          <p:blipFill>
            <a:blip r:embed="rId3"/>
            <a:stretch>
              <a:fillRect/>
            </a:stretch>
          </p:blipFill>
          <p:spPr>
            <a:xfrm>
              <a:off x="5121701" y="1897552"/>
              <a:ext cx="4022299" cy="3245948"/>
            </a:xfrm>
            <a:prstGeom prst="rect">
              <a:avLst/>
            </a:prstGeom>
          </p:spPr>
        </p:pic>
        <p:pic>
          <p:nvPicPr>
            <p:cNvPr id="6" name="그림 5">
              <a:extLst>
                <a:ext uri="{FF2B5EF4-FFF2-40B4-BE49-F238E27FC236}">
                  <a16:creationId xmlns:a16="http://schemas.microsoft.com/office/drawing/2014/main" id="{9A40908B-09C5-A776-2DD0-E57A52787155}"/>
                </a:ext>
              </a:extLst>
            </p:cNvPr>
            <p:cNvPicPr>
              <a:picLocks noChangeAspect="1"/>
            </p:cNvPicPr>
            <p:nvPr/>
          </p:nvPicPr>
          <p:blipFill>
            <a:blip r:embed="rId4"/>
            <a:stretch>
              <a:fillRect/>
            </a:stretch>
          </p:blipFill>
          <p:spPr>
            <a:xfrm>
              <a:off x="5085057" y="2880705"/>
              <a:ext cx="415094" cy="893774"/>
            </a:xfrm>
            <a:prstGeom prst="rect">
              <a:avLst/>
            </a:prstGeom>
          </p:spPr>
        </p:pic>
        <p:pic>
          <p:nvPicPr>
            <p:cNvPr id="7" name="그림 6">
              <a:extLst>
                <a:ext uri="{FF2B5EF4-FFF2-40B4-BE49-F238E27FC236}">
                  <a16:creationId xmlns:a16="http://schemas.microsoft.com/office/drawing/2014/main" id="{7B624CD7-7AD6-FB25-1DD5-5A4866E6E0B0}"/>
                </a:ext>
              </a:extLst>
            </p:cNvPr>
            <p:cNvPicPr>
              <a:picLocks noChangeAspect="1"/>
            </p:cNvPicPr>
            <p:nvPr/>
          </p:nvPicPr>
          <p:blipFill>
            <a:blip r:embed="rId4"/>
            <a:stretch>
              <a:fillRect/>
            </a:stretch>
          </p:blipFill>
          <p:spPr>
            <a:xfrm>
              <a:off x="5197641" y="2837843"/>
              <a:ext cx="119104" cy="136338"/>
            </a:xfrm>
            <a:prstGeom prst="rect">
              <a:avLst/>
            </a:prstGeom>
          </p:spPr>
        </p:pic>
        <p:pic>
          <p:nvPicPr>
            <p:cNvPr id="9" name="그림 8">
              <a:extLst>
                <a:ext uri="{FF2B5EF4-FFF2-40B4-BE49-F238E27FC236}">
                  <a16:creationId xmlns:a16="http://schemas.microsoft.com/office/drawing/2014/main" id="{C7773B41-98ED-9F61-381B-3237545753A5}"/>
                </a:ext>
              </a:extLst>
            </p:cNvPr>
            <p:cNvPicPr>
              <a:picLocks noChangeAspect="1"/>
            </p:cNvPicPr>
            <p:nvPr/>
          </p:nvPicPr>
          <p:blipFill>
            <a:blip r:embed="rId4"/>
            <a:stretch>
              <a:fillRect/>
            </a:stretch>
          </p:blipFill>
          <p:spPr>
            <a:xfrm>
              <a:off x="5030479" y="3997710"/>
              <a:ext cx="119104" cy="136338"/>
            </a:xfrm>
            <a:prstGeom prst="rect">
              <a:avLst/>
            </a:prstGeom>
          </p:spPr>
        </p:pic>
        <p:pic>
          <p:nvPicPr>
            <p:cNvPr id="10" name="그림 9">
              <a:extLst>
                <a:ext uri="{FF2B5EF4-FFF2-40B4-BE49-F238E27FC236}">
                  <a16:creationId xmlns:a16="http://schemas.microsoft.com/office/drawing/2014/main" id="{423EFC47-3D30-A65B-A010-C92A1AE1A7AE}"/>
                </a:ext>
              </a:extLst>
            </p:cNvPr>
            <p:cNvPicPr>
              <a:picLocks noChangeAspect="1"/>
            </p:cNvPicPr>
            <p:nvPr/>
          </p:nvPicPr>
          <p:blipFill>
            <a:blip r:embed="rId4"/>
            <a:stretch>
              <a:fillRect/>
            </a:stretch>
          </p:blipFill>
          <p:spPr>
            <a:xfrm>
              <a:off x="5091932" y="4252158"/>
              <a:ext cx="248626" cy="136338"/>
            </a:xfrm>
            <a:prstGeom prst="rect">
              <a:avLst/>
            </a:prstGeom>
          </p:spPr>
        </p:pic>
        <p:pic>
          <p:nvPicPr>
            <p:cNvPr id="12" name="그림 11">
              <a:extLst>
                <a:ext uri="{FF2B5EF4-FFF2-40B4-BE49-F238E27FC236}">
                  <a16:creationId xmlns:a16="http://schemas.microsoft.com/office/drawing/2014/main" id="{728F699E-88DF-71AC-B7CC-5C2D15115D10}"/>
                </a:ext>
              </a:extLst>
            </p:cNvPr>
            <p:cNvPicPr>
              <a:picLocks noChangeAspect="1"/>
            </p:cNvPicPr>
            <p:nvPr/>
          </p:nvPicPr>
          <p:blipFill>
            <a:blip r:embed="rId4"/>
            <a:stretch>
              <a:fillRect/>
            </a:stretch>
          </p:blipFill>
          <p:spPr>
            <a:xfrm>
              <a:off x="5091931" y="4543558"/>
              <a:ext cx="137527" cy="136338"/>
            </a:xfrm>
            <a:prstGeom prst="rect">
              <a:avLst/>
            </a:prstGeom>
          </p:spPr>
        </p:pic>
        <p:pic>
          <p:nvPicPr>
            <p:cNvPr id="13" name="그림 12">
              <a:extLst>
                <a:ext uri="{FF2B5EF4-FFF2-40B4-BE49-F238E27FC236}">
                  <a16:creationId xmlns:a16="http://schemas.microsoft.com/office/drawing/2014/main" id="{8B0CA9D2-8DF6-9C2D-BBEF-C0518E0F34DE}"/>
                </a:ext>
              </a:extLst>
            </p:cNvPr>
            <p:cNvPicPr>
              <a:picLocks noChangeAspect="1"/>
            </p:cNvPicPr>
            <p:nvPr/>
          </p:nvPicPr>
          <p:blipFill>
            <a:blip r:embed="rId4"/>
            <a:stretch>
              <a:fillRect/>
            </a:stretch>
          </p:blipFill>
          <p:spPr>
            <a:xfrm>
              <a:off x="5091932" y="4890913"/>
              <a:ext cx="85013" cy="136338"/>
            </a:xfrm>
            <a:prstGeom prst="rect">
              <a:avLst/>
            </a:prstGeom>
          </p:spPr>
        </p:pic>
      </p:grpSp>
    </p:spTree>
    <p:extLst>
      <p:ext uri="{BB962C8B-B14F-4D97-AF65-F5344CB8AC3E}">
        <p14:creationId xmlns:p14="http://schemas.microsoft.com/office/powerpoint/2010/main" val="2652385430"/>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D06D0-4713-CBDA-5039-CA80E704A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EFDF7-FDE2-7871-DFEB-C3B83AB692A2}"/>
              </a:ext>
            </a:extLst>
          </p:cNvPr>
          <p:cNvSpPr>
            <a:spLocks noGrp="1"/>
          </p:cNvSpPr>
          <p:nvPr>
            <p:ph type="title"/>
          </p:nvPr>
        </p:nvSpPr>
        <p:spPr>
          <a:xfrm>
            <a:off x="304799" y="304655"/>
            <a:ext cx="8392313" cy="535531"/>
          </a:xfrm>
        </p:spPr>
        <p:txBody>
          <a:bodyPr/>
          <a:lstStyle/>
          <a:p>
            <a:r>
              <a:rPr lang="nb-NO" altLang="ko-KR" dirty="0" err="1"/>
              <a:t>Internal</a:t>
            </a:r>
            <a:r>
              <a:rPr lang="nb-NO" altLang="ko-KR" dirty="0"/>
              <a:t> </a:t>
            </a:r>
            <a:r>
              <a:rPr lang="nb-NO" altLang="ko-KR" dirty="0" err="1"/>
              <a:t>Lubricating</a:t>
            </a:r>
            <a:r>
              <a:rPr lang="nb-NO" altLang="ko-KR" dirty="0"/>
              <a:t> Oil System</a:t>
            </a:r>
            <a:endParaRPr lang="en-US" dirty="0"/>
          </a:p>
        </p:txBody>
      </p:sp>
      <p:sp>
        <p:nvSpPr>
          <p:cNvPr id="11" name="Text Placeholder 2">
            <a:extLst>
              <a:ext uri="{FF2B5EF4-FFF2-40B4-BE49-F238E27FC236}">
                <a16:creationId xmlns:a16="http://schemas.microsoft.com/office/drawing/2014/main" id="{32FFC635-A141-04D1-0711-F671CFD420B7}"/>
              </a:ext>
            </a:extLst>
          </p:cNvPr>
          <p:cNvSpPr>
            <a:spLocks noGrp="1"/>
          </p:cNvSpPr>
          <p:nvPr>
            <p:ph type="body" sz="quarter" idx="10"/>
          </p:nvPr>
        </p:nvSpPr>
        <p:spPr>
          <a:xfrm>
            <a:off x="5513901" y="1616529"/>
            <a:ext cx="3630099" cy="2294194"/>
          </a:xfrm>
        </p:spPr>
        <p:txBody>
          <a:bodyPr>
            <a:normAutofit/>
          </a:bodyPr>
          <a:lstStyle/>
          <a:p>
            <a:pPr marL="0" indent="0">
              <a:spcAft>
                <a:spcPts val="1000"/>
              </a:spcAft>
              <a:buNone/>
            </a:pPr>
            <a:r>
              <a:rPr lang="en-US" altLang="ko-KR" sz="1600" dirty="0"/>
              <a:t>The lubricating oil pipes, for the camshaft drive gear wheels, are equipped with nozzles which are adjusted to apply the oil at the points where the gear wheels are in mesh.</a:t>
            </a:r>
            <a:endParaRPr lang="en-US" sz="1600" dirty="0">
              <a:solidFill>
                <a:srgbClr val="000000"/>
              </a:solidFill>
            </a:endParaRPr>
          </a:p>
          <a:p>
            <a:pPr marL="0" indent="0">
              <a:spcAft>
                <a:spcPts val="1000"/>
              </a:spcAft>
              <a:buNone/>
            </a:pPr>
            <a:r>
              <a:rPr lang="en-US" altLang="ko-KR" sz="1600" dirty="0"/>
              <a:t>The lubricating oil pipe, and the gear wheels for the governor drive are adjusted to apply the oil at the points where the gear wheels are in mesh.</a:t>
            </a:r>
            <a:endParaRPr lang="en-US" sz="1600" dirty="0">
              <a:solidFill>
                <a:srgbClr val="000000"/>
              </a:solidFill>
            </a:endParaRPr>
          </a:p>
        </p:txBody>
      </p:sp>
      <p:pic>
        <p:nvPicPr>
          <p:cNvPr id="8" name="그림 7">
            <a:extLst>
              <a:ext uri="{FF2B5EF4-FFF2-40B4-BE49-F238E27FC236}">
                <a16:creationId xmlns:a16="http://schemas.microsoft.com/office/drawing/2014/main" id="{6B91119A-555C-15E4-0319-89145929CDDB}"/>
              </a:ext>
            </a:extLst>
          </p:cNvPr>
          <p:cNvPicPr>
            <a:picLocks noChangeAspect="1"/>
          </p:cNvPicPr>
          <p:nvPr/>
        </p:nvPicPr>
        <p:blipFill>
          <a:blip r:embed="rId2"/>
          <a:stretch>
            <a:fillRect/>
          </a:stretch>
        </p:blipFill>
        <p:spPr>
          <a:xfrm>
            <a:off x="377350" y="1232777"/>
            <a:ext cx="5136551" cy="3105367"/>
          </a:xfrm>
          <a:prstGeom prst="rect">
            <a:avLst/>
          </a:prstGeom>
        </p:spPr>
      </p:pic>
    </p:spTree>
    <p:extLst>
      <p:ext uri="{BB962C8B-B14F-4D97-AF65-F5344CB8AC3E}">
        <p14:creationId xmlns:p14="http://schemas.microsoft.com/office/powerpoint/2010/main" val="3148900275"/>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9AFA2-BE86-0CF9-B8B3-94A5A78ED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C2B9C-C49A-9C94-73B8-A71FCF873C6A}"/>
              </a:ext>
            </a:extLst>
          </p:cNvPr>
          <p:cNvSpPr>
            <a:spLocks noGrp="1"/>
          </p:cNvSpPr>
          <p:nvPr>
            <p:ph type="title"/>
          </p:nvPr>
        </p:nvSpPr>
        <p:spPr>
          <a:xfrm>
            <a:off x="304799" y="304655"/>
            <a:ext cx="8392313" cy="535531"/>
          </a:xfrm>
        </p:spPr>
        <p:txBody>
          <a:bodyPr/>
          <a:lstStyle/>
          <a:p>
            <a:r>
              <a:rPr lang="en-US" altLang="ko-KR" dirty="0"/>
              <a:t>Engine driven lubricating oil pump</a:t>
            </a:r>
            <a:endParaRPr lang="en-US" dirty="0"/>
          </a:p>
        </p:txBody>
      </p:sp>
      <p:sp>
        <p:nvSpPr>
          <p:cNvPr id="11" name="Text Placeholder 2">
            <a:extLst>
              <a:ext uri="{FF2B5EF4-FFF2-40B4-BE49-F238E27FC236}">
                <a16:creationId xmlns:a16="http://schemas.microsoft.com/office/drawing/2014/main" id="{351A8030-C107-F2EE-0A3E-3E613598D7A7}"/>
              </a:ext>
            </a:extLst>
          </p:cNvPr>
          <p:cNvSpPr>
            <a:spLocks noGrp="1"/>
          </p:cNvSpPr>
          <p:nvPr>
            <p:ph type="body" sz="quarter" idx="10"/>
          </p:nvPr>
        </p:nvSpPr>
        <p:spPr>
          <a:xfrm>
            <a:off x="4813211" y="861511"/>
            <a:ext cx="4282663" cy="2087945"/>
          </a:xfrm>
        </p:spPr>
        <p:txBody>
          <a:bodyPr>
            <a:normAutofit/>
          </a:bodyPr>
          <a:lstStyle/>
          <a:p>
            <a:pPr marL="0" indent="0">
              <a:spcAft>
                <a:spcPts val="1000"/>
              </a:spcAft>
              <a:buNone/>
            </a:pPr>
            <a:r>
              <a:rPr lang="en-US" altLang="ko-KR" sz="1600" dirty="0"/>
              <a:t>The lubricating oil pump, which is of the gear wheel type, is mounted on the front end of the engine and is driven by means of the crankshaft through a coupling or a gear wheel. </a:t>
            </a:r>
          </a:p>
          <a:p>
            <a:pPr marL="0" indent="0">
              <a:spcAft>
                <a:spcPts val="1000"/>
              </a:spcAft>
              <a:buNone/>
            </a:pPr>
            <a:r>
              <a:rPr lang="en-US" altLang="ko-KR" sz="1600" dirty="0"/>
              <a:t>The pressure regulator forms part of the lubricating oil pump. Adjustment of the oil pressure is done by removing the cap nut and turning the adjusting screw.</a:t>
            </a:r>
            <a:endParaRPr lang="en-US" sz="1600" dirty="0">
              <a:solidFill>
                <a:srgbClr val="000000"/>
              </a:solidFill>
            </a:endParaRPr>
          </a:p>
        </p:txBody>
      </p:sp>
      <p:pic>
        <p:nvPicPr>
          <p:cNvPr id="4" name="그림 3">
            <a:extLst>
              <a:ext uri="{FF2B5EF4-FFF2-40B4-BE49-F238E27FC236}">
                <a16:creationId xmlns:a16="http://schemas.microsoft.com/office/drawing/2014/main" id="{B933FB71-CB18-B94E-3A87-6A50561C83A6}"/>
              </a:ext>
            </a:extLst>
          </p:cNvPr>
          <p:cNvPicPr>
            <a:picLocks noChangeAspect="1"/>
          </p:cNvPicPr>
          <p:nvPr/>
        </p:nvPicPr>
        <p:blipFill>
          <a:blip r:embed="rId2"/>
          <a:stretch>
            <a:fillRect/>
          </a:stretch>
        </p:blipFill>
        <p:spPr>
          <a:xfrm>
            <a:off x="751587" y="819561"/>
            <a:ext cx="3820413" cy="4303314"/>
          </a:xfrm>
          <a:prstGeom prst="rect">
            <a:avLst/>
          </a:prstGeom>
        </p:spPr>
      </p:pic>
      <p:sp>
        <p:nvSpPr>
          <p:cNvPr id="5" name="Text Placeholder 2">
            <a:extLst>
              <a:ext uri="{FF2B5EF4-FFF2-40B4-BE49-F238E27FC236}">
                <a16:creationId xmlns:a16="http://schemas.microsoft.com/office/drawing/2014/main" id="{81388EE4-251D-35E4-1DAF-211EFF8910A1}"/>
              </a:ext>
            </a:extLst>
          </p:cNvPr>
          <p:cNvSpPr txBox="1">
            <a:spLocks/>
          </p:cNvSpPr>
          <p:nvPr/>
        </p:nvSpPr>
        <p:spPr>
          <a:xfrm>
            <a:off x="3147113" y="917615"/>
            <a:ext cx="661742"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coupling</a:t>
            </a:r>
          </a:p>
        </p:txBody>
      </p:sp>
      <p:sp>
        <p:nvSpPr>
          <p:cNvPr id="6" name="Text Placeholder 2">
            <a:extLst>
              <a:ext uri="{FF2B5EF4-FFF2-40B4-BE49-F238E27FC236}">
                <a16:creationId xmlns:a16="http://schemas.microsoft.com/office/drawing/2014/main" id="{F005DA56-5622-41F9-80CC-647AD08342B3}"/>
              </a:ext>
            </a:extLst>
          </p:cNvPr>
          <p:cNvSpPr txBox="1">
            <a:spLocks/>
          </p:cNvSpPr>
          <p:nvPr/>
        </p:nvSpPr>
        <p:spPr>
          <a:xfrm>
            <a:off x="693817" y="4727848"/>
            <a:ext cx="543717"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Screw</a:t>
            </a:r>
          </a:p>
        </p:txBody>
      </p:sp>
      <p:sp>
        <p:nvSpPr>
          <p:cNvPr id="7" name="Text Placeholder 2">
            <a:extLst>
              <a:ext uri="{FF2B5EF4-FFF2-40B4-BE49-F238E27FC236}">
                <a16:creationId xmlns:a16="http://schemas.microsoft.com/office/drawing/2014/main" id="{0398BE35-CB88-3FC5-E60A-4C571267DD99}"/>
              </a:ext>
            </a:extLst>
          </p:cNvPr>
          <p:cNvSpPr txBox="1">
            <a:spLocks/>
          </p:cNvSpPr>
          <p:nvPr/>
        </p:nvSpPr>
        <p:spPr>
          <a:xfrm>
            <a:off x="2416050" y="4531072"/>
            <a:ext cx="875734" cy="203652"/>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Locking ring</a:t>
            </a:r>
          </a:p>
        </p:txBody>
      </p:sp>
      <p:sp>
        <p:nvSpPr>
          <p:cNvPr id="9" name="Text Placeholder 2">
            <a:extLst>
              <a:ext uri="{FF2B5EF4-FFF2-40B4-BE49-F238E27FC236}">
                <a16:creationId xmlns:a16="http://schemas.microsoft.com/office/drawing/2014/main" id="{622247CD-5067-F9B5-4054-6C0D357F347C}"/>
              </a:ext>
            </a:extLst>
          </p:cNvPr>
          <p:cNvSpPr txBox="1">
            <a:spLocks/>
          </p:cNvSpPr>
          <p:nvPr/>
        </p:nvSpPr>
        <p:spPr>
          <a:xfrm>
            <a:off x="2693067" y="4079124"/>
            <a:ext cx="543717"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Screw</a:t>
            </a:r>
          </a:p>
        </p:txBody>
      </p:sp>
      <p:sp>
        <p:nvSpPr>
          <p:cNvPr id="10" name="Text Placeholder 2">
            <a:extLst>
              <a:ext uri="{FF2B5EF4-FFF2-40B4-BE49-F238E27FC236}">
                <a16:creationId xmlns:a16="http://schemas.microsoft.com/office/drawing/2014/main" id="{00A2C8CF-68A7-F9EE-F2F8-B9992BCA409B}"/>
              </a:ext>
            </a:extLst>
          </p:cNvPr>
          <p:cNvSpPr txBox="1">
            <a:spLocks/>
          </p:cNvSpPr>
          <p:nvPr/>
        </p:nvSpPr>
        <p:spPr>
          <a:xfrm>
            <a:off x="2693066" y="3690973"/>
            <a:ext cx="543717"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Cover</a:t>
            </a:r>
          </a:p>
        </p:txBody>
      </p:sp>
      <p:sp>
        <p:nvSpPr>
          <p:cNvPr id="12" name="Text Placeholder 2">
            <a:extLst>
              <a:ext uri="{FF2B5EF4-FFF2-40B4-BE49-F238E27FC236}">
                <a16:creationId xmlns:a16="http://schemas.microsoft.com/office/drawing/2014/main" id="{6A9F7F2B-507E-0DF9-CA62-E0FBACF2F992}"/>
              </a:ext>
            </a:extLst>
          </p:cNvPr>
          <p:cNvSpPr txBox="1">
            <a:spLocks/>
          </p:cNvSpPr>
          <p:nvPr/>
        </p:nvSpPr>
        <p:spPr>
          <a:xfrm>
            <a:off x="3061175" y="2691533"/>
            <a:ext cx="543717" cy="34561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Gear wheel</a:t>
            </a:r>
          </a:p>
        </p:txBody>
      </p:sp>
      <p:sp>
        <p:nvSpPr>
          <p:cNvPr id="13" name="Text Placeholder 2">
            <a:extLst>
              <a:ext uri="{FF2B5EF4-FFF2-40B4-BE49-F238E27FC236}">
                <a16:creationId xmlns:a16="http://schemas.microsoft.com/office/drawing/2014/main" id="{2D3DEFEF-348C-223D-A9A3-E816941F34FB}"/>
              </a:ext>
            </a:extLst>
          </p:cNvPr>
          <p:cNvSpPr txBox="1">
            <a:spLocks/>
          </p:cNvSpPr>
          <p:nvPr/>
        </p:nvSpPr>
        <p:spPr>
          <a:xfrm>
            <a:off x="495113" y="1515368"/>
            <a:ext cx="661742"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Cap nut</a:t>
            </a:r>
          </a:p>
        </p:txBody>
      </p:sp>
      <p:sp>
        <p:nvSpPr>
          <p:cNvPr id="14" name="Text Placeholder 2">
            <a:extLst>
              <a:ext uri="{FF2B5EF4-FFF2-40B4-BE49-F238E27FC236}">
                <a16:creationId xmlns:a16="http://schemas.microsoft.com/office/drawing/2014/main" id="{D58ED711-65CC-A3C5-D046-88FB18FE267F}"/>
              </a:ext>
            </a:extLst>
          </p:cNvPr>
          <p:cNvSpPr txBox="1">
            <a:spLocks/>
          </p:cNvSpPr>
          <p:nvPr/>
        </p:nvSpPr>
        <p:spPr>
          <a:xfrm>
            <a:off x="735067" y="1719756"/>
            <a:ext cx="412412"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Nut</a:t>
            </a:r>
          </a:p>
        </p:txBody>
      </p:sp>
      <p:sp>
        <p:nvSpPr>
          <p:cNvPr id="15" name="Text Placeholder 2">
            <a:extLst>
              <a:ext uri="{FF2B5EF4-FFF2-40B4-BE49-F238E27FC236}">
                <a16:creationId xmlns:a16="http://schemas.microsoft.com/office/drawing/2014/main" id="{D3BE5423-431D-A6E5-9E2B-52ADD732B4D3}"/>
              </a:ext>
            </a:extLst>
          </p:cNvPr>
          <p:cNvSpPr txBox="1">
            <a:spLocks/>
          </p:cNvSpPr>
          <p:nvPr/>
        </p:nvSpPr>
        <p:spPr>
          <a:xfrm>
            <a:off x="138156" y="1908836"/>
            <a:ext cx="1009323"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Spring housing</a:t>
            </a:r>
          </a:p>
        </p:txBody>
      </p:sp>
      <p:sp>
        <p:nvSpPr>
          <p:cNvPr id="16" name="Text Placeholder 2">
            <a:extLst>
              <a:ext uri="{FF2B5EF4-FFF2-40B4-BE49-F238E27FC236}">
                <a16:creationId xmlns:a16="http://schemas.microsoft.com/office/drawing/2014/main" id="{F4F7E7D9-2505-E33C-2CAD-39428214FB00}"/>
              </a:ext>
            </a:extLst>
          </p:cNvPr>
          <p:cNvSpPr txBox="1">
            <a:spLocks/>
          </p:cNvSpPr>
          <p:nvPr/>
        </p:nvSpPr>
        <p:spPr>
          <a:xfrm>
            <a:off x="769154" y="2224572"/>
            <a:ext cx="543717"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Spring</a:t>
            </a:r>
          </a:p>
        </p:txBody>
      </p:sp>
      <p:sp>
        <p:nvSpPr>
          <p:cNvPr id="17" name="Text Placeholder 2">
            <a:extLst>
              <a:ext uri="{FF2B5EF4-FFF2-40B4-BE49-F238E27FC236}">
                <a16:creationId xmlns:a16="http://schemas.microsoft.com/office/drawing/2014/main" id="{4F3470FA-5B4C-36E7-3932-357E18D24D60}"/>
              </a:ext>
            </a:extLst>
          </p:cNvPr>
          <p:cNvSpPr txBox="1">
            <a:spLocks/>
          </p:cNvSpPr>
          <p:nvPr/>
        </p:nvSpPr>
        <p:spPr>
          <a:xfrm>
            <a:off x="1230659" y="2462193"/>
            <a:ext cx="646846"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Cylinder</a:t>
            </a:r>
          </a:p>
        </p:txBody>
      </p:sp>
      <p:sp>
        <p:nvSpPr>
          <p:cNvPr id="18" name="Text Placeholder 2">
            <a:extLst>
              <a:ext uri="{FF2B5EF4-FFF2-40B4-BE49-F238E27FC236}">
                <a16:creationId xmlns:a16="http://schemas.microsoft.com/office/drawing/2014/main" id="{EB908583-88B5-DF02-716B-E527AEB3210A}"/>
              </a:ext>
            </a:extLst>
          </p:cNvPr>
          <p:cNvSpPr txBox="1">
            <a:spLocks/>
          </p:cNvSpPr>
          <p:nvPr/>
        </p:nvSpPr>
        <p:spPr>
          <a:xfrm>
            <a:off x="1906709" y="2209601"/>
            <a:ext cx="543717" cy="18074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Piston</a:t>
            </a:r>
          </a:p>
        </p:txBody>
      </p:sp>
      <p:cxnSp>
        <p:nvCxnSpPr>
          <p:cNvPr id="19" name="직선 화살표 연결선 18">
            <a:extLst>
              <a:ext uri="{FF2B5EF4-FFF2-40B4-BE49-F238E27FC236}">
                <a16:creationId xmlns:a16="http://schemas.microsoft.com/office/drawing/2014/main" id="{97D14B34-AB89-26EA-5692-884EDB14BFCC}"/>
              </a:ext>
            </a:extLst>
          </p:cNvPr>
          <p:cNvCxnSpPr>
            <a:cxnSpLocks/>
          </p:cNvCxnSpPr>
          <p:nvPr/>
        </p:nvCxnSpPr>
        <p:spPr>
          <a:xfrm flipH="1">
            <a:off x="1237534" y="1958975"/>
            <a:ext cx="556341" cy="33733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2" name="직선 화살표 연결선 21">
            <a:extLst>
              <a:ext uri="{FF2B5EF4-FFF2-40B4-BE49-F238E27FC236}">
                <a16:creationId xmlns:a16="http://schemas.microsoft.com/office/drawing/2014/main" id="{2D538EDC-934E-C2AC-9CB4-927EEB66BA2B}"/>
              </a:ext>
            </a:extLst>
          </p:cNvPr>
          <p:cNvCxnSpPr>
            <a:cxnSpLocks/>
          </p:cNvCxnSpPr>
          <p:nvPr/>
        </p:nvCxnSpPr>
        <p:spPr>
          <a:xfrm flipH="1">
            <a:off x="1554082" y="2105256"/>
            <a:ext cx="274287" cy="38076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4" name="Text Placeholder 2">
            <a:extLst>
              <a:ext uri="{FF2B5EF4-FFF2-40B4-BE49-F238E27FC236}">
                <a16:creationId xmlns:a16="http://schemas.microsoft.com/office/drawing/2014/main" id="{5738C223-73A4-E36E-68C0-909F1E5C3A9C}"/>
              </a:ext>
            </a:extLst>
          </p:cNvPr>
          <p:cNvSpPr txBox="1">
            <a:spLocks/>
          </p:cNvSpPr>
          <p:nvPr/>
        </p:nvSpPr>
        <p:spPr>
          <a:xfrm>
            <a:off x="3589507" y="2831478"/>
            <a:ext cx="543717" cy="345613"/>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Plug screw</a:t>
            </a:r>
          </a:p>
        </p:txBody>
      </p:sp>
      <p:pic>
        <p:nvPicPr>
          <p:cNvPr id="26" name="그림 25">
            <a:extLst>
              <a:ext uri="{FF2B5EF4-FFF2-40B4-BE49-F238E27FC236}">
                <a16:creationId xmlns:a16="http://schemas.microsoft.com/office/drawing/2014/main" id="{3F8627CF-9FB4-C861-9E3B-E6A07F84D2A5}"/>
              </a:ext>
            </a:extLst>
          </p:cNvPr>
          <p:cNvPicPr>
            <a:picLocks noChangeAspect="1"/>
          </p:cNvPicPr>
          <p:nvPr/>
        </p:nvPicPr>
        <p:blipFill>
          <a:blip r:embed="rId3"/>
          <a:stretch>
            <a:fillRect/>
          </a:stretch>
        </p:blipFill>
        <p:spPr>
          <a:xfrm>
            <a:off x="4929359" y="2909761"/>
            <a:ext cx="1970242" cy="2233739"/>
          </a:xfrm>
          <a:prstGeom prst="rect">
            <a:avLst/>
          </a:prstGeom>
        </p:spPr>
      </p:pic>
    </p:spTree>
    <p:extLst>
      <p:ext uri="{BB962C8B-B14F-4D97-AF65-F5344CB8AC3E}">
        <p14:creationId xmlns:p14="http://schemas.microsoft.com/office/powerpoint/2010/main" val="3518062716"/>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576CB-CA10-F032-4CEE-E85EC596D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ED62A-467E-0081-AFFA-FEA9732795E7}"/>
              </a:ext>
            </a:extLst>
          </p:cNvPr>
          <p:cNvSpPr>
            <a:spLocks noGrp="1"/>
          </p:cNvSpPr>
          <p:nvPr>
            <p:ph type="title"/>
          </p:nvPr>
        </p:nvSpPr>
        <p:spPr>
          <a:xfrm>
            <a:off x="304799" y="304655"/>
            <a:ext cx="8392313" cy="535531"/>
          </a:xfrm>
        </p:spPr>
        <p:txBody>
          <a:bodyPr/>
          <a:lstStyle/>
          <a:p>
            <a:r>
              <a:rPr lang="en-US" altLang="ko-KR" dirty="0"/>
              <a:t>Engine driven lubricating oil pump</a:t>
            </a:r>
            <a:endParaRPr lang="en-US" dirty="0"/>
          </a:p>
        </p:txBody>
      </p:sp>
      <p:pic>
        <p:nvPicPr>
          <p:cNvPr id="21" name="그림 20">
            <a:extLst>
              <a:ext uri="{FF2B5EF4-FFF2-40B4-BE49-F238E27FC236}">
                <a16:creationId xmlns:a16="http://schemas.microsoft.com/office/drawing/2014/main" id="{B616888D-CEB9-3774-0767-B6214A4D1207}"/>
              </a:ext>
            </a:extLst>
          </p:cNvPr>
          <p:cNvPicPr>
            <a:picLocks noChangeAspect="1"/>
          </p:cNvPicPr>
          <p:nvPr/>
        </p:nvPicPr>
        <p:blipFill>
          <a:blip r:embed="rId2"/>
          <a:stretch>
            <a:fillRect/>
          </a:stretch>
        </p:blipFill>
        <p:spPr>
          <a:xfrm>
            <a:off x="372114" y="929331"/>
            <a:ext cx="3910326" cy="4214169"/>
          </a:xfrm>
          <a:prstGeom prst="rect">
            <a:avLst/>
          </a:prstGeom>
        </p:spPr>
      </p:pic>
      <p:pic>
        <p:nvPicPr>
          <p:cNvPr id="25" name="그림 24">
            <a:extLst>
              <a:ext uri="{FF2B5EF4-FFF2-40B4-BE49-F238E27FC236}">
                <a16:creationId xmlns:a16="http://schemas.microsoft.com/office/drawing/2014/main" id="{4E977935-D2E5-354A-37BC-08FD92D2A4D9}"/>
              </a:ext>
            </a:extLst>
          </p:cNvPr>
          <p:cNvPicPr>
            <a:picLocks noChangeAspect="1"/>
          </p:cNvPicPr>
          <p:nvPr/>
        </p:nvPicPr>
        <p:blipFill>
          <a:blip r:embed="rId3"/>
          <a:stretch>
            <a:fillRect/>
          </a:stretch>
        </p:blipFill>
        <p:spPr>
          <a:xfrm>
            <a:off x="5194354" y="840186"/>
            <a:ext cx="3644847" cy="4303314"/>
          </a:xfrm>
          <a:prstGeom prst="rect">
            <a:avLst/>
          </a:prstGeom>
        </p:spPr>
      </p:pic>
    </p:spTree>
    <p:extLst>
      <p:ext uri="{BB962C8B-B14F-4D97-AF65-F5344CB8AC3E}">
        <p14:creationId xmlns:p14="http://schemas.microsoft.com/office/powerpoint/2010/main" val="501992204"/>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A7844-F726-BB23-01E5-EFA178786290}"/>
            </a:ext>
          </a:extLst>
        </p:cNvPr>
        <p:cNvGrpSpPr/>
        <p:nvPr/>
      </p:nvGrpSpPr>
      <p:grpSpPr>
        <a:xfrm>
          <a:off x="0" y="0"/>
          <a:ext cx="0" cy="0"/>
          <a:chOff x="0" y="0"/>
          <a:chExt cx="0" cy="0"/>
        </a:xfrm>
      </p:grpSpPr>
      <p:grpSp>
        <p:nvGrpSpPr>
          <p:cNvPr id="81" name="그룹 80">
            <a:extLst>
              <a:ext uri="{FF2B5EF4-FFF2-40B4-BE49-F238E27FC236}">
                <a16:creationId xmlns:a16="http://schemas.microsoft.com/office/drawing/2014/main" id="{1C1B3421-3315-A432-EA0D-0D8F912ED6C4}"/>
              </a:ext>
            </a:extLst>
          </p:cNvPr>
          <p:cNvGrpSpPr/>
          <p:nvPr/>
        </p:nvGrpSpPr>
        <p:grpSpPr>
          <a:xfrm>
            <a:off x="410884" y="950188"/>
            <a:ext cx="6663684" cy="4018843"/>
            <a:chOff x="410884" y="950188"/>
            <a:chExt cx="6663684" cy="4018843"/>
          </a:xfrm>
        </p:grpSpPr>
        <p:pic>
          <p:nvPicPr>
            <p:cNvPr id="10" name="그림 9">
              <a:extLst>
                <a:ext uri="{FF2B5EF4-FFF2-40B4-BE49-F238E27FC236}">
                  <a16:creationId xmlns:a16="http://schemas.microsoft.com/office/drawing/2014/main" id="{3BC8A474-BAAD-17A9-A6F1-55A4EA0B6A17}"/>
                </a:ext>
              </a:extLst>
            </p:cNvPr>
            <p:cNvPicPr>
              <a:picLocks noChangeAspect="1"/>
            </p:cNvPicPr>
            <p:nvPr/>
          </p:nvPicPr>
          <p:blipFill>
            <a:blip r:embed="rId2"/>
            <a:stretch>
              <a:fillRect/>
            </a:stretch>
          </p:blipFill>
          <p:spPr>
            <a:xfrm>
              <a:off x="410884" y="950188"/>
              <a:ext cx="6663684" cy="4018843"/>
            </a:xfrm>
            <a:prstGeom prst="rect">
              <a:avLst/>
            </a:prstGeom>
          </p:spPr>
        </p:pic>
        <p:pic>
          <p:nvPicPr>
            <p:cNvPr id="80" name="그림 79">
              <a:extLst>
                <a:ext uri="{FF2B5EF4-FFF2-40B4-BE49-F238E27FC236}">
                  <a16:creationId xmlns:a16="http://schemas.microsoft.com/office/drawing/2014/main" id="{4423430E-35F9-30A7-954E-20D79464FC1D}"/>
                </a:ext>
              </a:extLst>
            </p:cNvPr>
            <p:cNvPicPr>
              <a:picLocks noChangeAspect="1"/>
            </p:cNvPicPr>
            <p:nvPr/>
          </p:nvPicPr>
          <p:blipFill>
            <a:blip r:embed="rId3"/>
            <a:stretch>
              <a:fillRect/>
            </a:stretch>
          </p:blipFill>
          <p:spPr>
            <a:xfrm flipH="1">
              <a:off x="6052336" y="3389419"/>
              <a:ext cx="132501" cy="112501"/>
            </a:xfrm>
            <a:prstGeom prst="rect">
              <a:avLst/>
            </a:prstGeom>
          </p:spPr>
        </p:pic>
      </p:grpSp>
      <p:sp>
        <p:nvSpPr>
          <p:cNvPr id="2" name="Title 1">
            <a:extLst>
              <a:ext uri="{FF2B5EF4-FFF2-40B4-BE49-F238E27FC236}">
                <a16:creationId xmlns:a16="http://schemas.microsoft.com/office/drawing/2014/main" id="{5053EA02-6328-C81E-1570-D505DF613E1F}"/>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cxnSp>
        <p:nvCxnSpPr>
          <p:cNvPr id="3" name="직선 화살표 연결선 2">
            <a:extLst>
              <a:ext uri="{FF2B5EF4-FFF2-40B4-BE49-F238E27FC236}">
                <a16:creationId xmlns:a16="http://schemas.microsoft.com/office/drawing/2014/main" id="{FA038C9D-D634-CA97-87B0-1270F3C5C303}"/>
              </a:ext>
            </a:extLst>
          </p:cNvPr>
          <p:cNvCxnSpPr>
            <a:cxnSpLocks/>
          </p:cNvCxnSpPr>
          <p:nvPr/>
        </p:nvCxnSpPr>
        <p:spPr>
          <a:xfrm flipH="1">
            <a:off x="2847975" y="2380040"/>
            <a:ext cx="36195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 name="직선 화살표 연결선 6">
            <a:extLst>
              <a:ext uri="{FF2B5EF4-FFF2-40B4-BE49-F238E27FC236}">
                <a16:creationId xmlns:a16="http://schemas.microsoft.com/office/drawing/2014/main" id="{D3877D4E-AF53-62FE-C56F-BDAAFF7BCFC5}"/>
              </a:ext>
            </a:extLst>
          </p:cNvPr>
          <p:cNvCxnSpPr>
            <a:cxnSpLocks/>
          </p:cNvCxnSpPr>
          <p:nvPr/>
        </p:nvCxnSpPr>
        <p:spPr>
          <a:xfrm flipV="1">
            <a:off x="3203179" y="2377659"/>
            <a:ext cx="0" cy="17980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직선 화살표 연결선 13">
            <a:extLst>
              <a:ext uri="{FF2B5EF4-FFF2-40B4-BE49-F238E27FC236}">
                <a16:creationId xmlns:a16="http://schemas.microsoft.com/office/drawing/2014/main" id="{F59863E1-0CA7-E39A-63F3-E70D325DBFB2}"/>
              </a:ext>
            </a:extLst>
          </p:cNvPr>
          <p:cNvCxnSpPr>
            <a:cxnSpLocks/>
          </p:cNvCxnSpPr>
          <p:nvPr/>
        </p:nvCxnSpPr>
        <p:spPr>
          <a:xfrm flipH="1">
            <a:off x="1240631" y="2631010"/>
            <a:ext cx="22621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8" name="직선 화살표 연결선 17">
            <a:extLst>
              <a:ext uri="{FF2B5EF4-FFF2-40B4-BE49-F238E27FC236}">
                <a16:creationId xmlns:a16="http://schemas.microsoft.com/office/drawing/2014/main" id="{67025AAB-10A6-944D-BE89-AA0470085EAD}"/>
              </a:ext>
            </a:extLst>
          </p:cNvPr>
          <p:cNvCxnSpPr>
            <a:cxnSpLocks/>
          </p:cNvCxnSpPr>
          <p:nvPr/>
        </p:nvCxnSpPr>
        <p:spPr>
          <a:xfrm flipH="1">
            <a:off x="700088" y="262835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0" name="직선 화살표 연결선 19">
            <a:extLst>
              <a:ext uri="{FF2B5EF4-FFF2-40B4-BE49-F238E27FC236}">
                <a16:creationId xmlns:a16="http://schemas.microsoft.com/office/drawing/2014/main" id="{5B830265-F5BE-C06F-7B8C-680582CAE82C}"/>
              </a:ext>
            </a:extLst>
          </p:cNvPr>
          <p:cNvCxnSpPr>
            <a:cxnSpLocks/>
          </p:cNvCxnSpPr>
          <p:nvPr/>
        </p:nvCxnSpPr>
        <p:spPr>
          <a:xfrm flipV="1">
            <a:off x="704850" y="1838054"/>
            <a:ext cx="0" cy="79295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2" name="직선 화살표 연결선 21">
            <a:extLst>
              <a:ext uri="{FF2B5EF4-FFF2-40B4-BE49-F238E27FC236}">
                <a16:creationId xmlns:a16="http://schemas.microsoft.com/office/drawing/2014/main" id="{389BCC7D-2459-7B19-4EF2-3471A6613FEB}"/>
              </a:ext>
            </a:extLst>
          </p:cNvPr>
          <p:cNvCxnSpPr>
            <a:cxnSpLocks/>
          </p:cNvCxnSpPr>
          <p:nvPr/>
        </p:nvCxnSpPr>
        <p:spPr>
          <a:xfrm>
            <a:off x="697707" y="1838054"/>
            <a:ext cx="234949" cy="52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5" name="직선 화살표 연결선 24">
            <a:extLst>
              <a:ext uri="{FF2B5EF4-FFF2-40B4-BE49-F238E27FC236}">
                <a16:creationId xmlns:a16="http://schemas.microsoft.com/office/drawing/2014/main" id="{818CE8AF-1D9C-C214-DB24-4F59664CD8C8}"/>
              </a:ext>
            </a:extLst>
          </p:cNvPr>
          <p:cNvCxnSpPr>
            <a:cxnSpLocks/>
          </p:cNvCxnSpPr>
          <p:nvPr/>
        </p:nvCxnSpPr>
        <p:spPr>
          <a:xfrm flipV="1">
            <a:off x="1554964" y="1838054"/>
            <a:ext cx="3269449" cy="52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9" name="직선 화살표 연결선 28">
            <a:extLst>
              <a:ext uri="{FF2B5EF4-FFF2-40B4-BE49-F238E27FC236}">
                <a16:creationId xmlns:a16="http://schemas.microsoft.com/office/drawing/2014/main" id="{7CBB82B7-5375-A53B-223F-E4264FC3D321}"/>
              </a:ext>
            </a:extLst>
          </p:cNvPr>
          <p:cNvCxnSpPr>
            <a:cxnSpLocks/>
          </p:cNvCxnSpPr>
          <p:nvPr/>
        </p:nvCxnSpPr>
        <p:spPr>
          <a:xfrm>
            <a:off x="2126457" y="1843339"/>
            <a:ext cx="0" cy="13071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2" name="직선 화살표 연결선 31">
            <a:extLst>
              <a:ext uri="{FF2B5EF4-FFF2-40B4-BE49-F238E27FC236}">
                <a16:creationId xmlns:a16="http://schemas.microsoft.com/office/drawing/2014/main" id="{20140268-2300-FBD8-8AD3-1579C0E7C562}"/>
              </a:ext>
            </a:extLst>
          </p:cNvPr>
          <p:cNvCxnSpPr>
            <a:cxnSpLocks/>
          </p:cNvCxnSpPr>
          <p:nvPr/>
        </p:nvCxnSpPr>
        <p:spPr>
          <a:xfrm flipH="1">
            <a:off x="2126457" y="2173935"/>
            <a:ext cx="1" cy="18350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5" name="직선 화살표 연결선 34">
            <a:extLst>
              <a:ext uri="{FF2B5EF4-FFF2-40B4-BE49-F238E27FC236}">
                <a16:creationId xmlns:a16="http://schemas.microsoft.com/office/drawing/2014/main" id="{578F29E7-768F-591F-B087-8954FE1DCC93}"/>
              </a:ext>
            </a:extLst>
          </p:cNvPr>
          <p:cNvCxnSpPr>
            <a:cxnSpLocks/>
          </p:cNvCxnSpPr>
          <p:nvPr/>
        </p:nvCxnSpPr>
        <p:spPr>
          <a:xfrm flipH="1">
            <a:off x="2126457" y="2402536"/>
            <a:ext cx="2" cy="27848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9" name="직선 화살표 연결선 48">
            <a:extLst>
              <a:ext uri="{FF2B5EF4-FFF2-40B4-BE49-F238E27FC236}">
                <a16:creationId xmlns:a16="http://schemas.microsoft.com/office/drawing/2014/main" id="{F3B6AC46-C455-8970-50E6-CAA3487DEDBF}"/>
              </a:ext>
            </a:extLst>
          </p:cNvPr>
          <p:cNvCxnSpPr>
            <a:cxnSpLocks/>
          </p:cNvCxnSpPr>
          <p:nvPr/>
        </p:nvCxnSpPr>
        <p:spPr>
          <a:xfrm>
            <a:off x="3032921" y="1848624"/>
            <a:ext cx="0" cy="51357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0" name="직선 화살표 연결선 49">
            <a:extLst>
              <a:ext uri="{FF2B5EF4-FFF2-40B4-BE49-F238E27FC236}">
                <a16:creationId xmlns:a16="http://schemas.microsoft.com/office/drawing/2014/main" id="{D50BF7D9-E51A-E864-C39D-1F9C7B20DA92}"/>
              </a:ext>
            </a:extLst>
          </p:cNvPr>
          <p:cNvCxnSpPr>
            <a:cxnSpLocks/>
          </p:cNvCxnSpPr>
          <p:nvPr/>
        </p:nvCxnSpPr>
        <p:spPr>
          <a:xfrm>
            <a:off x="3030540" y="2404917"/>
            <a:ext cx="0" cy="58117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2" name="직선 화살표 연결선 51">
            <a:extLst>
              <a:ext uri="{FF2B5EF4-FFF2-40B4-BE49-F238E27FC236}">
                <a16:creationId xmlns:a16="http://schemas.microsoft.com/office/drawing/2014/main" id="{7A191229-9AA7-756B-254E-D0DB151566CA}"/>
              </a:ext>
            </a:extLst>
          </p:cNvPr>
          <p:cNvCxnSpPr>
            <a:cxnSpLocks/>
          </p:cNvCxnSpPr>
          <p:nvPr/>
        </p:nvCxnSpPr>
        <p:spPr>
          <a:xfrm>
            <a:off x="3835403" y="1843861"/>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4" name="직선 화살표 연결선 53">
            <a:extLst>
              <a:ext uri="{FF2B5EF4-FFF2-40B4-BE49-F238E27FC236}">
                <a16:creationId xmlns:a16="http://schemas.microsoft.com/office/drawing/2014/main" id="{39F58B11-9DEE-8937-641A-B5EA736645B3}"/>
              </a:ext>
            </a:extLst>
          </p:cNvPr>
          <p:cNvCxnSpPr>
            <a:cxnSpLocks/>
          </p:cNvCxnSpPr>
          <p:nvPr/>
        </p:nvCxnSpPr>
        <p:spPr>
          <a:xfrm>
            <a:off x="4628359" y="1843328"/>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5" name="직선 화살표 연결선 54">
            <a:extLst>
              <a:ext uri="{FF2B5EF4-FFF2-40B4-BE49-F238E27FC236}">
                <a16:creationId xmlns:a16="http://schemas.microsoft.com/office/drawing/2014/main" id="{3F845F70-6E7C-1D93-D93D-33D4E5F0F2F4}"/>
              </a:ext>
            </a:extLst>
          </p:cNvPr>
          <p:cNvCxnSpPr>
            <a:cxnSpLocks/>
          </p:cNvCxnSpPr>
          <p:nvPr/>
        </p:nvCxnSpPr>
        <p:spPr>
          <a:xfrm>
            <a:off x="5089528" y="1844770"/>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6" name="직선 화살표 연결선 55">
            <a:extLst>
              <a:ext uri="{FF2B5EF4-FFF2-40B4-BE49-F238E27FC236}">
                <a16:creationId xmlns:a16="http://schemas.microsoft.com/office/drawing/2014/main" id="{3575C302-98F6-6DE0-7C3A-6189057FC2B5}"/>
              </a:ext>
            </a:extLst>
          </p:cNvPr>
          <p:cNvCxnSpPr>
            <a:cxnSpLocks/>
          </p:cNvCxnSpPr>
          <p:nvPr/>
        </p:nvCxnSpPr>
        <p:spPr>
          <a:xfrm>
            <a:off x="5880103" y="1847151"/>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7" name="직선 화살표 연결선 56">
            <a:extLst>
              <a:ext uri="{FF2B5EF4-FFF2-40B4-BE49-F238E27FC236}">
                <a16:creationId xmlns:a16="http://schemas.microsoft.com/office/drawing/2014/main" id="{21145D3A-5816-B3E9-42DF-7BA1E78C0FD1}"/>
              </a:ext>
            </a:extLst>
          </p:cNvPr>
          <p:cNvCxnSpPr>
            <a:cxnSpLocks/>
          </p:cNvCxnSpPr>
          <p:nvPr/>
        </p:nvCxnSpPr>
        <p:spPr>
          <a:xfrm>
            <a:off x="3031729" y="298389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8" name="직선 화살표 연결선 57">
            <a:extLst>
              <a:ext uri="{FF2B5EF4-FFF2-40B4-BE49-F238E27FC236}">
                <a16:creationId xmlns:a16="http://schemas.microsoft.com/office/drawing/2014/main" id="{DB9BE667-0DBD-9FA8-D825-3EB84010D2E7}"/>
              </a:ext>
            </a:extLst>
          </p:cNvPr>
          <p:cNvCxnSpPr>
            <a:cxnSpLocks/>
          </p:cNvCxnSpPr>
          <p:nvPr/>
        </p:nvCxnSpPr>
        <p:spPr>
          <a:xfrm>
            <a:off x="3836724" y="298184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9" name="직선 화살표 연결선 58">
            <a:extLst>
              <a:ext uri="{FF2B5EF4-FFF2-40B4-BE49-F238E27FC236}">
                <a16:creationId xmlns:a16="http://schemas.microsoft.com/office/drawing/2014/main" id="{94D65DB5-67AB-1F84-CA5F-9C445A3B701F}"/>
              </a:ext>
            </a:extLst>
          </p:cNvPr>
          <p:cNvCxnSpPr>
            <a:cxnSpLocks/>
          </p:cNvCxnSpPr>
          <p:nvPr/>
        </p:nvCxnSpPr>
        <p:spPr>
          <a:xfrm>
            <a:off x="4627299" y="2984615"/>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0" name="직선 화살표 연결선 59">
            <a:extLst>
              <a:ext uri="{FF2B5EF4-FFF2-40B4-BE49-F238E27FC236}">
                <a16:creationId xmlns:a16="http://schemas.microsoft.com/office/drawing/2014/main" id="{CA533DD5-3DFC-50F9-812D-72AA24F892DD}"/>
              </a:ext>
            </a:extLst>
          </p:cNvPr>
          <p:cNvCxnSpPr>
            <a:cxnSpLocks/>
          </p:cNvCxnSpPr>
          <p:nvPr/>
        </p:nvCxnSpPr>
        <p:spPr>
          <a:xfrm>
            <a:off x="5091975" y="2981575"/>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1" name="직선 화살표 연결선 60">
            <a:extLst>
              <a:ext uri="{FF2B5EF4-FFF2-40B4-BE49-F238E27FC236}">
                <a16:creationId xmlns:a16="http://schemas.microsoft.com/office/drawing/2014/main" id="{1B33B7F8-2416-1932-D255-9EAAB3D63036}"/>
              </a:ext>
            </a:extLst>
          </p:cNvPr>
          <p:cNvCxnSpPr>
            <a:cxnSpLocks/>
          </p:cNvCxnSpPr>
          <p:nvPr/>
        </p:nvCxnSpPr>
        <p:spPr>
          <a:xfrm>
            <a:off x="4950492" y="1838054"/>
            <a:ext cx="130968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4" name="직선 화살표 연결선 63">
            <a:extLst>
              <a:ext uri="{FF2B5EF4-FFF2-40B4-BE49-F238E27FC236}">
                <a16:creationId xmlns:a16="http://schemas.microsoft.com/office/drawing/2014/main" id="{7CCA84D9-444E-9946-D384-7F826559B8DB}"/>
              </a:ext>
            </a:extLst>
          </p:cNvPr>
          <p:cNvCxnSpPr>
            <a:cxnSpLocks/>
          </p:cNvCxnSpPr>
          <p:nvPr/>
        </p:nvCxnSpPr>
        <p:spPr>
          <a:xfrm>
            <a:off x="6248275" y="1843862"/>
            <a:ext cx="0" cy="201138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6" name="직선 화살표 연결선 65">
            <a:extLst>
              <a:ext uri="{FF2B5EF4-FFF2-40B4-BE49-F238E27FC236}">
                <a16:creationId xmlns:a16="http://schemas.microsoft.com/office/drawing/2014/main" id="{3EEE8805-6732-1A49-1DB7-C7231F2754BF}"/>
              </a:ext>
            </a:extLst>
          </p:cNvPr>
          <p:cNvCxnSpPr>
            <a:cxnSpLocks/>
          </p:cNvCxnSpPr>
          <p:nvPr/>
        </p:nvCxnSpPr>
        <p:spPr>
          <a:xfrm flipH="1">
            <a:off x="4950492" y="3751785"/>
            <a:ext cx="129778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8" name="직선 화살표 연결선 67">
            <a:extLst>
              <a:ext uri="{FF2B5EF4-FFF2-40B4-BE49-F238E27FC236}">
                <a16:creationId xmlns:a16="http://schemas.microsoft.com/office/drawing/2014/main" id="{0AD2BEF1-C1B0-F75A-8F6F-EB1797F8B0FF}"/>
              </a:ext>
            </a:extLst>
          </p:cNvPr>
          <p:cNvCxnSpPr>
            <a:cxnSpLocks/>
          </p:cNvCxnSpPr>
          <p:nvPr/>
        </p:nvCxnSpPr>
        <p:spPr>
          <a:xfrm flipH="1">
            <a:off x="3402806" y="3751785"/>
            <a:ext cx="142160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0" name="직선 화살표 연결선 69">
            <a:extLst>
              <a:ext uri="{FF2B5EF4-FFF2-40B4-BE49-F238E27FC236}">
                <a16:creationId xmlns:a16="http://schemas.microsoft.com/office/drawing/2014/main" id="{DE806957-083B-5CCF-8BE4-BEAEC7087361}"/>
              </a:ext>
            </a:extLst>
          </p:cNvPr>
          <p:cNvCxnSpPr>
            <a:cxnSpLocks/>
          </p:cNvCxnSpPr>
          <p:nvPr/>
        </p:nvCxnSpPr>
        <p:spPr>
          <a:xfrm flipH="1">
            <a:off x="4952871" y="3849419"/>
            <a:ext cx="129778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1" name="직선 화살표 연결선 70">
            <a:extLst>
              <a:ext uri="{FF2B5EF4-FFF2-40B4-BE49-F238E27FC236}">
                <a16:creationId xmlns:a16="http://schemas.microsoft.com/office/drawing/2014/main" id="{6F57123E-0BE9-A5AB-E485-3858FF2F4F54}"/>
              </a:ext>
            </a:extLst>
          </p:cNvPr>
          <p:cNvCxnSpPr>
            <a:cxnSpLocks/>
          </p:cNvCxnSpPr>
          <p:nvPr/>
        </p:nvCxnSpPr>
        <p:spPr>
          <a:xfrm flipH="1">
            <a:off x="3569432" y="3849419"/>
            <a:ext cx="125021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4" name="직선 화살표 연결선 73">
            <a:extLst>
              <a:ext uri="{FF2B5EF4-FFF2-40B4-BE49-F238E27FC236}">
                <a16:creationId xmlns:a16="http://schemas.microsoft.com/office/drawing/2014/main" id="{DFF46B9B-6FCF-6A0A-120D-34461F720319}"/>
              </a:ext>
            </a:extLst>
          </p:cNvPr>
          <p:cNvCxnSpPr>
            <a:cxnSpLocks/>
          </p:cNvCxnSpPr>
          <p:nvPr/>
        </p:nvCxnSpPr>
        <p:spPr>
          <a:xfrm>
            <a:off x="3797302" y="3849419"/>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6" name="직선 화살표 연결선 75">
            <a:extLst>
              <a:ext uri="{FF2B5EF4-FFF2-40B4-BE49-F238E27FC236}">
                <a16:creationId xmlns:a16="http://schemas.microsoft.com/office/drawing/2014/main" id="{73C001DD-AF9C-E267-184B-AAD73D8F99FB}"/>
              </a:ext>
            </a:extLst>
          </p:cNvPr>
          <p:cNvCxnSpPr>
            <a:cxnSpLocks/>
          </p:cNvCxnSpPr>
          <p:nvPr/>
        </p:nvCxnSpPr>
        <p:spPr>
          <a:xfrm>
            <a:off x="4597402" y="3852863"/>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7" name="직선 화살표 연결선 76">
            <a:extLst>
              <a:ext uri="{FF2B5EF4-FFF2-40B4-BE49-F238E27FC236}">
                <a16:creationId xmlns:a16="http://schemas.microsoft.com/office/drawing/2014/main" id="{81E6E228-8D70-2BD2-C9F9-48B5F9C6E9B0}"/>
              </a:ext>
            </a:extLst>
          </p:cNvPr>
          <p:cNvCxnSpPr>
            <a:cxnSpLocks/>
          </p:cNvCxnSpPr>
          <p:nvPr/>
        </p:nvCxnSpPr>
        <p:spPr>
          <a:xfrm>
            <a:off x="5106989" y="3849419"/>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8" name="직선 화살표 연결선 77">
            <a:extLst>
              <a:ext uri="{FF2B5EF4-FFF2-40B4-BE49-F238E27FC236}">
                <a16:creationId xmlns:a16="http://schemas.microsoft.com/office/drawing/2014/main" id="{D9BA8C15-8E8B-73E6-5825-AD6C3745A20D}"/>
              </a:ext>
            </a:extLst>
          </p:cNvPr>
          <p:cNvCxnSpPr>
            <a:cxnSpLocks/>
          </p:cNvCxnSpPr>
          <p:nvPr/>
        </p:nvCxnSpPr>
        <p:spPr>
          <a:xfrm>
            <a:off x="5811839" y="3852863"/>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2" name="직선 화살표 연결선 81">
            <a:extLst>
              <a:ext uri="{FF2B5EF4-FFF2-40B4-BE49-F238E27FC236}">
                <a16:creationId xmlns:a16="http://schemas.microsoft.com/office/drawing/2014/main" id="{C80E3A61-B935-571B-8A4C-B8FA3DEEA923}"/>
              </a:ext>
            </a:extLst>
          </p:cNvPr>
          <p:cNvCxnSpPr>
            <a:cxnSpLocks/>
          </p:cNvCxnSpPr>
          <p:nvPr/>
        </p:nvCxnSpPr>
        <p:spPr>
          <a:xfrm flipH="1">
            <a:off x="4952873" y="3457574"/>
            <a:ext cx="110422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4" name="직선 화살표 연결선 83">
            <a:extLst>
              <a:ext uri="{FF2B5EF4-FFF2-40B4-BE49-F238E27FC236}">
                <a16:creationId xmlns:a16="http://schemas.microsoft.com/office/drawing/2014/main" id="{EE259E9B-4753-F1A2-F94F-96C21A27195A}"/>
              </a:ext>
            </a:extLst>
          </p:cNvPr>
          <p:cNvCxnSpPr>
            <a:cxnSpLocks/>
          </p:cNvCxnSpPr>
          <p:nvPr/>
        </p:nvCxnSpPr>
        <p:spPr>
          <a:xfrm flipH="1" flipV="1">
            <a:off x="3419475" y="3457574"/>
            <a:ext cx="140017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6" name="직선 화살표 연결선 85">
            <a:extLst>
              <a:ext uri="{FF2B5EF4-FFF2-40B4-BE49-F238E27FC236}">
                <a16:creationId xmlns:a16="http://schemas.microsoft.com/office/drawing/2014/main" id="{16D356E5-479C-C32E-222D-FD7BBA814F9A}"/>
              </a:ext>
            </a:extLst>
          </p:cNvPr>
          <p:cNvCxnSpPr>
            <a:cxnSpLocks/>
          </p:cNvCxnSpPr>
          <p:nvPr/>
        </p:nvCxnSpPr>
        <p:spPr>
          <a:xfrm flipV="1">
            <a:off x="3425826" y="3328825"/>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7" name="직선 화살표 연결선 86">
            <a:extLst>
              <a:ext uri="{FF2B5EF4-FFF2-40B4-BE49-F238E27FC236}">
                <a16:creationId xmlns:a16="http://schemas.microsoft.com/office/drawing/2014/main" id="{7041D928-4619-AF45-FF15-E2D3A5AA66E3}"/>
              </a:ext>
            </a:extLst>
          </p:cNvPr>
          <p:cNvCxnSpPr>
            <a:cxnSpLocks/>
          </p:cNvCxnSpPr>
          <p:nvPr/>
        </p:nvCxnSpPr>
        <p:spPr>
          <a:xfrm flipV="1">
            <a:off x="4225927" y="3331206"/>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8" name="직선 화살표 연결선 87">
            <a:extLst>
              <a:ext uri="{FF2B5EF4-FFF2-40B4-BE49-F238E27FC236}">
                <a16:creationId xmlns:a16="http://schemas.microsoft.com/office/drawing/2014/main" id="{94DE75D2-2FFC-B502-833B-0BBCFADB272A}"/>
              </a:ext>
            </a:extLst>
          </p:cNvPr>
          <p:cNvCxnSpPr>
            <a:cxnSpLocks/>
          </p:cNvCxnSpPr>
          <p:nvPr/>
        </p:nvCxnSpPr>
        <p:spPr>
          <a:xfrm flipV="1">
            <a:off x="5480845" y="3332107"/>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9" name="직선 화살표 연결선 88">
            <a:extLst>
              <a:ext uri="{FF2B5EF4-FFF2-40B4-BE49-F238E27FC236}">
                <a16:creationId xmlns:a16="http://schemas.microsoft.com/office/drawing/2014/main" id="{3B35BF60-48AC-76C1-352A-D1F92848029C}"/>
              </a:ext>
            </a:extLst>
          </p:cNvPr>
          <p:cNvCxnSpPr>
            <a:cxnSpLocks/>
          </p:cNvCxnSpPr>
          <p:nvPr/>
        </p:nvCxnSpPr>
        <p:spPr>
          <a:xfrm flipV="1">
            <a:off x="4210848" y="3684947"/>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0" name="직선 화살표 연결선 89">
            <a:extLst>
              <a:ext uri="{FF2B5EF4-FFF2-40B4-BE49-F238E27FC236}">
                <a16:creationId xmlns:a16="http://schemas.microsoft.com/office/drawing/2014/main" id="{518CF9D2-E87E-F41C-2DDE-9B89CC102047}"/>
              </a:ext>
            </a:extLst>
          </p:cNvPr>
          <p:cNvCxnSpPr>
            <a:cxnSpLocks/>
          </p:cNvCxnSpPr>
          <p:nvPr/>
        </p:nvCxnSpPr>
        <p:spPr>
          <a:xfrm flipV="1">
            <a:off x="3408366" y="3682166"/>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1" name="직선 화살표 연결선 90">
            <a:extLst>
              <a:ext uri="{FF2B5EF4-FFF2-40B4-BE49-F238E27FC236}">
                <a16:creationId xmlns:a16="http://schemas.microsoft.com/office/drawing/2014/main" id="{ACAAA16D-160E-A4CE-88C1-846BBB7A88D3}"/>
              </a:ext>
            </a:extLst>
          </p:cNvPr>
          <p:cNvCxnSpPr>
            <a:cxnSpLocks/>
          </p:cNvCxnSpPr>
          <p:nvPr/>
        </p:nvCxnSpPr>
        <p:spPr>
          <a:xfrm flipV="1">
            <a:off x="5461004" y="3684947"/>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3" name="직선 연결선 92">
            <a:extLst>
              <a:ext uri="{FF2B5EF4-FFF2-40B4-BE49-F238E27FC236}">
                <a16:creationId xmlns:a16="http://schemas.microsoft.com/office/drawing/2014/main" id="{F34C852B-3DFB-85A0-F1E7-C4535FF68380}"/>
              </a:ext>
            </a:extLst>
          </p:cNvPr>
          <p:cNvCxnSpPr>
            <a:cxnSpLocks/>
          </p:cNvCxnSpPr>
          <p:nvPr/>
        </p:nvCxnSpPr>
        <p:spPr>
          <a:xfrm>
            <a:off x="6177630" y="3456093"/>
            <a:ext cx="68264"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5" name="직선 화살표 연결선 94">
            <a:extLst>
              <a:ext uri="{FF2B5EF4-FFF2-40B4-BE49-F238E27FC236}">
                <a16:creationId xmlns:a16="http://schemas.microsoft.com/office/drawing/2014/main" id="{0ABB5FA2-1BB3-7DC7-8154-400E6AA49B5D}"/>
              </a:ext>
            </a:extLst>
          </p:cNvPr>
          <p:cNvCxnSpPr>
            <a:cxnSpLocks/>
          </p:cNvCxnSpPr>
          <p:nvPr/>
        </p:nvCxnSpPr>
        <p:spPr>
          <a:xfrm>
            <a:off x="6241990" y="3062206"/>
            <a:ext cx="346929"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8" name="직선 화살표 연결선 97">
            <a:extLst>
              <a:ext uri="{FF2B5EF4-FFF2-40B4-BE49-F238E27FC236}">
                <a16:creationId xmlns:a16="http://schemas.microsoft.com/office/drawing/2014/main" id="{944AF29A-54E9-26C3-42EC-605A0321080B}"/>
              </a:ext>
            </a:extLst>
          </p:cNvPr>
          <p:cNvCxnSpPr>
            <a:cxnSpLocks/>
          </p:cNvCxnSpPr>
          <p:nvPr/>
        </p:nvCxnSpPr>
        <p:spPr>
          <a:xfrm flipH="1">
            <a:off x="2918290" y="2983288"/>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 name="직선 화살표 연결선 5">
            <a:extLst>
              <a:ext uri="{FF2B5EF4-FFF2-40B4-BE49-F238E27FC236}">
                <a16:creationId xmlns:a16="http://schemas.microsoft.com/office/drawing/2014/main" id="{D8A81068-4783-4A25-E33A-D908C6569211}"/>
              </a:ext>
            </a:extLst>
          </p:cNvPr>
          <p:cNvCxnSpPr>
            <a:cxnSpLocks/>
          </p:cNvCxnSpPr>
          <p:nvPr/>
        </p:nvCxnSpPr>
        <p:spPr>
          <a:xfrm flipH="1">
            <a:off x="704850" y="2380040"/>
            <a:ext cx="2000251"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2" name="직선 화살표 연결선 11">
            <a:extLst>
              <a:ext uri="{FF2B5EF4-FFF2-40B4-BE49-F238E27FC236}">
                <a16:creationId xmlns:a16="http://schemas.microsoft.com/office/drawing/2014/main" id="{C4C4DD39-3D0B-E62D-40F5-69A162A67317}"/>
              </a:ext>
            </a:extLst>
          </p:cNvPr>
          <p:cNvCxnSpPr>
            <a:cxnSpLocks/>
          </p:cNvCxnSpPr>
          <p:nvPr/>
        </p:nvCxnSpPr>
        <p:spPr>
          <a:xfrm>
            <a:off x="1667075" y="2380040"/>
            <a:ext cx="0" cy="25097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6" name="직선 화살표 연결선 15">
            <a:extLst>
              <a:ext uri="{FF2B5EF4-FFF2-40B4-BE49-F238E27FC236}">
                <a16:creationId xmlns:a16="http://schemas.microsoft.com/office/drawing/2014/main" id="{E2B32B15-B62F-3DFC-FBB7-54F378A02FAF}"/>
              </a:ext>
            </a:extLst>
          </p:cNvPr>
          <p:cNvCxnSpPr>
            <a:cxnSpLocks/>
          </p:cNvCxnSpPr>
          <p:nvPr/>
        </p:nvCxnSpPr>
        <p:spPr>
          <a:xfrm flipH="1">
            <a:off x="1568417" y="2628629"/>
            <a:ext cx="10616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3" name="직선 화살표 연결선 22">
            <a:extLst>
              <a:ext uri="{FF2B5EF4-FFF2-40B4-BE49-F238E27FC236}">
                <a16:creationId xmlns:a16="http://schemas.microsoft.com/office/drawing/2014/main" id="{6EC01216-D744-5809-D057-1C9392B29360}"/>
              </a:ext>
            </a:extLst>
          </p:cNvPr>
          <p:cNvCxnSpPr>
            <a:cxnSpLocks/>
          </p:cNvCxnSpPr>
          <p:nvPr/>
        </p:nvCxnSpPr>
        <p:spPr>
          <a:xfrm flipH="1">
            <a:off x="1758950" y="2891215"/>
            <a:ext cx="29845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6" name="직선 화살표 연결선 25">
            <a:extLst>
              <a:ext uri="{FF2B5EF4-FFF2-40B4-BE49-F238E27FC236}">
                <a16:creationId xmlns:a16="http://schemas.microsoft.com/office/drawing/2014/main" id="{1117813F-BA7C-8985-DB6E-D75742E66032}"/>
              </a:ext>
            </a:extLst>
          </p:cNvPr>
          <p:cNvCxnSpPr>
            <a:cxnSpLocks/>
          </p:cNvCxnSpPr>
          <p:nvPr/>
        </p:nvCxnSpPr>
        <p:spPr>
          <a:xfrm>
            <a:off x="1758950" y="2891215"/>
            <a:ext cx="0" cy="2889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8" name="직선 화살표 연결선 27">
            <a:extLst>
              <a:ext uri="{FF2B5EF4-FFF2-40B4-BE49-F238E27FC236}">
                <a16:creationId xmlns:a16="http://schemas.microsoft.com/office/drawing/2014/main" id="{C143CF12-5D1E-9AA5-0837-D6711B29B7F2}"/>
              </a:ext>
            </a:extLst>
          </p:cNvPr>
          <p:cNvCxnSpPr>
            <a:cxnSpLocks/>
          </p:cNvCxnSpPr>
          <p:nvPr/>
        </p:nvCxnSpPr>
        <p:spPr>
          <a:xfrm>
            <a:off x="1758886" y="3180140"/>
            <a:ext cx="96123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0778318"/>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0675F-7EB9-E1AB-597D-C7CD0DAB0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10D2B-C35E-A421-211A-4C3D736B626B}"/>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sp>
        <p:nvSpPr>
          <p:cNvPr id="11" name="Text Placeholder 2">
            <a:extLst>
              <a:ext uri="{FF2B5EF4-FFF2-40B4-BE49-F238E27FC236}">
                <a16:creationId xmlns:a16="http://schemas.microsoft.com/office/drawing/2014/main" id="{C01B197D-1987-7FAA-394D-416C2EE19A8D}"/>
              </a:ext>
            </a:extLst>
          </p:cNvPr>
          <p:cNvSpPr>
            <a:spLocks noGrp="1"/>
          </p:cNvSpPr>
          <p:nvPr>
            <p:ph type="body" sz="quarter" idx="10"/>
          </p:nvPr>
        </p:nvSpPr>
        <p:spPr>
          <a:xfrm>
            <a:off x="5513901" y="2469335"/>
            <a:ext cx="3630099" cy="2326821"/>
          </a:xfrm>
        </p:spPr>
        <p:txBody>
          <a:bodyPr>
            <a:normAutofit/>
          </a:bodyPr>
          <a:lstStyle/>
          <a:p>
            <a:pPr marL="0" indent="0">
              <a:spcAft>
                <a:spcPts val="1000"/>
              </a:spcAft>
              <a:buNone/>
            </a:pPr>
            <a:r>
              <a:rPr lang="en-US" altLang="ko-KR" sz="1600" dirty="0"/>
              <a:t>As standard, the engine is equipped with an electric driven pre </a:t>
            </a:r>
            <a:r>
              <a:rPr lang="en-US" altLang="ko-KR" sz="1600" dirty="0" err="1"/>
              <a:t>lub</a:t>
            </a:r>
            <a:r>
              <a:rPr lang="en-US" altLang="ko-KR" sz="1600" dirty="0"/>
              <a:t>. pump mounted parallel to the main pump.</a:t>
            </a:r>
          </a:p>
          <a:p>
            <a:pPr marL="0" indent="0">
              <a:spcAft>
                <a:spcPts val="1000"/>
              </a:spcAft>
              <a:buNone/>
            </a:pPr>
            <a:r>
              <a:rPr lang="en-US" altLang="ko-KR" sz="1600" dirty="0"/>
              <a:t>The pump must be arranged for automatic operation, ensuring stand-still of the pre lubricating pump when the engine is running, and running during engine stand-still in stand-by position.</a:t>
            </a:r>
          </a:p>
        </p:txBody>
      </p:sp>
      <p:pic>
        <p:nvPicPr>
          <p:cNvPr id="38" name="그림 37">
            <a:extLst>
              <a:ext uri="{FF2B5EF4-FFF2-40B4-BE49-F238E27FC236}">
                <a16:creationId xmlns:a16="http://schemas.microsoft.com/office/drawing/2014/main" id="{D7F1EE3B-BD99-0599-E33B-BC8F7B85BDB6}"/>
              </a:ext>
            </a:extLst>
          </p:cNvPr>
          <p:cNvPicPr>
            <a:picLocks noChangeAspect="1"/>
          </p:cNvPicPr>
          <p:nvPr/>
        </p:nvPicPr>
        <p:blipFill>
          <a:blip r:embed="rId3"/>
          <a:stretch>
            <a:fillRect/>
          </a:stretch>
        </p:blipFill>
        <p:spPr>
          <a:xfrm>
            <a:off x="313497" y="1358310"/>
            <a:ext cx="5033357" cy="3039692"/>
          </a:xfrm>
          <a:prstGeom prst="rect">
            <a:avLst/>
          </a:prstGeom>
        </p:spPr>
      </p:pic>
      <p:pic>
        <p:nvPicPr>
          <p:cNvPr id="8194" name="Picture 2" descr="IMO ACD 025N6 IVBP Triple screw pump 0.5kW electric Motor - Refurbishe –  Amin Corporation">
            <a:extLst>
              <a:ext uri="{FF2B5EF4-FFF2-40B4-BE49-F238E27FC236}">
                <a16:creationId xmlns:a16="http://schemas.microsoft.com/office/drawing/2014/main" id="{57E00622-D758-1A04-A132-744F6B5EC2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3264" y="83819"/>
            <a:ext cx="3111652" cy="233373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직선 화살표 연결선 2">
            <a:extLst>
              <a:ext uri="{FF2B5EF4-FFF2-40B4-BE49-F238E27FC236}">
                <a16:creationId xmlns:a16="http://schemas.microsoft.com/office/drawing/2014/main" id="{F95AF65E-E8CD-305F-F392-C2CEAC6AA8C2}"/>
              </a:ext>
            </a:extLst>
          </p:cNvPr>
          <p:cNvCxnSpPr>
            <a:cxnSpLocks/>
          </p:cNvCxnSpPr>
          <p:nvPr/>
        </p:nvCxnSpPr>
        <p:spPr>
          <a:xfrm flipH="1">
            <a:off x="7879559" y="908050"/>
            <a:ext cx="350041" cy="38660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 name="직선 화살표 연결선 3">
            <a:extLst>
              <a:ext uri="{FF2B5EF4-FFF2-40B4-BE49-F238E27FC236}">
                <a16:creationId xmlns:a16="http://schemas.microsoft.com/office/drawing/2014/main" id="{C21D2E5B-39B8-EDD7-772F-F831A79FE86A}"/>
              </a:ext>
            </a:extLst>
          </p:cNvPr>
          <p:cNvCxnSpPr>
            <a:cxnSpLocks/>
          </p:cNvCxnSpPr>
          <p:nvPr/>
        </p:nvCxnSpPr>
        <p:spPr>
          <a:xfrm flipV="1">
            <a:off x="7423629" y="647700"/>
            <a:ext cx="380521" cy="38224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5" name="Text Placeholder 2">
            <a:extLst>
              <a:ext uri="{FF2B5EF4-FFF2-40B4-BE49-F238E27FC236}">
                <a16:creationId xmlns:a16="http://schemas.microsoft.com/office/drawing/2014/main" id="{ACBC7C86-0154-11D2-737F-9FF6DAFE4876}"/>
              </a:ext>
            </a:extLst>
          </p:cNvPr>
          <p:cNvSpPr txBox="1">
            <a:spLocks/>
          </p:cNvSpPr>
          <p:nvPr/>
        </p:nvSpPr>
        <p:spPr>
          <a:xfrm>
            <a:off x="7986762" y="706282"/>
            <a:ext cx="565542"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Flow in</a:t>
            </a:r>
          </a:p>
        </p:txBody>
      </p:sp>
      <p:sp>
        <p:nvSpPr>
          <p:cNvPr id="6" name="Text Placeholder 2">
            <a:extLst>
              <a:ext uri="{FF2B5EF4-FFF2-40B4-BE49-F238E27FC236}">
                <a16:creationId xmlns:a16="http://schemas.microsoft.com/office/drawing/2014/main" id="{E98C360F-A1F9-3A44-5001-CA6D96F2611D}"/>
              </a:ext>
            </a:extLst>
          </p:cNvPr>
          <p:cNvSpPr txBox="1">
            <a:spLocks/>
          </p:cNvSpPr>
          <p:nvPr/>
        </p:nvSpPr>
        <p:spPr>
          <a:xfrm>
            <a:off x="7549319" y="436709"/>
            <a:ext cx="649362"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Flow out</a:t>
            </a:r>
          </a:p>
        </p:txBody>
      </p:sp>
    </p:spTree>
    <p:extLst>
      <p:ext uri="{BB962C8B-B14F-4D97-AF65-F5344CB8AC3E}">
        <p14:creationId xmlns:p14="http://schemas.microsoft.com/office/powerpoint/2010/main" val="1724374389"/>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74D68-D440-23E1-913B-7877006CD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2C12D-40CA-8527-C372-202161E9BC3C}"/>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sp>
        <p:nvSpPr>
          <p:cNvPr id="11" name="Text Placeholder 2">
            <a:extLst>
              <a:ext uri="{FF2B5EF4-FFF2-40B4-BE49-F238E27FC236}">
                <a16:creationId xmlns:a16="http://schemas.microsoft.com/office/drawing/2014/main" id="{541D4295-4BE2-F328-225C-66952B490A9F}"/>
              </a:ext>
            </a:extLst>
          </p:cNvPr>
          <p:cNvSpPr>
            <a:spLocks noGrp="1"/>
          </p:cNvSpPr>
          <p:nvPr>
            <p:ph type="body" sz="quarter" idx="10"/>
          </p:nvPr>
        </p:nvSpPr>
        <p:spPr>
          <a:xfrm>
            <a:off x="5513901" y="1339915"/>
            <a:ext cx="3630099" cy="3039692"/>
          </a:xfrm>
        </p:spPr>
        <p:txBody>
          <a:bodyPr>
            <a:normAutofit/>
          </a:bodyPr>
          <a:lstStyle/>
          <a:p>
            <a:pPr marL="0" indent="0">
              <a:spcAft>
                <a:spcPts val="1000"/>
              </a:spcAft>
              <a:buNone/>
            </a:pPr>
            <a:r>
              <a:rPr lang="en-US" altLang="ko-KR" sz="1600" dirty="0"/>
              <a:t>Running period of the pre lubricating pump is preferably to be continuous. If intermittent running is required for energy saving purpose, the timing equipment should be set for shortest possible intervals, say 2 minutes of running, 10 minutes of stand-still, etc. </a:t>
            </a:r>
          </a:p>
          <a:p>
            <a:pPr marL="0" indent="0">
              <a:spcAft>
                <a:spcPts val="1000"/>
              </a:spcAft>
              <a:buNone/>
            </a:pPr>
            <a:r>
              <a:rPr lang="en-US" altLang="ko-KR" sz="1600" dirty="0"/>
              <a:t>Further, it is recommended that the pre </a:t>
            </a:r>
            <a:r>
              <a:rPr lang="en-US" altLang="ko-KR" sz="1600" dirty="0" err="1"/>
              <a:t>lub</a:t>
            </a:r>
            <a:r>
              <a:rPr lang="en-US" altLang="ko-KR" sz="1600" dirty="0"/>
              <a:t>. pump is led from the emergency switch board thus securing that the engine is not started without pre lubrication.</a:t>
            </a:r>
            <a:endParaRPr lang="en-US" sz="1600" dirty="0">
              <a:solidFill>
                <a:srgbClr val="000000"/>
              </a:solidFill>
            </a:endParaRPr>
          </a:p>
        </p:txBody>
      </p:sp>
      <p:pic>
        <p:nvPicPr>
          <p:cNvPr id="38" name="그림 37">
            <a:extLst>
              <a:ext uri="{FF2B5EF4-FFF2-40B4-BE49-F238E27FC236}">
                <a16:creationId xmlns:a16="http://schemas.microsoft.com/office/drawing/2014/main" id="{B6BB6587-7D2D-DF5E-C8AE-F4B00E516FA1}"/>
              </a:ext>
            </a:extLst>
          </p:cNvPr>
          <p:cNvPicPr>
            <a:picLocks noChangeAspect="1"/>
          </p:cNvPicPr>
          <p:nvPr/>
        </p:nvPicPr>
        <p:blipFill>
          <a:blip r:embed="rId3"/>
          <a:stretch>
            <a:fillRect/>
          </a:stretch>
        </p:blipFill>
        <p:spPr>
          <a:xfrm>
            <a:off x="313497" y="1358310"/>
            <a:ext cx="5033357" cy="3039692"/>
          </a:xfrm>
          <a:prstGeom prst="rect">
            <a:avLst/>
          </a:prstGeom>
        </p:spPr>
      </p:pic>
    </p:spTree>
    <p:extLst>
      <p:ext uri="{BB962C8B-B14F-4D97-AF65-F5344CB8AC3E}">
        <p14:creationId xmlns:p14="http://schemas.microsoft.com/office/powerpoint/2010/main" val="2468323292"/>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E34B4-2E03-612C-4FCF-B35149D36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90C16-61CF-FB06-76A4-52F5650974D5}"/>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sp>
        <p:nvSpPr>
          <p:cNvPr id="11" name="Text Placeholder 2">
            <a:extLst>
              <a:ext uri="{FF2B5EF4-FFF2-40B4-BE49-F238E27FC236}">
                <a16:creationId xmlns:a16="http://schemas.microsoft.com/office/drawing/2014/main" id="{6D60B797-8803-9962-556D-9ADD6AF8C4F8}"/>
              </a:ext>
            </a:extLst>
          </p:cNvPr>
          <p:cNvSpPr>
            <a:spLocks noGrp="1"/>
          </p:cNvSpPr>
          <p:nvPr>
            <p:ph type="body" sz="quarter" idx="10"/>
          </p:nvPr>
        </p:nvSpPr>
        <p:spPr>
          <a:xfrm>
            <a:off x="5513901" y="1297981"/>
            <a:ext cx="3630099" cy="3039692"/>
          </a:xfrm>
        </p:spPr>
        <p:txBody>
          <a:bodyPr>
            <a:normAutofit fontScale="92500" lnSpcReduction="10000"/>
          </a:bodyPr>
          <a:lstStyle/>
          <a:p>
            <a:pPr marL="0" indent="0">
              <a:spcAft>
                <a:spcPts val="1000"/>
              </a:spcAft>
              <a:buNone/>
            </a:pPr>
            <a:r>
              <a:rPr lang="en-US" altLang="ko-KR" sz="1600" dirty="0"/>
              <a:t>The pre-lubricating pump must always be operated while the G/E is stopped to supply lubricating oil to each part of the G/E.</a:t>
            </a:r>
            <a:endParaRPr lang="en-US" sz="1600" dirty="0">
              <a:solidFill>
                <a:srgbClr val="000000"/>
              </a:solidFill>
            </a:endParaRPr>
          </a:p>
          <a:p>
            <a:pPr marL="0" indent="0">
              <a:spcAft>
                <a:spcPts val="1000"/>
              </a:spcAft>
              <a:buNone/>
            </a:pPr>
            <a:r>
              <a:rPr lang="en-US" sz="1600" dirty="0">
                <a:solidFill>
                  <a:srgbClr val="000000"/>
                </a:solidFill>
              </a:rPr>
              <a:t>If the G/E is started without the pre-lubricating pump running, the crankshaft and bearings (connecting rod bearings and main bearings) will suffer severe damage, making it impossible to operate the G/E any longer.</a:t>
            </a:r>
          </a:p>
          <a:p>
            <a:pPr marL="0" indent="0">
              <a:spcAft>
                <a:spcPts val="1000"/>
              </a:spcAft>
              <a:buNone/>
            </a:pPr>
            <a:r>
              <a:rPr lang="en-US" altLang="ko-KR" sz="1600" dirty="0"/>
              <a:t>2nd marine engineer must check that the L.O pressure of G/E is not zero (due to running of pre-lubricating pump) before starting G/E.</a:t>
            </a:r>
          </a:p>
        </p:txBody>
      </p:sp>
      <p:pic>
        <p:nvPicPr>
          <p:cNvPr id="38" name="그림 37">
            <a:extLst>
              <a:ext uri="{FF2B5EF4-FFF2-40B4-BE49-F238E27FC236}">
                <a16:creationId xmlns:a16="http://schemas.microsoft.com/office/drawing/2014/main" id="{7D763D49-A923-62B1-A94C-CAD72F52CD41}"/>
              </a:ext>
            </a:extLst>
          </p:cNvPr>
          <p:cNvPicPr>
            <a:picLocks noChangeAspect="1"/>
          </p:cNvPicPr>
          <p:nvPr/>
        </p:nvPicPr>
        <p:blipFill>
          <a:blip r:embed="rId3"/>
          <a:stretch>
            <a:fillRect/>
          </a:stretch>
        </p:blipFill>
        <p:spPr>
          <a:xfrm>
            <a:off x="313497" y="1358310"/>
            <a:ext cx="5033357" cy="3039692"/>
          </a:xfrm>
          <a:prstGeom prst="rect">
            <a:avLst/>
          </a:prstGeom>
        </p:spPr>
      </p:pic>
    </p:spTree>
    <p:extLst>
      <p:ext uri="{BB962C8B-B14F-4D97-AF65-F5344CB8AC3E}">
        <p14:creationId xmlns:p14="http://schemas.microsoft.com/office/powerpoint/2010/main" val="1570444707"/>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F2D3F-9479-D6EF-1309-400EC2F793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6B41B-15C2-3E48-829F-A68DCE14ED1D}"/>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pic>
        <p:nvPicPr>
          <p:cNvPr id="6" name="그림 5">
            <a:extLst>
              <a:ext uri="{FF2B5EF4-FFF2-40B4-BE49-F238E27FC236}">
                <a16:creationId xmlns:a16="http://schemas.microsoft.com/office/drawing/2014/main" id="{A979B1F0-26D5-E7F5-4E33-55692B2C2E3A}"/>
              </a:ext>
            </a:extLst>
          </p:cNvPr>
          <p:cNvPicPr>
            <a:picLocks noChangeAspect="1"/>
          </p:cNvPicPr>
          <p:nvPr/>
        </p:nvPicPr>
        <p:blipFill>
          <a:blip r:embed="rId3"/>
          <a:stretch>
            <a:fillRect/>
          </a:stretch>
        </p:blipFill>
        <p:spPr>
          <a:xfrm>
            <a:off x="410561" y="929640"/>
            <a:ext cx="3068161" cy="4107180"/>
          </a:xfrm>
          <a:prstGeom prst="rect">
            <a:avLst/>
          </a:prstGeom>
        </p:spPr>
      </p:pic>
      <p:pic>
        <p:nvPicPr>
          <p:cNvPr id="8" name="그림 7">
            <a:extLst>
              <a:ext uri="{FF2B5EF4-FFF2-40B4-BE49-F238E27FC236}">
                <a16:creationId xmlns:a16="http://schemas.microsoft.com/office/drawing/2014/main" id="{08742E8C-D2CB-C09D-CE56-5B8590FEABAA}"/>
              </a:ext>
            </a:extLst>
          </p:cNvPr>
          <p:cNvPicPr>
            <a:picLocks noChangeAspect="1"/>
          </p:cNvPicPr>
          <p:nvPr/>
        </p:nvPicPr>
        <p:blipFill>
          <a:blip r:embed="rId4"/>
          <a:stretch>
            <a:fillRect/>
          </a:stretch>
        </p:blipFill>
        <p:spPr>
          <a:xfrm>
            <a:off x="3767094" y="929640"/>
            <a:ext cx="1954782" cy="4107180"/>
          </a:xfrm>
          <a:prstGeom prst="rect">
            <a:avLst/>
          </a:prstGeom>
        </p:spPr>
      </p:pic>
      <p:cxnSp>
        <p:nvCxnSpPr>
          <p:cNvPr id="9" name="직선 화살표 연결선 8">
            <a:extLst>
              <a:ext uri="{FF2B5EF4-FFF2-40B4-BE49-F238E27FC236}">
                <a16:creationId xmlns:a16="http://schemas.microsoft.com/office/drawing/2014/main" id="{2D0684A7-EBC7-5590-16AF-CEE863DDDFF2}"/>
              </a:ext>
            </a:extLst>
          </p:cNvPr>
          <p:cNvCxnSpPr>
            <a:cxnSpLocks/>
          </p:cNvCxnSpPr>
          <p:nvPr/>
        </p:nvCxnSpPr>
        <p:spPr>
          <a:xfrm>
            <a:off x="2304259" y="982980"/>
            <a:ext cx="0" cy="31855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2" name="직선 화살표 연결선 11">
            <a:extLst>
              <a:ext uri="{FF2B5EF4-FFF2-40B4-BE49-F238E27FC236}">
                <a16:creationId xmlns:a16="http://schemas.microsoft.com/office/drawing/2014/main" id="{95E13211-6CB5-F522-551F-C8C093A9C61D}"/>
              </a:ext>
            </a:extLst>
          </p:cNvPr>
          <p:cNvCxnSpPr>
            <a:cxnSpLocks/>
          </p:cNvCxnSpPr>
          <p:nvPr/>
        </p:nvCxnSpPr>
        <p:spPr>
          <a:xfrm flipV="1">
            <a:off x="1626079" y="976103"/>
            <a:ext cx="0" cy="31855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3" name="Text Placeholder 2">
            <a:extLst>
              <a:ext uri="{FF2B5EF4-FFF2-40B4-BE49-F238E27FC236}">
                <a16:creationId xmlns:a16="http://schemas.microsoft.com/office/drawing/2014/main" id="{B953922B-BE0F-3BCB-BD1A-2ACE35CCC871}"/>
              </a:ext>
            </a:extLst>
          </p:cNvPr>
          <p:cNvSpPr txBox="1">
            <a:spLocks/>
          </p:cNvSpPr>
          <p:nvPr/>
        </p:nvSpPr>
        <p:spPr>
          <a:xfrm>
            <a:off x="2022649" y="771371"/>
            <a:ext cx="565542"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Flow in</a:t>
            </a:r>
          </a:p>
        </p:txBody>
      </p:sp>
      <p:sp>
        <p:nvSpPr>
          <p:cNvPr id="14" name="Text Placeholder 2">
            <a:extLst>
              <a:ext uri="{FF2B5EF4-FFF2-40B4-BE49-F238E27FC236}">
                <a16:creationId xmlns:a16="http://schemas.microsoft.com/office/drawing/2014/main" id="{92E14B62-DB7A-6C71-FC8C-DF0E344F6370}"/>
              </a:ext>
            </a:extLst>
          </p:cNvPr>
          <p:cNvSpPr txBox="1">
            <a:spLocks/>
          </p:cNvSpPr>
          <p:nvPr/>
        </p:nvSpPr>
        <p:spPr>
          <a:xfrm>
            <a:off x="1295279" y="771372"/>
            <a:ext cx="649362"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Flow out</a:t>
            </a:r>
          </a:p>
        </p:txBody>
      </p:sp>
      <p:grpSp>
        <p:nvGrpSpPr>
          <p:cNvPr id="23" name="그룹 22">
            <a:extLst>
              <a:ext uri="{FF2B5EF4-FFF2-40B4-BE49-F238E27FC236}">
                <a16:creationId xmlns:a16="http://schemas.microsoft.com/office/drawing/2014/main" id="{3137F466-720D-9201-B6E2-F80F0D41AC19}"/>
              </a:ext>
            </a:extLst>
          </p:cNvPr>
          <p:cNvGrpSpPr/>
          <p:nvPr/>
        </p:nvGrpSpPr>
        <p:grpSpPr>
          <a:xfrm>
            <a:off x="4968084" y="976103"/>
            <a:ext cx="4196540" cy="4060718"/>
            <a:chOff x="4968084" y="976103"/>
            <a:chExt cx="4196540" cy="4060718"/>
          </a:xfrm>
        </p:grpSpPr>
        <p:pic>
          <p:nvPicPr>
            <p:cNvPr id="4" name="그림 3">
              <a:extLst>
                <a:ext uri="{FF2B5EF4-FFF2-40B4-BE49-F238E27FC236}">
                  <a16:creationId xmlns:a16="http://schemas.microsoft.com/office/drawing/2014/main" id="{15EF905C-565E-26CE-563F-064A5D11E520}"/>
                </a:ext>
              </a:extLst>
            </p:cNvPr>
            <p:cNvPicPr>
              <a:picLocks noChangeAspect="1"/>
            </p:cNvPicPr>
            <p:nvPr/>
          </p:nvPicPr>
          <p:blipFill>
            <a:blip r:embed="rId5"/>
            <a:stretch>
              <a:fillRect/>
            </a:stretch>
          </p:blipFill>
          <p:spPr>
            <a:xfrm>
              <a:off x="4968084" y="976103"/>
              <a:ext cx="4175916" cy="4060718"/>
            </a:xfrm>
            <a:prstGeom prst="rect">
              <a:avLst/>
            </a:prstGeom>
          </p:spPr>
        </p:pic>
        <p:sp>
          <p:nvSpPr>
            <p:cNvPr id="10" name="Text Placeholder 2">
              <a:extLst>
                <a:ext uri="{FF2B5EF4-FFF2-40B4-BE49-F238E27FC236}">
                  <a16:creationId xmlns:a16="http://schemas.microsoft.com/office/drawing/2014/main" id="{E5DBB9B1-D8A3-582E-10B3-4572A9B8AE4E}"/>
                </a:ext>
              </a:extLst>
            </p:cNvPr>
            <p:cNvSpPr txBox="1">
              <a:spLocks/>
            </p:cNvSpPr>
            <p:nvPr/>
          </p:nvSpPr>
          <p:spPr>
            <a:xfrm>
              <a:off x="8337824" y="3047712"/>
              <a:ext cx="826800"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Power rotor</a:t>
              </a:r>
            </a:p>
          </p:txBody>
        </p:sp>
        <p:sp>
          <p:nvSpPr>
            <p:cNvPr id="11" name="Text Placeholder 2">
              <a:extLst>
                <a:ext uri="{FF2B5EF4-FFF2-40B4-BE49-F238E27FC236}">
                  <a16:creationId xmlns:a16="http://schemas.microsoft.com/office/drawing/2014/main" id="{D8C0814E-AE7D-F488-0638-CC701927B169}"/>
                </a:ext>
              </a:extLst>
            </p:cNvPr>
            <p:cNvSpPr txBox="1">
              <a:spLocks/>
            </p:cNvSpPr>
            <p:nvPr/>
          </p:nvSpPr>
          <p:spPr>
            <a:xfrm>
              <a:off x="8324074" y="2856731"/>
              <a:ext cx="725449"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Idler rotor</a:t>
              </a:r>
            </a:p>
          </p:txBody>
        </p:sp>
        <p:sp>
          <p:nvSpPr>
            <p:cNvPr id="15" name="Text Placeholder 2">
              <a:extLst>
                <a:ext uri="{FF2B5EF4-FFF2-40B4-BE49-F238E27FC236}">
                  <a16:creationId xmlns:a16="http://schemas.microsoft.com/office/drawing/2014/main" id="{B052CE1C-39F2-78DC-E396-F6BB49C3A717}"/>
                </a:ext>
              </a:extLst>
            </p:cNvPr>
            <p:cNvSpPr txBox="1">
              <a:spLocks/>
            </p:cNvSpPr>
            <p:nvPr/>
          </p:nvSpPr>
          <p:spPr>
            <a:xfrm>
              <a:off x="8324073" y="3464049"/>
              <a:ext cx="725449"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Idler rotor</a:t>
              </a:r>
            </a:p>
          </p:txBody>
        </p:sp>
      </p:grpSp>
      <p:cxnSp>
        <p:nvCxnSpPr>
          <p:cNvPr id="17" name="직선 화살표 연결선 16">
            <a:extLst>
              <a:ext uri="{FF2B5EF4-FFF2-40B4-BE49-F238E27FC236}">
                <a16:creationId xmlns:a16="http://schemas.microsoft.com/office/drawing/2014/main" id="{BF676ED9-255B-193B-8D94-7B2D7D569C22}"/>
              </a:ext>
            </a:extLst>
          </p:cNvPr>
          <p:cNvCxnSpPr>
            <a:cxnSpLocks/>
          </p:cNvCxnSpPr>
          <p:nvPr/>
        </p:nvCxnSpPr>
        <p:spPr>
          <a:xfrm flipH="1">
            <a:off x="2697959" y="1416050"/>
            <a:ext cx="470691" cy="78718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F67DF4C9-00F1-62FB-0566-DF9460E1E44E}"/>
              </a:ext>
            </a:extLst>
          </p:cNvPr>
          <p:cNvSpPr txBox="1">
            <a:spLocks/>
          </p:cNvSpPr>
          <p:nvPr/>
        </p:nvSpPr>
        <p:spPr>
          <a:xfrm>
            <a:off x="2962184" y="1064227"/>
            <a:ext cx="462780" cy="351823"/>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Idler rotor</a:t>
            </a:r>
          </a:p>
        </p:txBody>
      </p:sp>
      <p:cxnSp>
        <p:nvCxnSpPr>
          <p:cNvPr id="20" name="직선 화살표 연결선 19">
            <a:extLst>
              <a:ext uri="{FF2B5EF4-FFF2-40B4-BE49-F238E27FC236}">
                <a16:creationId xmlns:a16="http://schemas.microsoft.com/office/drawing/2014/main" id="{81B25625-5012-A9FD-A300-DA5F67D2E9C4}"/>
              </a:ext>
            </a:extLst>
          </p:cNvPr>
          <p:cNvCxnSpPr>
            <a:cxnSpLocks/>
          </p:cNvCxnSpPr>
          <p:nvPr/>
        </p:nvCxnSpPr>
        <p:spPr>
          <a:xfrm flipV="1">
            <a:off x="1944641" y="2476953"/>
            <a:ext cx="0" cy="108946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2" name="Text Placeholder 2">
            <a:extLst>
              <a:ext uri="{FF2B5EF4-FFF2-40B4-BE49-F238E27FC236}">
                <a16:creationId xmlns:a16="http://schemas.microsoft.com/office/drawing/2014/main" id="{4036816E-B5A8-62CF-C2AE-7343754200B3}"/>
              </a:ext>
            </a:extLst>
          </p:cNvPr>
          <p:cNvSpPr txBox="1">
            <a:spLocks/>
          </p:cNvSpPr>
          <p:nvPr/>
        </p:nvSpPr>
        <p:spPr>
          <a:xfrm>
            <a:off x="1661870" y="3572552"/>
            <a:ext cx="565542"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Power rotor</a:t>
            </a:r>
          </a:p>
        </p:txBody>
      </p:sp>
    </p:spTree>
    <p:extLst>
      <p:ext uri="{BB962C8B-B14F-4D97-AF65-F5344CB8AC3E}">
        <p14:creationId xmlns:p14="http://schemas.microsoft.com/office/powerpoint/2010/main" val="2132255286"/>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665DE-7A49-8D80-7236-984CC67FFE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79175-477D-72B1-E445-A7AC1C76E4BB}"/>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sp>
        <p:nvSpPr>
          <p:cNvPr id="3" name="Text Placeholder 2">
            <a:extLst>
              <a:ext uri="{FF2B5EF4-FFF2-40B4-BE49-F238E27FC236}">
                <a16:creationId xmlns:a16="http://schemas.microsoft.com/office/drawing/2014/main" id="{37C9453B-9703-E706-EAB1-C909B6C8A61E}"/>
              </a:ext>
            </a:extLst>
          </p:cNvPr>
          <p:cNvSpPr>
            <a:spLocks noGrp="1"/>
          </p:cNvSpPr>
          <p:nvPr>
            <p:ph type="body" sz="quarter" idx="10"/>
          </p:nvPr>
        </p:nvSpPr>
        <p:spPr>
          <a:xfrm>
            <a:off x="433137" y="1146726"/>
            <a:ext cx="4090737" cy="3597153"/>
          </a:xfrm>
        </p:spPr>
        <p:txBody>
          <a:bodyPr>
            <a:normAutofit lnSpcReduction="10000"/>
          </a:bodyPr>
          <a:lstStyle/>
          <a:p>
            <a:pPr marL="0" indent="0">
              <a:spcAft>
                <a:spcPts val="1000"/>
              </a:spcAft>
              <a:buNone/>
            </a:pPr>
            <a:r>
              <a:rPr lang="en-US" altLang="ko-KR" sz="1600" b="1" dirty="0"/>
              <a:t>Driving Screw (Power Rotor)</a:t>
            </a:r>
          </a:p>
          <a:p>
            <a:pPr marL="0" indent="0">
              <a:spcAft>
                <a:spcPts val="1000"/>
              </a:spcAft>
              <a:buNone/>
            </a:pPr>
            <a:r>
              <a:rPr lang="en-US" altLang="ko-KR" sz="1600" dirty="0"/>
              <a:t>A central screw that rotates directly connected to a motor.</a:t>
            </a:r>
          </a:p>
          <a:p>
            <a:pPr marL="0" indent="0">
              <a:spcAft>
                <a:spcPts val="1000"/>
              </a:spcAft>
              <a:buNone/>
            </a:pPr>
            <a:endParaRPr lang="en-US" altLang="ko-KR" sz="1600" dirty="0"/>
          </a:p>
          <a:p>
            <a:pPr marL="0" indent="0">
              <a:spcAft>
                <a:spcPts val="1000"/>
              </a:spcAft>
              <a:buNone/>
            </a:pPr>
            <a:r>
              <a:rPr lang="en-US" altLang="ko-KR" sz="1600" b="1" dirty="0"/>
              <a:t>Driven Screws (Idler Rotors)</a:t>
            </a:r>
          </a:p>
          <a:p>
            <a:pPr marL="0" indent="0">
              <a:spcAft>
                <a:spcPts val="1000"/>
              </a:spcAft>
              <a:buNone/>
            </a:pPr>
            <a:r>
              <a:rPr lang="en-US" altLang="ko-KR" sz="1600" dirty="0"/>
              <a:t>Two auxiliary screws that mesh with the driving screw and rotate together.</a:t>
            </a:r>
          </a:p>
          <a:p>
            <a:pPr marL="0" indent="0">
              <a:spcAft>
                <a:spcPts val="1000"/>
              </a:spcAft>
              <a:buNone/>
            </a:pPr>
            <a:endParaRPr lang="en-US" altLang="ko-KR" sz="1600" dirty="0"/>
          </a:p>
          <a:p>
            <a:pPr marL="0" indent="0">
              <a:spcAft>
                <a:spcPts val="1000"/>
              </a:spcAft>
              <a:buNone/>
            </a:pPr>
            <a:r>
              <a:rPr lang="en-US" altLang="ko-KR" sz="1600" b="1" dirty="0"/>
              <a:t>Casing</a:t>
            </a:r>
          </a:p>
          <a:p>
            <a:pPr marL="0" indent="0">
              <a:spcAft>
                <a:spcPts val="1000"/>
              </a:spcAft>
              <a:buNone/>
            </a:pPr>
            <a:r>
              <a:rPr lang="en-US" altLang="ko-KR" sz="1600" dirty="0"/>
              <a:t>Encloses the screws and forms a fluid flow path.</a:t>
            </a:r>
          </a:p>
          <a:p>
            <a:pPr marL="0" indent="0">
              <a:spcAft>
                <a:spcPts val="1000"/>
              </a:spcAft>
              <a:buNone/>
            </a:pPr>
            <a:endParaRPr lang="en-US" altLang="ko-KR" sz="1600" dirty="0"/>
          </a:p>
        </p:txBody>
      </p:sp>
      <p:grpSp>
        <p:nvGrpSpPr>
          <p:cNvPr id="7" name="그룹 6">
            <a:extLst>
              <a:ext uri="{FF2B5EF4-FFF2-40B4-BE49-F238E27FC236}">
                <a16:creationId xmlns:a16="http://schemas.microsoft.com/office/drawing/2014/main" id="{C9F564AC-64F0-BA5A-6661-6CC3D9D4C7D2}"/>
              </a:ext>
            </a:extLst>
          </p:cNvPr>
          <p:cNvGrpSpPr/>
          <p:nvPr/>
        </p:nvGrpSpPr>
        <p:grpSpPr>
          <a:xfrm>
            <a:off x="4686205" y="976102"/>
            <a:ext cx="4196540" cy="4060718"/>
            <a:chOff x="4968084" y="976103"/>
            <a:chExt cx="4196540" cy="4060718"/>
          </a:xfrm>
        </p:grpSpPr>
        <p:pic>
          <p:nvPicPr>
            <p:cNvPr id="16" name="그림 15">
              <a:extLst>
                <a:ext uri="{FF2B5EF4-FFF2-40B4-BE49-F238E27FC236}">
                  <a16:creationId xmlns:a16="http://schemas.microsoft.com/office/drawing/2014/main" id="{4594CF47-90FE-EDDB-5223-3352683A8099}"/>
                </a:ext>
              </a:extLst>
            </p:cNvPr>
            <p:cNvPicPr>
              <a:picLocks noChangeAspect="1"/>
            </p:cNvPicPr>
            <p:nvPr/>
          </p:nvPicPr>
          <p:blipFill>
            <a:blip r:embed="rId3"/>
            <a:stretch>
              <a:fillRect/>
            </a:stretch>
          </p:blipFill>
          <p:spPr>
            <a:xfrm>
              <a:off x="4968084" y="976103"/>
              <a:ext cx="4175916" cy="4060718"/>
            </a:xfrm>
            <a:prstGeom prst="rect">
              <a:avLst/>
            </a:prstGeom>
          </p:spPr>
        </p:pic>
        <p:sp>
          <p:nvSpPr>
            <p:cNvPr id="18" name="Text Placeholder 2">
              <a:extLst>
                <a:ext uri="{FF2B5EF4-FFF2-40B4-BE49-F238E27FC236}">
                  <a16:creationId xmlns:a16="http://schemas.microsoft.com/office/drawing/2014/main" id="{C3D56C39-5E04-B4BD-89B9-9CB2F70FC262}"/>
                </a:ext>
              </a:extLst>
            </p:cNvPr>
            <p:cNvSpPr txBox="1">
              <a:spLocks/>
            </p:cNvSpPr>
            <p:nvPr/>
          </p:nvSpPr>
          <p:spPr>
            <a:xfrm>
              <a:off x="8337824" y="3047712"/>
              <a:ext cx="826800"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Power rotor</a:t>
              </a:r>
            </a:p>
          </p:txBody>
        </p:sp>
        <p:sp>
          <p:nvSpPr>
            <p:cNvPr id="21" name="Text Placeholder 2">
              <a:extLst>
                <a:ext uri="{FF2B5EF4-FFF2-40B4-BE49-F238E27FC236}">
                  <a16:creationId xmlns:a16="http://schemas.microsoft.com/office/drawing/2014/main" id="{6C32A5A7-5FB4-731A-FD42-909AE1E97DD4}"/>
                </a:ext>
              </a:extLst>
            </p:cNvPr>
            <p:cNvSpPr txBox="1">
              <a:spLocks/>
            </p:cNvSpPr>
            <p:nvPr/>
          </p:nvSpPr>
          <p:spPr>
            <a:xfrm>
              <a:off x="8324074" y="2856731"/>
              <a:ext cx="725449"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Idler rotor</a:t>
              </a:r>
            </a:p>
          </p:txBody>
        </p:sp>
        <p:sp>
          <p:nvSpPr>
            <p:cNvPr id="23" name="Text Placeholder 2">
              <a:extLst>
                <a:ext uri="{FF2B5EF4-FFF2-40B4-BE49-F238E27FC236}">
                  <a16:creationId xmlns:a16="http://schemas.microsoft.com/office/drawing/2014/main" id="{4707607E-7D78-A3CC-6A64-FE6E21317210}"/>
                </a:ext>
              </a:extLst>
            </p:cNvPr>
            <p:cNvSpPr txBox="1">
              <a:spLocks/>
            </p:cNvSpPr>
            <p:nvPr/>
          </p:nvSpPr>
          <p:spPr>
            <a:xfrm>
              <a:off x="8324073" y="3464049"/>
              <a:ext cx="725449" cy="20473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Idler rotor</a:t>
              </a:r>
            </a:p>
          </p:txBody>
        </p:sp>
      </p:grpSp>
    </p:spTree>
    <p:extLst>
      <p:ext uri="{BB962C8B-B14F-4D97-AF65-F5344CB8AC3E}">
        <p14:creationId xmlns:p14="http://schemas.microsoft.com/office/powerpoint/2010/main" val="1080566116"/>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A78E4-6F39-89A2-A65B-EFFDCF764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F2D3A-C631-563D-8FB3-812582D8FF71}"/>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sp>
        <p:nvSpPr>
          <p:cNvPr id="14" name="Text Placeholder 2">
            <a:extLst>
              <a:ext uri="{FF2B5EF4-FFF2-40B4-BE49-F238E27FC236}">
                <a16:creationId xmlns:a16="http://schemas.microsoft.com/office/drawing/2014/main" id="{D4B64366-6E14-CE35-4760-AD83A360069E}"/>
              </a:ext>
            </a:extLst>
          </p:cNvPr>
          <p:cNvSpPr txBox="1">
            <a:spLocks/>
          </p:cNvSpPr>
          <p:nvPr/>
        </p:nvSpPr>
        <p:spPr>
          <a:xfrm>
            <a:off x="304799" y="976277"/>
            <a:ext cx="2698751" cy="302508"/>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600" b="1" dirty="0">
                <a:solidFill>
                  <a:srgbClr val="000000"/>
                </a:solidFill>
                <a:latin typeface="Calibri" panose="020F0502020204030204" pitchFamily="34" charset="0"/>
                <a:cs typeface="Calibri" panose="020F0502020204030204" pitchFamily="34" charset="0"/>
              </a:rPr>
              <a:t>Principle</a:t>
            </a:r>
            <a:r>
              <a:rPr lang="ko-KR" altLang="en-US" sz="1600" b="1" dirty="0">
                <a:solidFill>
                  <a:srgbClr val="000000"/>
                </a:solidFill>
                <a:latin typeface="Calibri" panose="020F0502020204030204" pitchFamily="34" charset="0"/>
                <a:cs typeface="Calibri" panose="020F0502020204030204" pitchFamily="34" charset="0"/>
              </a:rPr>
              <a:t> </a:t>
            </a:r>
            <a:r>
              <a:rPr lang="en-US" altLang="ko-KR" sz="1600" b="1" dirty="0">
                <a:solidFill>
                  <a:srgbClr val="000000"/>
                </a:solidFill>
                <a:latin typeface="Calibri" panose="020F0502020204030204" pitchFamily="34" charset="0"/>
                <a:cs typeface="Calibri" panose="020F0502020204030204" pitchFamily="34" charset="0"/>
              </a:rPr>
              <a:t>of</a:t>
            </a:r>
            <a:r>
              <a:rPr lang="ko-KR" altLang="en-US" sz="1600" b="1" dirty="0">
                <a:solidFill>
                  <a:srgbClr val="000000"/>
                </a:solidFill>
                <a:latin typeface="Calibri" panose="020F0502020204030204" pitchFamily="34" charset="0"/>
                <a:cs typeface="Calibri" panose="020F0502020204030204" pitchFamily="34" charset="0"/>
              </a:rPr>
              <a:t> </a:t>
            </a:r>
            <a:r>
              <a:rPr lang="en-US" altLang="ko-KR" sz="1600" b="1" dirty="0">
                <a:solidFill>
                  <a:srgbClr val="000000"/>
                </a:solidFill>
                <a:latin typeface="Calibri" panose="020F0502020204030204" pitchFamily="34" charset="0"/>
                <a:cs typeface="Calibri" panose="020F0502020204030204" pitchFamily="34" charset="0"/>
              </a:rPr>
              <a:t>twin screw</a:t>
            </a:r>
            <a:r>
              <a:rPr lang="ko-KR" altLang="en-US" sz="1600" b="1" dirty="0">
                <a:solidFill>
                  <a:srgbClr val="000000"/>
                </a:solidFill>
                <a:latin typeface="Calibri" panose="020F0502020204030204" pitchFamily="34" charset="0"/>
                <a:cs typeface="Calibri" panose="020F0502020204030204" pitchFamily="34" charset="0"/>
              </a:rPr>
              <a:t> </a:t>
            </a:r>
            <a:r>
              <a:rPr lang="en-US" altLang="ko-KR" sz="1600" b="1" dirty="0">
                <a:solidFill>
                  <a:srgbClr val="000000"/>
                </a:solidFill>
                <a:latin typeface="Calibri" panose="020F0502020204030204" pitchFamily="34" charset="0"/>
                <a:cs typeface="Calibri" panose="020F0502020204030204" pitchFamily="34" charset="0"/>
              </a:rPr>
              <a:t>pump</a:t>
            </a:r>
            <a:endParaRPr lang="en-US" sz="1600" b="1" dirty="0">
              <a:solidFill>
                <a:srgbClr val="000000"/>
              </a:solidFill>
              <a:latin typeface="Calibri" panose="020F0502020204030204" pitchFamily="34" charset="0"/>
              <a:cs typeface="Calibri" panose="020F0502020204030204" pitchFamily="34" charset="0"/>
            </a:endParaRPr>
          </a:p>
        </p:txBody>
      </p:sp>
      <p:pic>
        <p:nvPicPr>
          <p:cNvPr id="1026" name="Picture 2" descr="Screw Pump Working Animation Video">
            <a:extLst>
              <a:ext uri="{FF2B5EF4-FFF2-40B4-BE49-F238E27FC236}">
                <a16:creationId xmlns:a16="http://schemas.microsoft.com/office/drawing/2014/main" id="{C23F417C-37B3-E5EA-34DD-87B9D9B734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799" y="1665228"/>
            <a:ext cx="5880101" cy="23805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crew pump - Wikipedia">
            <a:extLst>
              <a:ext uri="{FF2B5EF4-FFF2-40B4-BE49-F238E27FC236}">
                <a16:creationId xmlns:a16="http://schemas.microsoft.com/office/drawing/2014/main" id="{BF909C15-8E6D-AF3F-0F6A-FDB59262F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8354" y="1945678"/>
            <a:ext cx="2276097" cy="31978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CREWING IT UP … WITH SCREW ROTARY-MOTION PD PUMPS - The Process Technology  and Operator Academy">
            <a:extLst>
              <a:ext uri="{FF2B5EF4-FFF2-40B4-BE49-F238E27FC236}">
                <a16:creationId xmlns:a16="http://schemas.microsoft.com/office/drawing/2014/main" id="{ACEB2088-84B5-0C2D-AB0E-EE78A625C5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5250" y="-12318"/>
            <a:ext cx="2698750" cy="2024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537488"/>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93EEE-7A7F-0B8D-4764-F8F69E28E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6DB19-C99B-35E0-D4FF-A3E9EF5AF716}"/>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sp>
        <p:nvSpPr>
          <p:cNvPr id="14" name="Text Placeholder 2">
            <a:extLst>
              <a:ext uri="{FF2B5EF4-FFF2-40B4-BE49-F238E27FC236}">
                <a16:creationId xmlns:a16="http://schemas.microsoft.com/office/drawing/2014/main" id="{95B227D0-EDB7-D8EC-1CE5-6EC84115CEA5}"/>
              </a:ext>
            </a:extLst>
          </p:cNvPr>
          <p:cNvSpPr txBox="1">
            <a:spLocks/>
          </p:cNvSpPr>
          <p:nvPr/>
        </p:nvSpPr>
        <p:spPr>
          <a:xfrm>
            <a:off x="4326784" y="448666"/>
            <a:ext cx="2782160" cy="302508"/>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600" b="1" dirty="0">
                <a:solidFill>
                  <a:srgbClr val="000000"/>
                </a:solidFill>
                <a:latin typeface="Calibri" panose="020F0502020204030204" pitchFamily="34" charset="0"/>
                <a:cs typeface="Calibri" panose="020F0502020204030204" pitchFamily="34" charset="0"/>
              </a:rPr>
              <a:t>Principle</a:t>
            </a:r>
            <a:r>
              <a:rPr lang="ko-KR" altLang="en-US" sz="1600" b="1" dirty="0">
                <a:solidFill>
                  <a:srgbClr val="000000"/>
                </a:solidFill>
                <a:latin typeface="Calibri" panose="020F0502020204030204" pitchFamily="34" charset="0"/>
                <a:cs typeface="Calibri" panose="020F0502020204030204" pitchFamily="34" charset="0"/>
              </a:rPr>
              <a:t> </a:t>
            </a:r>
            <a:r>
              <a:rPr lang="en-US" altLang="ko-KR" sz="1600" b="1" dirty="0">
                <a:solidFill>
                  <a:srgbClr val="000000"/>
                </a:solidFill>
                <a:latin typeface="Calibri" panose="020F0502020204030204" pitchFamily="34" charset="0"/>
                <a:cs typeface="Calibri" panose="020F0502020204030204" pitchFamily="34" charset="0"/>
              </a:rPr>
              <a:t>of</a:t>
            </a:r>
            <a:r>
              <a:rPr lang="ko-KR" altLang="en-US" sz="1600" b="1" dirty="0">
                <a:solidFill>
                  <a:srgbClr val="000000"/>
                </a:solidFill>
                <a:latin typeface="Calibri" panose="020F0502020204030204" pitchFamily="34" charset="0"/>
                <a:cs typeface="Calibri" panose="020F0502020204030204" pitchFamily="34" charset="0"/>
              </a:rPr>
              <a:t> </a:t>
            </a:r>
            <a:r>
              <a:rPr lang="en-US" altLang="ko-KR" sz="1600" b="1" dirty="0">
                <a:solidFill>
                  <a:srgbClr val="000000"/>
                </a:solidFill>
                <a:latin typeface="Calibri" panose="020F0502020204030204" pitchFamily="34" charset="0"/>
                <a:cs typeface="Calibri" panose="020F0502020204030204" pitchFamily="34" charset="0"/>
              </a:rPr>
              <a:t>triple screw</a:t>
            </a:r>
            <a:r>
              <a:rPr lang="ko-KR" altLang="en-US" sz="1600" b="1" dirty="0">
                <a:solidFill>
                  <a:srgbClr val="000000"/>
                </a:solidFill>
                <a:latin typeface="Calibri" panose="020F0502020204030204" pitchFamily="34" charset="0"/>
                <a:cs typeface="Calibri" panose="020F0502020204030204" pitchFamily="34" charset="0"/>
              </a:rPr>
              <a:t> </a:t>
            </a:r>
            <a:r>
              <a:rPr lang="en-US" altLang="ko-KR" sz="1600" b="1" dirty="0">
                <a:solidFill>
                  <a:srgbClr val="000000"/>
                </a:solidFill>
                <a:latin typeface="Calibri" panose="020F0502020204030204" pitchFamily="34" charset="0"/>
                <a:cs typeface="Calibri" panose="020F0502020204030204" pitchFamily="34" charset="0"/>
              </a:rPr>
              <a:t>pump</a:t>
            </a:r>
            <a:endParaRPr lang="en-US" sz="1600" b="1" dirty="0">
              <a:solidFill>
                <a:srgbClr val="000000"/>
              </a:solidFill>
              <a:latin typeface="Calibri" panose="020F0502020204030204" pitchFamily="34" charset="0"/>
              <a:cs typeface="Calibri" panose="020F0502020204030204" pitchFamily="34" charset="0"/>
            </a:endParaRPr>
          </a:p>
        </p:txBody>
      </p:sp>
      <p:pic>
        <p:nvPicPr>
          <p:cNvPr id="3" name="온라인 미디어 2" title="How a triple screw pump operation works">
            <a:hlinkClick r:id="" action="ppaction://media"/>
            <a:extLst>
              <a:ext uri="{FF2B5EF4-FFF2-40B4-BE49-F238E27FC236}">
                <a16:creationId xmlns:a16="http://schemas.microsoft.com/office/drawing/2014/main" id="{41E46ECA-75E9-4E9C-80E5-B777413C34BD}"/>
              </a:ext>
            </a:extLst>
          </p:cNvPr>
          <p:cNvPicPr>
            <a:picLocks noRot="1" noChangeAspect="1"/>
          </p:cNvPicPr>
          <p:nvPr>
            <a:videoFile r:link="rId1"/>
          </p:nvPr>
        </p:nvPicPr>
        <p:blipFill>
          <a:blip r:embed="rId4"/>
          <a:stretch>
            <a:fillRect/>
          </a:stretch>
        </p:blipFill>
        <p:spPr>
          <a:xfrm>
            <a:off x="431561" y="895185"/>
            <a:ext cx="6608631" cy="3733559"/>
          </a:xfrm>
          <a:prstGeom prst="rect">
            <a:avLst/>
          </a:prstGeom>
        </p:spPr>
      </p:pic>
    </p:spTree>
    <p:extLst>
      <p:ext uri="{BB962C8B-B14F-4D97-AF65-F5344CB8AC3E}">
        <p14:creationId xmlns:p14="http://schemas.microsoft.com/office/powerpoint/2010/main" val="314663451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8E68D-15FE-F55A-CE29-72E96A44E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3D3FC-0F0E-3FB9-DA4D-3ACD9ED0EBCB}"/>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sp>
        <p:nvSpPr>
          <p:cNvPr id="3" name="Text Placeholder 2">
            <a:extLst>
              <a:ext uri="{FF2B5EF4-FFF2-40B4-BE49-F238E27FC236}">
                <a16:creationId xmlns:a16="http://schemas.microsoft.com/office/drawing/2014/main" id="{6BC3CC41-DCF4-8640-B702-735A54B279B5}"/>
              </a:ext>
            </a:extLst>
          </p:cNvPr>
          <p:cNvSpPr>
            <a:spLocks noGrp="1"/>
          </p:cNvSpPr>
          <p:nvPr>
            <p:ph type="body" sz="quarter" idx="10"/>
          </p:nvPr>
        </p:nvSpPr>
        <p:spPr>
          <a:xfrm>
            <a:off x="330010" y="914397"/>
            <a:ext cx="8497732" cy="3891356"/>
          </a:xfrm>
        </p:spPr>
        <p:txBody>
          <a:bodyPr>
            <a:normAutofit fontScale="92500" lnSpcReduction="10000"/>
          </a:bodyPr>
          <a:lstStyle/>
          <a:p>
            <a:pPr marL="0" indent="0">
              <a:spcAft>
                <a:spcPts val="1000"/>
              </a:spcAft>
              <a:buNone/>
            </a:pPr>
            <a:r>
              <a:rPr lang="en-US" altLang="ko-KR" sz="1600" b="1" dirty="0"/>
              <a:t>Suction Phase</a:t>
            </a:r>
          </a:p>
          <a:p>
            <a:pPr marL="0" indent="0">
              <a:spcAft>
                <a:spcPts val="1000"/>
              </a:spcAft>
              <a:buNone/>
            </a:pPr>
            <a:r>
              <a:rPr lang="en-US" altLang="ko-KR" sz="1600" dirty="0"/>
              <a:t>As the driving screw rotates, the two meshed driven screws also rotate in the opposite direction. This creates a sealed space (pocket) between the screw teeth and the housing wall. As this space expands at the pump inlet, fluid is sucked in. (As the enclosed space expands with rotation, its internal pressure drops, sucking fluid from the pump inlet.)</a:t>
            </a:r>
          </a:p>
          <a:p>
            <a:pPr marL="0" indent="0">
              <a:spcAft>
                <a:spcPts val="1000"/>
              </a:spcAft>
              <a:buNone/>
            </a:pPr>
            <a:r>
              <a:rPr lang="en-US" altLang="ko-KR" sz="1600" b="1" dirty="0"/>
              <a:t>Transport Phase</a:t>
            </a:r>
          </a:p>
          <a:p>
            <a:pPr marL="0" indent="0">
              <a:spcAft>
                <a:spcPts val="1000"/>
              </a:spcAft>
              <a:buNone/>
            </a:pPr>
            <a:r>
              <a:rPr lang="en-US" altLang="ko-KR" sz="1600" dirty="0"/>
              <a:t>As the screws rotate, the sealed spaces (pockets) move axially (along the length of the screw). During this process, the fluid is transported toward the outlet at a constant velocity without compression. (At this time, the fluid is pushed out without being compressed and maintaining a nearly constant volume.)</a:t>
            </a:r>
          </a:p>
          <a:p>
            <a:pPr marL="0" indent="0">
              <a:spcAft>
                <a:spcPts val="1000"/>
              </a:spcAft>
              <a:buNone/>
            </a:pPr>
            <a:r>
              <a:rPr lang="en-US" altLang="ko-KR" sz="1600" b="1" dirty="0"/>
              <a:t>Discharge Phase</a:t>
            </a:r>
          </a:p>
          <a:p>
            <a:pPr marL="0" indent="0">
              <a:spcAft>
                <a:spcPts val="1000"/>
              </a:spcAft>
              <a:buNone/>
            </a:pPr>
            <a:r>
              <a:rPr lang="en-US" altLang="ko-KR" sz="1600" dirty="0"/>
              <a:t>As the sealed spaces disappear at the screw tips, the fluid is forced toward the outlet. Since multiple pockets move continuously, the flow rate remains constant with minimal pulsation. (When the confined space reaches the outlet, the fluid inside experiences a pressure buildup because there is no further room for the space to move forward and the outlet is blocked. This pressure buildup ultimately pushes the fluid out with a force greater than the external piping/system pressure.)</a:t>
            </a:r>
          </a:p>
        </p:txBody>
      </p:sp>
    </p:spTree>
    <p:extLst>
      <p:ext uri="{BB962C8B-B14F-4D97-AF65-F5344CB8AC3E}">
        <p14:creationId xmlns:p14="http://schemas.microsoft.com/office/powerpoint/2010/main" val="2503513948"/>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C5811-4C2D-EFBA-9FCE-B8C3A31F1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A85C9-9480-D9CB-8562-7F780B497ADD}"/>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pic>
        <p:nvPicPr>
          <p:cNvPr id="6148" name="Picture 4" descr="Spun 360 Rod Bearing | For A Bodies Only Mopar Forum">
            <a:extLst>
              <a:ext uri="{FF2B5EF4-FFF2-40B4-BE49-F238E27FC236}">
                <a16:creationId xmlns:a16="http://schemas.microsoft.com/office/drawing/2014/main" id="{68647BE1-205A-425A-41D4-7E97121D58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857" y="969401"/>
            <a:ext cx="3032603" cy="404347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1B6C8B04-431B-DEE5-153B-C78E8EDF95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0855" y="969400"/>
            <a:ext cx="3032603" cy="403516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직선 화살표 연결선 5">
            <a:extLst>
              <a:ext uri="{FF2B5EF4-FFF2-40B4-BE49-F238E27FC236}">
                <a16:creationId xmlns:a16="http://schemas.microsoft.com/office/drawing/2014/main" id="{DEED1C32-BB4C-BE15-BCD0-BF793ECBFF12}"/>
              </a:ext>
            </a:extLst>
          </p:cNvPr>
          <p:cNvCxnSpPr>
            <a:cxnSpLocks/>
          </p:cNvCxnSpPr>
          <p:nvPr/>
        </p:nvCxnSpPr>
        <p:spPr>
          <a:xfrm flipH="1">
            <a:off x="6188078" y="2286000"/>
            <a:ext cx="1069972" cy="65654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 name="직선 화살표 연결선 7">
            <a:extLst>
              <a:ext uri="{FF2B5EF4-FFF2-40B4-BE49-F238E27FC236}">
                <a16:creationId xmlns:a16="http://schemas.microsoft.com/office/drawing/2014/main" id="{28B4F09A-8634-B45C-63FC-081297751B65}"/>
              </a:ext>
            </a:extLst>
          </p:cNvPr>
          <p:cNvCxnSpPr>
            <a:cxnSpLocks/>
          </p:cNvCxnSpPr>
          <p:nvPr/>
        </p:nvCxnSpPr>
        <p:spPr>
          <a:xfrm flipH="1">
            <a:off x="3197228" y="635000"/>
            <a:ext cx="2028822" cy="73909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 name="직선 화살표 연결선 9">
            <a:extLst>
              <a:ext uri="{FF2B5EF4-FFF2-40B4-BE49-F238E27FC236}">
                <a16:creationId xmlns:a16="http://schemas.microsoft.com/office/drawing/2014/main" id="{80F576D5-BCB5-CDB2-BC0E-49B8F737F43E}"/>
              </a:ext>
            </a:extLst>
          </p:cNvPr>
          <p:cNvCxnSpPr>
            <a:cxnSpLocks/>
          </p:cNvCxnSpPr>
          <p:nvPr/>
        </p:nvCxnSpPr>
        <p:spPr>
          <a:xfrm flipH="1">
            <a:off x="2914098" y="635000"/>
            <a:ext cx="2311952" cy="234882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3" name="Text Placeholder 2">
            <a:extLst>
              <a:ext uri="{FF2B5EF4-FFF2-40B4-BE49-F238E27FC236}">
                <a16:creationId xmlns:a16="http://schemas.microsoft.com/office/drawing/2014/main" id="{AF344A13-FD89-58B8-7608-0C2A098BB952}"/>
              </a:ext>
            </a:extLst>
          </p:cNvPr>
          <p:cNvSpPr txBox="1">
            <a:spLocks/>
          </p:cNvSpPr>
          <p:nvPr/>
        </p:nvSpPr>
        <p:spPr>
          <a:xfrm>
            <a:off x="7276860" y="2146482"/>
            <a:ext cx="143930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Wear of crank pin</a:t>
            </a:r>
          </a:p>
        </p:txBody>
      </p:sp>
      <p:sp>
        <p:nvSpPr>
          <p:cNvPr id="14" name="Text Placeholder 2">
            <a:extLst>
              <a:ext uri="{FF2B5EF4-FFF2-40B4-BE49-F238E27FC236}">
                <a16:creationId xmlns:a16="http://schemas.microsoft.com/office/drawing/2014/main" id="{4C42168D-51E4-7D87-D363-C481438B90CC}"/>
              </a:ext>
            </a:extLst>
          </p:cNvPr>
          <p:cNvSpPr txBox="1">
            <a:spLocks/>
          </p:cNvSpPr>
          <p:nvPr/>
        </p:nvSpPr>
        <p:spPr>
          <a:xfrm>
            <a:off x="5245662" y="496491"/>
            <a:ext cx="2421529"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Wear of connecting rod bearing</a:t>
            </a:r>
          </a:p>
        </p:txBody>
      </p:sp>
    </p:spTree>
    <p:extLst>
      <p:ext uri="{BB962C8B-B14F-4D97-AF65-F5344CB8AC3E}">
        <p14:creationId xmlns:p14="http://schemas.microsoft.com/office/powerpoint/2010/main" val="3707990216"/>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8A489-F1C2-C825-E930-8E070FC36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6BF61-51B9-2EA5-5A86-184B56847C15}"/>
              </a:ext>
            </a:extLst>
          </p:cNvPr>
          <p:cNvSpPr>
            <a:spLocks noGrp="1"/>
          </p:cNvSpPr>
          <p:nvPr>
            <p:ph type="title"/>
          </p:nvPr>
        </p:nvSpPr>
        <p:spPr>
          <a:xfrm>
            <a:off x="304799" y="304655"/>
            <a:ext cx="8392313" cy="535531"/>
          </a:xfrm>
        </p:spPr>
        <p:txBody>
          <a:bodyPr/>
          <a:lstStyle/>
          <a:p>
            <a:r>
              <a:rPr lang="en-US" altLang="ko-KR" dirty="0"/>
              <a:t>Pre lubricating pump</a:t>
            </a:r>
            <a:endParaRPr lang="en-US" dirty="0"/>
          </a:p>
        </p:txBody>
      </p:sp>
      <p:sp>
        <p:nvSpPr>
          <p:cNvPr id="13" name="Text Placeholder 2">
            <a:extLst>
              <a:ext uri="{FF2B5EF4-FFF2-40B4-BE49-F238E27FC236}">
                <a16:creationId xmlns:a16="http://schemas.microsoft.com/office/drawing/2014/main" id="{87CB574D-FF8B-258F-8FD5-47C468E6DDF2}"/>
              </a:ext>
            </a:extLst>
          </p:cNvPr>
          <p:cNvSpPr txBox="1">
            <a:spLocks/>
          </p:cNvSpPr>
          <p:nvPr/>
        </p:nvSpPr>
        <p:spPr>
          <a:xfrm>
            <a:off x="1458012" y="4768916"/>
            <a:ext cx="143930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Wear of crank pin</a:t>
            </a:r>
          </a:p>
        </p:txBody>
      </p:sp>
      <p:sp>
        <p:nvSpPr>
          <p:cNvPr id="14" name="Text Placeholder 2">
            <a:extLst>
              <a:ext uri="{FF2B5EF4-FFF2-40B4-BE49-F238E27FC236}">
                <a16:creationId xmlns:a16="http://schemas.microsoft.com/office/drawing/2014/main" id="{D7211F77-1F1B-3772-D916-E3459A6D3064}"/>
              </a:ext>
            </a:extLst>
          </p:cNvPr>
          <p:cNvSpPr txBox="1">
            <a:spLocks/>
          </p:cNvSpPr>
          <p:nvPr/>
        </p:nvSpPr>
        <p:spPr>
          <a:xfrm>
            <a:off x="4892257" y="4668507"/>
            <a:ext cx="2421529" cy="467373"/>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The crank pin on the new crankshaft is shiny.</a:t>
            </a:r>
          </a:p>
        </p:txBody>
      </p:sp>
      <p:pic>
        <p:nvPicPr>
          <p:cNvPr id="10242" name="Picture 2" descr="Be Aware of Cam Effect/Ridge Wear that Affects Four-Stroke ...">
            <a:extLst>
              <a:ext uri="{FF2B5EF4-FFF2-40B4-BE49-F238E27FC236}">
                <a16:creationId xmlns:a16="http://schemas.microsoft.com/office/drawing/2014/main" id="{34A986AA-FFAD-CC6F-7808-52D493B8B5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838" y="927370"/>
            <a:ext cx="3679342" cy="3679342"/>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Cam &amp; Ridge Wear Repair | Emergency Crankshaft Wear &amp; Failure Repair">
            <a:extLst>
              <a:ext uri="{FF2B5EF4-FFF2-40B4-BE49-F238E27FC236}">
                <a16:creationId xmlns:a16="http://schemas.microsoft.com/office/drawing/2014/main" id="{2564812D-4037-BA30-18CE-D4739CB56F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927369"/>
            <a:ext cx="3671645" cy="367934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직선 화살표 연결선 5">
            <a:extLst>
              <a:ext uri="{FF2B5EF4-FFF2-40B4-BE49-F238E27FC236}">
                <a16:creationId xmlns:a16="http://schemas.microsoft.com/office/drawing/2014/main" id="{EB4AEB72-F913-A2D8-6042-C89C35110585}"/>
              </a:ext>
            </a:extLst>
          </p:cNvPr>
          <p:cNvCxnSpPr>
            <a:cxnSpLocks/>
            <a:stCxn id="13" idx="0"/>
          </p:cNvCxnSpPr>
          <p:nvPr/>
        </p:nvCxnSpPr>
        <p:spPr>
          <a:xfrm flipH="1" flipV="1">
            <a:off x="1939849" y="3626529"/>
            <a:ext cx="237814" cy="114238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 name="직선 화살표 연결선 4">
            <a:extLst>
              <a:ext uri="{FF2B5EF4-FFF2-40B4-BE49-F238E27FC236}">
                <a16:creationId xmlns:a16="http://schemas.microsoft.com/office/drawing/2014/main" id="{95F144DA-386D-1A59-5F7A-C5CEC77038E6}"/>
              </a:ext>
            </a:extLst>
          </p:cNvPr>
          <p:cNvCxnSpPr>
            <a:cxnSpLocks/>
            <a:stCxn id="13" idx="0"/>
          </p:cNvCxnSpPr>
          <p:nvPr/>
        </p:nvCxnSpPr>
        <p:spPr>
          <a:xfrm flipV="1">
            <a:off x="2177663" y="3626528"/>
            <a:ext cx="362930" cy="114238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7568466"/>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09A0-214B-BDBA-9490-6BD6E5107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97FF4-1F0E-C958-DC46-A8707458EDEB}"/>
              </a:ext>
            </a:extLst>
          </p:cNvPr>
          <p:cNvSpPr>
            <a:spLocks noGrp="1"/>
          </p:cNvSpPr>
          <p:nvPr>
            <p:ph type="title"/>
          </p:nvPr>
        </p:nvSpPr>
        <p:spPr>
          <a:xfrm>
            <a:off x="304799" y="304655"/>
            <a:ext cx="8392313" cy="535531"/>
          </a:xfrm>
        </p:spPr>
        <p:txBody>
          <a:bodyPr/>
          <a:lstStyle/>
          <a:p>
            <a:r>
              <a:rPr lang="nb-NO" altLang="ko-KR" dirty="0" err="1"/>
              <a:t>Lubricating</a:t>
            </a:r>
            <a:r>
              <a:rPr lang="nb-NO" altLang="ko-KR" dirty="0"/>
              <a:t> Oil Filter</a:t>
            </a:r>
            <a:endParaRPr lang="en-US" dirty="0"/>
          </a:p>
        </p:txBody>
      </p:sp>
      <p:grpSp>
        <p:nvGrpSpPr>
          <p:cNvPr id="3" name="그룹 2">
            <a:extLst>
              <a:ext uri="{FF2B5EF4-FFF2-40B4-BE49-F238E27FC236}">
                <a16:creationId xmlns:a16="http://schemas.microsoft.com/office/drawing/2014/main" id="{F910EAD7-BBA4-A63F-7FAB-66D8747C10B5}"/>
              </a:ext>
            </a:extLst>
          </p:cNvPr>
          <p:cNvGrpSpPr/>
          <p:nvPr/>
        </p:nvGrpSpPr>
        <p:grpSpPr>
          <a:xfrm>
            <a:off x="410884" y="950188"/>
            <a:ext cx="6663684" cy="4018843"/>
            <a:chOff x="410884" y="950188"/>
            <a:chExt cx="6663684" cy="4018843"/>
          </a:xfrm>
        </p:grpSpPr>
        <p:grpSp>
          <p:nvGrpSpPr>
            <p:cNvPr id="4" name="그룹 3">
              <a:extLst>
                <a:ext uri="{FF2B5EF4-FFF2-40B4-BE49-F238E27FC236}">
                  <a16:creationId xmlns:a16="http://schemas.microsoft.com/office/drawing/2014/main" id="{35B84881-21FE-34EB-16DE-60130A91EF0B}"/>
                </a:ext>
              </a:extLst>
            </p:cNvPr>
            <p:cNvGrpSpPr/>
            <p:nvPr/>
          </p:nvGrpSpPr>
          <p:grpSpPr>
            <a:xfrm>
              <a:off x="410884" y="950188"/>
              <a:ext cx="6663684" cy="4018843"/>
              <a:chOff x="410884" y="950188"/>
              <a:chExt cx="6663684" cy="4018843"/>
            </a:xfrm>
          </p:grpSpPr>
          <p:pic>
            <p:nvPicPr>
              <p:cNvPr id="56" name="그림 55">
                <a:extLst>
                  <a:ext uri="{FF2B5EF4-FFF2-40B4-BE49-F238E27FC236}">
                    <a16:creationId xmlns:a16="http://schemas.microsoft.com/office/drawing/2014/main" id="{2DC96D12-BBEB-5EAE-686C-F2CCBFF6E023}"/>
                  </a:ext>
                </a:extLst>
              </p:cNvPr>
              <p:cNvPicPr>
                <a:picLocks noChangeAspect="1"/>
              </p:cNvPicPr>
              <p:nvPr/>
            </p:nvPicPr>
            <p:blipFill>
              <a:blip r:embed="rId3"/>
              <a:stretch>
                <a:fillRect/>
              </a:stretch>
            </p:blipFill>
            <p:spPr>
              <a:xfrm>
                <a:off x="410884" y="950188"/>
                <a:ext cx="6663684" cy="4018843"/>
              </a:xfrm>
              <a:prstGeom prst="rect">
                <a:avLst/>
              </a:prstGeom>
            </p:spPr>
          </p:pic>
          <p:pic>
            <p:nvPicPr>
              <p:cNvPr id="57" name="그림 56">
                <a:extLst>
                  <a:ext uri="{FF2B5EF4-FFF2-40B4-BE49-F238E27FC236}">
                    <a16:creationId xmlns:a16="http://schemas.microsoft.com/office/drawing/2014/main" id="{172946AC-BA4E-77FA-3E15-219DBBA6A1F1}"/>
                  </a:ext>
                </a:extLst>
              </p:cNvPr>
              <p:cNvPicPr>
                <a:picLocks noChangeAspect="1"/>
              </p:cNvPicPr>
              <p:nvPr/>
            </p:nvPicPr>
            <p:blipFill>
              <a:blip r:embed="rId4"/>
              <a:stretch>
                <a:fillRect/>
              </a:stretch>
            </p:blipFill>
            <p:spPr>
              <a:xfrm flipH="1">
                <a:off x="6052336" y="3389419"/>
                <a:ext cx="132501" cy="112501"/>
              </a:xfrm>
              <a:prstGeom prst="rect">
                <a:avLst/>
              </a:prstGeom>
            </p:spPr>
          </p:pic>
        </p:grpSp>
        <p:cxnSp>
          <p:nvCxnSpPr>
            <p:cNvPr id="5" name="직선 화살표 연결선 4">
              <a:extLst>
                <a:ext uri="{FF2B5EF4-FFF2-40B4-BE49-F238E27FC236}">
                  <a16:creationId xmlns:a16="http://schemas.microsoft.com/office/drawing/2014/main" id="{F4FBABFD-D602-7645-312B-3D5EEED78F4A}"/>
                </a:ext>
              </a:extLst>
            </p:cNvPr>
            <p:cNvCxnSpPr>
              <a:cxnSpLocks/>
            </p:cNvCxnSpPr>
            <p:nvPr/>
          </p:nvCxnSpPr>
          <p:spPr>
            <a:xfrm flipH="1">
              <a:off x="2228850" y="3599385"/>
              <a:ext cx="498486"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 name="직선 화살표 연결선 5">
              <a:extLst>
                <a:ext uri="{FF2B5EF4-FFF2-40B4-BE49-F238E27FC236}">
                  <a16:creationId xmlns:a16="http://schemas.microsoft.com/office/drawing/2014/main" id="{AF2C5ED1-EA40-6588-F73C-7599703D0C0C}"/>
                </a:ext>
              </a:extLst>
            </p:cNvPr>
            <p:cNvCxnSpPr>
              <a:cxnSpLocks/>
            </p:cNvCxnSpPr>
            <p:nvPr/>
          </p:nvCxnSpPr>
          <p:spPr>
            <a:xfrm flipH="1">
              <a:off x="1521619" y="3599385"/>
              <a:ext cx="56992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 name="직선 화살표 연결선 6">
              <a:extLst>
                <a:ext uri="{FF2B5EF4-FFF2-40B4-BE49-F238E27FC236}">
                  <a16:creationId xmlns:a16="http://schemas.microsoft.com/office/drawing/2014/main" id="{D7946516-8A54-4844-9242-3DB6D03D7C8F}"/>
                </a:ext>
              </a:extLst>
            </p:cNvPr>
            <p:cNvCxnSpPr>
              <a:cxnSpLocks/>
            </p:cNvCxnSpPr>
            <p:nvPr/>
          </p:nvCxnSpPr>
          <p:spPr>
            <a:xfrm flipV="1">
              <a:off x="1524000" y="2681017"/>
              <a:ext cx="0" cy="9112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 name="직선 화살표 연결선 7">
              <a:extLst>
                <a:ext uri="{FF2B5EF4-FFF2-40B4-BE49-F238E27FC236}">
                  <a16:creationId xmlns:a16="http://schemas.microsoft.com/office/drawing/2014/main" id="{E5245DEC-552C-0DA3-7444-29651023EF01}"/>
                </a:ext>
              </a:extLst>
            </p:cNvPr>
            <p:cNvCxnSpPr>
              <a:cxnSpLocks/>
            </p:cNvCxnSpPr>
            <p:nvPr/>
          </p:nvCxnSpPr>
          <p:spPr>
            <a:xfrm flipH="1">
              <a:off x="1240631" y="2631010"/>
              <a:ext cx="22621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 name="직선 화살표 연결선 9">
              <a:extLst>
                <a:ext uri="{FF2B5EF4-FFF2-40B4-BE49-F238E27FC236}">
                  <a16:creationId xmlns:a16="http://schemas.microsoft.com/office/drawing/2014/main" id="{5190131C-F931-664E-5EE5-53C1226DBD20}"/>
                </a:ext>
              </a:extLst>
            </p:cNvPr>
            <p:cNvCxnSpPr>
              <a:cxnSpLocks/>
            </p:cNvCxnSpPr>
            <p:nvPr/>
          </p:nvCxnSpPr>
          <p:spPr>
            <a:xfrm flipH="1">
              <a:off x="700088" y="262835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1" name="직선 화살표 연결선 10">
              <a:extLst>
                <a:ext uri="{FF2B5EF4-FFF2-40B4-BE49-F238E27FC236}">
                  <a16:creationId xmlns:a16="http://schemas.microsoft.com/office/drawing/2014/main" id="{DDCA6863-8448-929F-EF53-4172045D4566}"/>
                </a:ext>
              </a:extLst>
            </p:cNvPr>
            <p:cNvCxnSpPr>
              <a:cxnSpLocks/>
            </p:cNvCxnSpPr>
            <p:nvPr/>
          </p:nvCxnSpPr>
          <p:spPr>
            <a:xfrm flipV="1">
              <a:off x="704850" y="1838054"/>
              <a:ext cx="0" cy="79295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2" name="직선 화살표 연결선 11">
              <a:extLst>
                <a:ext uri="{FF2B5EF4-FFF2-40B4-BE49-F238E27FC236}">
                  <a16:creationId xmlns:a16="http://schemas.microsoft.com/office/drawing/2014/main" id="{EE7F305B-A9CB-A6F1-A02D-F98042A50433}"/>
                </a:ext>
              </a:extLst>
            </p:cNvPr>
            <p:cNvCxnSpPr>
              <a:cxnSpLocks/>
            </p:cNvCxnSpPr>
            <p:nvPr/>
          </p:nvCxnSpPr>
          <p:spPr>
            <a:xfrm>
              <a:off x="697707" y="1838054"/>
              <a:ext cx="234949" cy="52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28AAB68E-F3B7-9F0D-7803-DBA592A430A4}"/>
                </a:ext>
              </a:extLst>
            </p:cNvPr>
            <p:cNvCxnSpPr>
              <a:cxnSpLocks/>
            </p:cNvCxnSpPr>
            <p:nvPr/>
          </p:nvCxnSpPr>
          <p:spPr>
            <a:xfrm flipV="1">
              <a:off x="1554964" y="1838054"/>
              <a:ext cx="3269449" cy="52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4" name="직선 화살표 연결선 13">
              <a:extLst>
                <a:ext uri="{FF2B5EF4-FFF2-40B4-BE49-F238E27FC236}">
                  <a16:creationId xmlns:a16="http://schemas.microsoft.com/office/drawing/2014/main" id="{99FB74DC-0EBB-62E3-EAEB-562AA6B732D2}"/>
                </a:ext>
              </a:extLst>
            </p:cNvPr>
            <p:cNvCxnSpPr>
              <a:cxnSpLocks/>
            </p:cNvCxnSpPr>
            <p:nvPr/>
          </p:nvCxnSpPr>
          <p:spPr>
            <a:xfrm>
              <a:off x="2126457" y="1843339"/>
              <a:ext cx="0" cy="13071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5" name="직선 화살표 연결선 14">
              <a:extLst>
                <a:ext uri="{FF2B5EF4-FFF2-40B4-BE49-F238E27FC236}">
                  <a16:creationId xmlns:a16="http://schemas.microsoft.com/office/drawing/2014/main" id="{E99A6631-9D92-47B7-0A96-AC6A7F9A94EB}"/>
                </a:ext>
              </a:extLst>
            </p:cNvPr>
            <p:cNvCxnSpPr>
              <a:cxnSpLocks/>
            </p:cNvCxnSpPr>
            <p:nvPr/>
          </p:nvCxnSpPr>
          <p:spPr>
            <a:xfrm flipH="1">
              <a:off x="2126457" y="2173935"/>
              <a:ext cx="1" cy="18350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6" name="직선 화살표 연결선 15">
              <a:extLst>
                <a:ext uri="{FF2B5EF4-FFF2-40B4-BE49-F238E27FC236}">
                  <a16:creationId xmlns:a16="http://schemas.microsoft.com/office/drawing/2014/main" id="{44398434-BBDC-BF41-F344-107D652E64E0}"/>
                </a:ext>
              </a:extLst>
            </p:cNvPr>
            <p:cNvCxnSpPr>
              <a:cxnSpLocks/>
            </p:cNvCxnSpPr>
            <p:nvPr/>
          </p:nvCxnSpPr>
          <p:spPr>
            <a:xfrm flipH="1">
              <a:off x="2126457" y="2402536"/>
              <a:ext cx="2" cy="27848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7" name="직선 화살표 연결선 16">
              <a:extLst>
                <a:ext uri="{FF2B5EF4-FFF2-40B4-BE49-F238E27FC236}">
                  <a16:creationId xmlns:a16="http://schemas.microsoft.com/office/drawing/2014/main" id="{B15BB5FB-9EF9-D64D-7130-59FD4EF19D83}"/>
                </a:ext>
              </a:extLst>
            </p:cNvPr>
            <p:cNvCxnSpPr>
              <a:cxnSpLocks/>
            </p:cNvCxnSpPr>
            <p:nvPr/>
          </p:nvCxnSpPr>
          <p:spPr>
            <a:xfrm>
              <a:off x="2499521" y="1843861"/>
              <a:ext cx="0" cy="51357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8" name="직선 화살표 연결선 17">
              <a:extLst>
                <a:ext uri="{FF2B5EF4-FFF2-40B4-BE49-F238E27FC236}">
                  <a16:creationId xmlns:a16="http://schemas.microsoft.com/office/drawing/2014/main" id="{3F440138-1C9D-7F44-6C41-085C3F6B65BF}"/>
                </a:ext>
              </a:extLst>
            </p:cNvPr>
            <p:cNvCxnSpPr>
              <a:cxnSpLocks/>
            </p:cNvCxnSpPr>
            <p:nvPr/>
          </p:nvCxnSpPr>
          <p:spPr>
            <a:xfrm>
              <a:off x="2501903" y="2407298"/>
              <a:ext cx="0" cy="16921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9" name="직선 화살표 연결선 18">
              <a:extLst>
                <a:ext uri="{FF2B5EF4-FFF2-40B4-BE49-F238E27FC236}">
                  <a16:creationId xmlns:a16="http://schemas.microsoft.com/office/drawing/2014/main" id="{35ABA195-C4B6-00F9-569C-ED1AC6272DDD}"/>
                </a:ext>
              </a:extLst>
            </p:cNvPr>
            <p:cNvCxnSpPr>
              <a:cxnSpLocks/>
            </p:cNvCxnSpPr>
            <p:nvPr/>
          </p:nvCxnSpPr>
          <p:spPr>
            <a:xfrm flipH="1">
              <a:off x="2159003" y="2890983"/>
              <a:ext cx="34290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0" name="직선 화살표 연결선 19">
              <a:extLst>
                <a:ext uri="{FF2B5EF4-FFF2-40B4-BE49-F238E27FC236}">
                  <a16:creationId xmlns:a16="http://schemas.microsoft.com/office/drawing/2014/main" id="{054ADC1A-105E-EDF8-64AD-6E7E6622A88E}"/>
                </a:ext>
              </a:extLst>
            </p:cNvPr>
            <p:cNvCxnSpPr>
              <a:cxnSpLocks/>
            </p:cNvCxnSpPr>
            <p:nvPr/>
          </p:nvCxnSpPr>
          <p:spPr>
            <a:xfrm>
              <a:off x="2501902" y="2780086"/>
              <a:ext cx="0" cy="108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1" name="직선 연결선 20">
              <a:extLst>
                <a:ext uri="{FF2B5EF4-FFF2-40B4-BE49-F238E27FC236}">
                  <a16:creationId xmlns:a16="http://schemas.microsoft.com/office/drawing/2014/main" id="{59BD92DF-B4F8-86BE-5999-F30513434B6F}"/>
                </a:ext>
              </a:extLst>
            </p:cNvPr>
            <p:cNvCxnSpPr/>
            <p:nvPr/>
          </p:nvCxnSpPr>
          <p:spPr>
            <a:xfrm>
              <a:off x="2503491" y="2628357"/>
              <a:ext cx="0" cy="3600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직선 화살표 연결선 21">
              <a:extLst>
                <a:ext uri="{FF2B5EF4-FFF2-40B4-BE49-F238E27FC236}">
                  <a16:creationId xmlns:a16="http://schemas.microsoft.com/office/drawing/2014/main" id="{24C1A912-1524-B8C6-F229-1BFF5CA9E5C8}"/>
                </a:ext>
              </a:extLst>
            </p:cNvPr>
            <p:cNvCxnSpPr>
              <a:cxnSpLocks/>
            </p:cNvCxnSpPr>
            <p:nvPr/>
          </p:nvCxnSpPr>
          <p:spPr>
            <a:xfrm>
              <a:off x="3032921" y="1848624"/>
              <a:ext cx="0" cy="51357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3" name="직선 화살표 연결선 22">
              <a:extLst>
                <a:ext uri="{FF2B5EF4-FFF2-40B4-BE49-F238E27FC236}">
                  <a16:creationId xmlns:a16="http://schemas.microsoft.com/office/drawing/2014/main" id="{6215F918-E436-6F0E-C3B8-4C6B37D35330}"/>
                </a:ext>
              </a:extLst>
            </p:cNvPr>
            <p:cNvCxnSpPr>
              <a:cxnSpLocks/>
            </p:cNvCxnSpPr>
            <p:nvPr/>
          </p:nvCxnSpPr>
          <p:spPr>
            <a:xfrm>
              <a:off x="3030540" y="2404917"/>
              <a:ext cx="0" cy="58117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4" name="직선 화살표 연결선 23">
              <a:extLst>
                <a:ext uri="{FF2B5EF4-FFF2-40B4-BE49-F238E27FC236}">
                  <a16:creationId xmlns:a16="http://schemas.microsoft.com/office/drawing/2014/main" id="{DF5DBC40-86E9-CBC4-B9FD-839CA5351623}"/>
                </a:ext>
              </a:extLst>
            </p:cNvPr>
            <p:cNvCxnSpPr>
              <a:cxnSpLocks/>
            </p:cNvCxnSpPr>
            <p:nvPr/>
          </p:nvCxnSpPr>
          <p:spPr>
            <a:xfrm>
              <a:off x="3835403" y="1843861"/>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5" name="직선 화살표 연결선 24">
              <a:extLst>
                <a:ext uri="{FF2B5EF4-FFF2-40B4-BE49-F238E27FC236}">
                  <a16:creationId xmlns:a16="http://schemas.microsoft.com/office/drawing/2014/main" id="{0AB091CA-289E-E84A-58D5-73607DC309A9}"/>
                </a:ext>
              </a:extLst>
            </p:cNvPr>
            <p:cNvCxnSpPr>
              <a:cxnSpLocks/>
            </p:cNvCxnSpPr>
            <p:nvPr/>
          </p:nvCxnSpPr>
          <p:spPr>
            <a:xfrm>
              <a:off x="4628359" y="1843328"/>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6" name="직선 화살표 연결선 25">
              <a:extLst>
                <a:ext uri="{FF2B5EF4-FFF2-40B4-BE49-F238E27FC236}">
                  <a16:creationId xmlns:a16="http://schemas.microsoft.com/office/drawing/2014/main" id="{1A224CD2-9589-DFDB-215A-45E175E252FA}"/>
                </a:ext>
              </a:extLst>
            </p:cNvPr>
            <p:cNvCxnSpPr>
              <a:cxnSpLocks/>
            </p:cNvCxnSpPr>
            <p:nvPr/>
          </p:nvCxnSpPr>
          <p:spPr>
            <a:xfrm>
              <a:off x="5089528" y="1844770"/>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7" name="직선 화살표 연결선 26">
              <a:extLst>
                <a:ext uri="{FF2B5EF4-FFF2-40B4-BE49-F238E27FC236}">
                  <a16:creationId xmlns:a16="http://schemas.microsoft.com/office/drawing/2014/main" id="{F0D48E15-4825-0335-D061-7AEB5A33829F}"/>
                </a:ext>
              </a:extLst>
            </p:cNvPr>
            <p:cNvCxnSpPr>
              <a:cxnSpLocks/>
            </p:cNvCxnSpPr>
            <p:nvPr/>
          </p:nvCxnSpPr>
          <p:spPr>
            <a:xfrm>
              <a:off x="5880103" y="1847151"/>
              <a:ext cx="0" cy="114222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8" name="직선 화살표 연결선 27">
              <a:extLst>
                <a:ext uri="{FF2B5EF4-FFF2-40B4-BE49-F238E27FC236}">
                  <a16:creationId xmlns:a16="http://schemas.microsoft.com/office/drawing/2014/main" id="{1A6A0F00-18D2-BAA8-AB80-80C2381FE8FC}"/>
                </a:ext>
              </a:extLst>
            </p:cNvPr>
            <p:cNvCxnSpPr>
              <a:cxnSpLocks/>
            </p:cNvCxnSpPr>
            <p:nvPr/>
          </p:nvCxnSpPr>
          <p:spPr>
            <a:xfrm>
              <a:off x="3031729" y="298389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9" name="직선 화살표 연결선 28">
              <a:extLst>
                <a:ext uri="{FF2B5EF4-FFF2-40B4-BE49-F238E27FC236}">
                  <a16:creationId xmlns:a16="http://schemas.microsoft.com/office/drawing/2014/main" id="{0AEAB0C3-0FEB-C329-AAF8-E2E7240EFDF0}"/>
                </a:ext>
              </a:extLst>
            </p:cNvPr>
            <p:cNvCxnSpPr>
              <a:cxnSpLocks/>
            </p:cNvCxnSpPr>
            <p:nvPr/>
          </p:nvCxnSpPr>
          <p:spPr>
            <a:xfrm>
              <a:off x="3836724" y="2981847"/>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0" name="직선 화살표 연결선 29">
              <a:extLst>
                <a:ext uri="{FF2B5EF4-FFF2-40B4-BE49-F238E27FC236}">
                  <a16:creationId xmlns:a16="http://schemas.microsoft.com/office/drawing/2014/main" id="{5BF7B039-71B1-AA70-48FB-9174E1AB204A}"/>
                </a:ext>
              </a:extLst>
            </p:cNvPr>
            <p:cNvCxnSpPr>
              <a:cxnSpLocks/>
            </p:cNvCxnSpPr>
            <p:nvPr/>
          </p:nvCxnSpPr>
          <p:spPr>
            <a:xfrm>
              <a:off x="4627299" y="2984615"/>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1" name="직선 화살표 연결선 30">
              <a:extLst>
                <a:ext uri="{FF2B5EF4-FFF2-40B4-BE49-F238E27FC236}">
                  <a16:creationId xmlns:a16="http://schemas.microsoft.com/office/drawing/2014/main" id="{409E2D54-48C8-8DF5-912F-00F3E43D56E6}"/>
                </a:ext>
              </a:extLst>
            </p:cNvPr>
            <p:cNvCxnSpPr>
              <a:cxnSpLocks/>
            </p:cNvCxnSpPr>
            <p:nvPr/>
          </p:nvCxnSpPr>
          <p:spPr>
            <a:xfrm>
              <a:off x="5091975" y="2981575"/>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2" name="직선 화살표 연결선 31">
              <a:extLst>
                <a:ext uri="{FF2B5EF4-FFF2-40B4-BE49-F238E27FC236}">
                  <a16:creationId xmlns:a16="http://schemas.microsoft.com/office/drawing/2014/main" id="{C0FFD900-C195-7C46-E03E-1044DC4199D3}"/>
                </a:ext>
              </a:extLst>
            </p:cNvPr>
            <p:cNvCxnSpPr>
              <a:cxnSpLocks/>
            </p:cNvCxnSpPr>
            <p:nvPr/>
          </p:nvCxnSpPr>
          <p:spPr>
            <a:xfrm>
              <a:off x="4950492" y="1838054"/>
              <a:ext cx="130968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3" name="직선 화살표 연결선 32">
              <a:extLst>
                <a:ext uri="{FF2B5EF4-FFF2-40B4-BE49-F238E27FC236}">
                  <a16:creationId xmlns:a16="http://schemas.microsoft.com/office/drawing/2014/main" id="{7829FB7F-473F-7006-8CEF-855CE859E3E7}"/>
                </a:ext>
              </a:extLst>
            </p:cNvPr>
            <p:cNvCxnSpPr>
              <a:cxnSpLocks/>
            </p:cNvCxnSpPr>
            <p:nvPr/>
          </p:nvCxnSpPr>
          <p:spPr>
            <a:xfrm>
              <a:off x="6248275" y="1843862"/>
              <a:ext cx="0" cy="201138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4" name="직선 화살표 연결선 33">
              <a:extLst>
                <a:ext uri="{FF2B5EF4-FFF2-40B4-BE49-F238E27FC236}">
                  <a16:creationId xmlns:a16="http://schemas.microsoft.com/office/drawing/2014/main" id="{CEF79FD3-9070-88C9-D823-DC12B0BFBC30}"/>
                </a:ext>
              </a:extLst>
            </p:cNvPr>
            <p:cNvCxnSpPr>
              <a:cxnSpLocks/>
            </p:cNvCxnSpPr>
            <p:nvPr/>
          </p:nvCxnSpPr>
          <p:spPr>
            <a:xfrm flipH="1">
              <a:off x="4950492" y="3751785"/>
              <a:ext cx="129778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5" name="직선 화살표 연결선 34">
              <a:extLst>
                <a:ext uri="{FF2B5EF4-FFF2-40B4-BE49-F238E27FC236}">
                  <a16:creationId xmlns:a16="http://schemas.microsoft.com/office/drawing/2014/main" id="{F80615DF-159D-DE67-E051-BC4DA9CD8790}"/>
                </a:ext>
              </a:extLst>
            </p:cNvPr>
            <p:cNvCxnSpPr>
              <a:cxnSpLocks/>
            </p:cNvCxnSpPr>
            <p:nvPr/>
          </p:nvCxnSpPr>
          <p:spPr>
            <a:xfrm flipH="1">
              <a:off x="3402806" y="3751785"/>
              <a:ext cx="142160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6" name="직선 화살표 연결선 35">
              <a:extLst>
                <a:ext uri="{FF2B5EF4-FFF2-40B4-BE49-F238E27FC236}">
                  <a16:creationId xmlns:a16="http://schemas.microsoft.com/office/drawing/2014/main" id="{F0E7552C-883A-C59B-1D22-7F224BA49620}"/>
                </a:ext>
              </a:extLst>
            </p:cNvPr>
            <p:cNvCxnSpPr>
              <a:cxnSpLocks/>
            </p:cNvCxnSpPr>
            <p:nvPr/>
          </p:nvCxnSpPr>
          <p:spPr>
            <a:xfrm flipH="1">
              <a:off x="4952871" y="3849419"/>
              <a:ext cx="129778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7" name="직선 화살표 연결선 36">
              <a:extLst>
                <a:ext uri="{FF2B5EF4-FFF2-40B4-BE49-F238E27FC236}">
                  <a16:creationId xmlns:a16="http://schemas.microsoft.com/office/drawing/2014/main" id="{628E7ADE-2F58-521C-B72B-0DC6BFD0FE9A}"/>
                </a:ext>
              </a:extLst>
            </p:cNvPr>
            <p:cNvCxnSpPr>
              <a:cxnSpLocks/>
            </p:cNvCxnSpPr>
            <p:nvPr/>
          </p:nvCxnSpPr>
          <p:spPr>
            <a:xfrm flipH="1">
              <a:off x="3569432" y="3849419"/>
              <a:ext cx="125021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8" name="직선 화살표 연결선 37">
              <a:extLst>
                <a:ext uri="{FF2B5EF4-FFF2-40B4-BE49-F238E27FC236}">
                  <a16:creationId xmlns:a16="http://schemas.microsoft.com/office/drawing/2014/main" id="{07C369A1-AE67-287D-049E-A5EF3BD781C9}"/>
                </a:ext>
              </a:extLst>
            </p:cNvPr>
            <p:cNvCxnSpPr>
              <a:cxnSpLocks/>
            </p:cNvCxnSpPr>
            <p:nvPr/>
          </p:nvCxnSpPr>
          <p:spPr>
            <a:xfrm>
              <a:off x="3797302" y="3849419"/>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9" name="직선 화살표 연결선 38">
              <a:extLst>
                <a:ext uri="{FF2B5EF4-FFF2-40B4-BE49-F238E27FC236}">
                  <a16:creationId xmlns:a16="http://schemas.microsoft.com/office/drawing/2014/main" id="{1389B5ED-1399-65D9-5664-A0C08954DAAD}"/>
                </a:ext>
              </a:extLst>
            </p:cNvPr>
            <p:cNvCxnSpPr>
              <a:cxnSpLocks/>
            </p:cNvCxnSpPr>
            <p:nvPr/>
          </p:nvCxnSpPr>
          <p:spPr>
            <a:xfrm>
              <a:off x="4597402" y="3852863"/>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0" name="직선 화살표 연결선 39">
              <a:extLst>
                <a:ext uri="{FF2B5EF4-FFF2-40B4-BE49-F238E27FC236}">
                  <a16:creationId xmlns:a16="http://schemas.microsoft.com/office/drawing/2014/main" id="{C32901C8-7C2C-04D0-86F0-EFE0EA6A2083}"/>
                </a:ext>
              </a:extLst>
            </p:cNvPr>
            <p:cNvCxnSpPr>
              <a:cxnSpLocks/>
            </p:cNvCxnSpPr>
            <p:nvPr/>
          </p:nvCxnSpPr>
          <p:spPr>
            <a:xfrm>
              <a:off x="5106989" y="3849419"/>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1" name="직선 화살표 연결선 40">
              <a:extLst>
                <a:ext uri="{FF2B5EF4-FFF2-40B4-BE49-F238E27FC236}">
                  <a16:creationId xmlns:a16="http://schemas.microsoft.com/office/drawing/2014/main" id="{7D2C76E9-D481-E450-F3D4-D332FD5F4DBD}"/>
                </a:ext>
              </a:extLst>
            </p:cNvPr>
            <p:cNvCxnSpPr>
              <a:cxnSpLocks/>
            </p:cNvCxnSpPr>
            <p:nvPr/>
          </p:nvCxnSpPr>
          <p:spPr>
            <a:xfrm>
              <a:off x="5811839" y="3852863"/>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2" name="직선 화살표 연결선 41">
              <a:extLst>
                <a:ext uri="{FF2B5EF4-FFF2-40B4-BE49-F238E27FC236}">
                  <a16:creationId xmlns:a16="http://schemas.microsoft.com/office/drawing/2014/main" id="{0844A4AA-0D00-25D2-109E-C59E8CECF54C}"/>
                </a:ext>
              </a:extLst>
            </p:cNvPr>
            <p:cNvCxnSpPr>
              <a:cxnSpLocks/>
            </p:cNvCxnSpPr>
            <p:nvPr/>
          </p:nvCxnSpPr>
          <p:spPr>
            <a:xfrm flipH="1">
              <a:off x="4952873" y="3457574"/>
              <a:ext cx="110422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3" name="직선 화살표 연결선 42">
              <a:extLst>
                <a:ext uri="{FF2B5EF4-FFF2-40B4-BE49-F238E27FC236}">
                  <a16:creationId xmlns:a16="http://schemas.microsoft.com/office/drawing/2014/main" id="{E9B3B8F4-276E-3EFF-DA09-FF938A8495E0}"/>
                </a:ext>
              </a:extLst>
            </p:cNvPr>
            <p:cNvCxnSpPr>
              <a:cxnSpLocks/>
            </p:cNvCxnSpPr>
            <p:nvPr/>
          </p:nvCxnSpPr>
          <p:spPr>
            <a:xfrm flipH="1" flipV="1">
              <a:off x="3419475" y="3457574"/>
              <a:ext cx="140017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4" name="직선 화살표 연결선 43">
              <a:extLst>
                <a:ext uri="{FF2B5EF4-FFF2-40B4-BE49-F238E27FC236}">
                  <a16:creationId xmlns:a16="http://schemas.microsoft.com/office/drawing/2014/main" id="{F1799542-8CEB-3FBC-8256-16E8CE44E22A}"/>
                </a:ext>
              </a:extLst>
            </p:cNvPr>
            <p:cNvCxnSpPr>
              <a:cxnSpLocks/>
            </p:cNvCxnSpPr>
            <p:nvPr/>
          </p:nvCxnSpPr>
          <p:spPr>
            <a:xfrm flipV="1">
              <a:off x="3425826" y="3328825"/>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5" name="직선 화살표 연결선 44">
              <a:extLst>
                <a:ext uri="{FF2B5EF4-FFF2-40B4-BE49-F238E27FC236}">
                  <a16:creationId xmlns:a16="http://schemas.microsoft.com/office/drawing/2014/main" id="{7616A3A1-9D12-854E-2F75-8D78B88B1EFA}"/>
                </a:ext>
              </a:extLst>
            </p:cNvPr>
            <p:cNvCxnSpPr>
              <a:cxnSpLocks/>
            </p:cNvCxnSpPr>
            <p:nvPr/>
          </p:nvCxnSpPr>
          <p:spPr>
            <a:xfrm flipV="1">
              <a:off x="4225927" y="3331206"/>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6" name="직선 화살표 연결선 45">
              <a:extLst>
                <a:ext uri="{FF2B5EF4-FFF2-40B4-BE49-F238E27FC236}">
                  <a16:creationId xmlns:a16="http://schemas.microsoft.com/office/drawing/2014/main" id="{EC509E52-4DCD-B55A-75DB-0B69AA2E41F4}"/>
                </a:ext>
              </a:extLst>
            </p:cNvPr>
            <p:cNvCxnSpPr>
              <a:cxnSpLocks/>
            </p:cNvCxnSpPr>
            <p:nvPr/>
          </p:nvCxnSpPr>
          <p:spPr>
            <a:xfrm flipV="1">
              <a:off x="5480845" y="3332107"/>
              <a:ext cx="0" cy="12965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7" name="직선 화살표 연결선 46">
              <a:extLst>
                <a:ext uri="{FF2B5EF4-FFF2-40B4-BE49-F238E27FC236}">
                  <a16:creationId xmlns:a16="http://schemas.microsoft.com/office/drawing/2014/main" id="{56874E6C-5B8E-8FAE-12A1-F50A8DE433E7}"/>
                </a:ext>
              </a:extLst>
            </p:cNvPr>
            <p:cNvCxnSpPr>
              <a:cxnSpLocks/>
            </p:cNvCxnSpPr>
            <p:nvPr/>
          </p:nvCxnSpPr>
          <p:spPr>
            <a:xfrm flipV="1">
              <a:off x="4210848" y="3684947"/>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8" name="직선 화살표 연결선 47">
              <a:extLst>
                <a:ext uri="{FF2B5EF4-FFF2-40B4-BE49-F238E27FC236}">
                  <a16:creationId xmlns:a16="http://schemas.microsoft.com/office/drawing/2014/main" id="{CFD4C4CD-C207-1B2D-38D6-3EA7CF66BC3D}"/>
                </a:ext>
              </a:extLst>
            </p:cNvPr>
            <p:cNvCxnSpPr>
              <a:cxnSpLocks/>
            </p:cNvCxnSpPr>
            <p:nvPr/>
          </p:nvCxnSpPr>
          <p:spPr>
            <a:xfrm flipV="1">
              <a:off x="3408366" y="3682166"/>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9" name="직선 화살표 연결선 48">
              <a:extLst>
                <a:ext uri="{FF2B5EF4-FFF2-40B4-BE49-F238E27FC236}">
                  <a16:creationId xmlns:a16="http://schemas.microsoft.com/office/drawing/2014/main" id="{469D834D-DB36-BC13-ED8E-A5BB75C621B5}"/>
                </a:ext>
              </a:extLst>
            </p:cNvPr>
            <p:cNvCxnSpPr>
              <a:cxnSpLocks/>
            </p:cNvCxnSpPr>
            <p:nvPr/>
          </p:nvCxnSpPr>
          <p:spPr>
            <a:xfrm flipV="1">
              <a:off x="5461004" y="3684947"/>
              <a:ext cx="0" cy="7200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0" name="직선 연결선 49">
              <a:extLst>
                <a:ext uri="{FF2B5EF4-FFF2-40B4-BE49-F238E27FC236}">
                  <a16:creationId xmlns:a16="http://schemas.microsoft.com/office/drawing/2014/main" id="{77D83D93-EE6F-9282-3CEA-A00D4E49A062}"/>
                </a:ext>
              </a:extLst>
            </p:cNvPr>
            <p:cNvCxnSpPr>
              <a:cxnSpLocks/>
            </p:cNvCxnSpPr>
            <p:nvPr/>
          </p:nvCxnSpPr>
          <p:spPr>
            <a:xfrm>
              <a:off x="6177630" y="3456093"/>
              <a:ext cx="68264"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직선 화살표 연결선 50">
              <a:extLst>
                <a:ext uri="{FF2B5EF4-FFF2-40B4-BE49-F238E27FC236}">
                  <a16:creationId xmlns:a16="http://schemas.microsoft.com/office/drawing/2014/main" id="{22BCF845-3DC2-AB31-FB11-8E7B6FB8141E}"/>
                </a:ext>
              </a:extLst>
            </p:cNvPr>
            <p:cNvCxnSpPr>
              <a:cxnSpLocks/>
            </p:cNvCxnSpPr>
            <p:nvPr/>
          </p:nvCxnSpPr>
          <p:spPr>
            <a:xfrm>
              <a:off x="6241990" y="3062206"/>
              <a:ext cx="346929"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2" name="직선 화살표 연결선 51">
              <a:extLst>
                <a:ext uri="{FF2B5EF4-FFF2-40B4-BE49-F238E27FC236}">
                  <a16:creationId xmlns:a16="http://schemas.microsoft.com/office/drawing/2014/main" id="{BF36E372-805A-C8ED-5FE1-14BE9296F2A6}"/>
                </a:ext>
              </a:extLst>
            </p:cNvPr>
            <p:cNvCxnSpPr>
              <a:cxnSpLocks/>
            </p:cNvCxnSpPr>
            <p:nvPr/>
          </p:nvCxnSpPr>
          <p:spPr>
            <a:xfrm flipH="1">
              <a:off x="2918290" y="2983288"/>
              <a:ext cx="111918" cy="26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3" name="직선 화살표 연결선 52">
              <a:extLst>
                <a:ext uri="{FF2B5EF4-FFF2-40B4-BE49-F238E27FC236}">
                  <a16:creationId xmlns:a16="http://schemas.microsoft.com/office/drawing/2014/main" id="{0D0045CF-1F23-95FD-0AF4-6EF6B1530166}"/>
                </a:ext>
              </a:extLst>
            </p:cNvPr>
            <p:cNvCxnSpPr>
              <a:cxnSpLocks/>
            </p:cNvCxnSpPr>
            <p:nvPr/>
          </p:nvCxnSpPr>
          <p:spPr>
            <a:xfrm flipH="1">
              <a:off x="1758950" y="2891215"/>
              <a:ext cx="298450"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4" name="직선 화살표 연결선 53">
              <a:extLst>
                <a:ext uri="{FF2B5EF4-FFF2-40B4-BE49-F238E27FC236}">
                  <a16:creationId xmlns:a16="http://schemas.microsoft.com/office/drawing/2014/main" id="{0B7499E2-5449-884A-0028-CCE18801CE58}"/>
                </a:ext>
              </a:extLst>
            </p:cNvPr>
            <p:cNvCxnSpPr>
              <a:cxnSpLocks/>
            </p:cNvCxnSpPr>
            <p:nvPr/>
          </p:nvCxnSpPr>
          <p:spPr>
            <a:xfrm>
              <a:off x="1758950" y="2891215"/>
              <a:ext cx="0" cy="2889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5" name="직선 화살표 연결선 54">
              <a:extLst>
                <a:ext uri="{FF2B5EF4-FFF2-40B4-BE49-F238E27FC236}">
                  <a16:creationId xmlns:a16="http://schemas.microsoft.com/office/drawing/2014/main" id="{79996A3F-73A5-28B0-770B-48036054E49B}"/>
                </a:ext>
              </a:extLst>
            </p:cNvPr>
            <p:cNvCxnSpPr>
              <a:cxnSpLocks/>
            </p:cNvCxnSpPr>
            <p:nvPr/>
          </p:nvCxnSpPr>
          <p:spPr>
            <a:xfrm>
              <a:off x="1758886" y="3180140"/>
              <a:ext cx="96123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cxnSp>
        <p:nvCxnSpPr>
          <p:cNvPr id="58" name="직선 화살표 연결선 57">
            <a:extLst>
              <a:ext uri="{FF2B5EF4-FFF2-40B4-BE49-F238E27FC236}">
                <a16:creationId xmlns:a16="http://schemas.microsoft.com/office/drawing/2014/main" id="{755B2243-7AA2-C1DA-7330-CD6E1DBE42DA}"/>
              </a:ext>
            </a:extLst>
          </p:cNvPr>
          <p:cNvCxnSpPr>
            <a:cxnSpLocks/>
          </p:cNvCxnSpPr>
          <p:nvPr/>
        </p:nvCxnSpPr>
        <p:spPr>
          <a:xfrm>
            <a:off x="1240631" y="840186"/>
            <a:ext cx="0" cy="62357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8964402"/>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90693-BCDA-7195-BF85-FF8433B93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F43D1-76D6-61A5-4E7B-40B0237F0F4E}"/>
              </a:ext>
            </a:extLst>
          </p:cNvPr>
          <p:cNvSpPr>
            <a:spLocks noGrp="1"/>
          </p:cNvSpPr>
          <p:nvPr>
            <p:ph type="title"/>
          </p:nvPr>
        </p:nvSpPr>
        <p:spPr>
          <a:xfrm>
            <a:off x="304799" y="304655"/>
            <a:ext cx="8392313" cy="535531"/>
          </a:xfrm>
        </p:spPr>
        <p:txBody>
          <a:bodyPr/>
          <a:lstStyle/>
          <a:p>
            <a:r>
              <a:rPr lang="nb-NO" altLang="ko-KR" dirty="0" err="1"/>
              <a:t>Lubricating</a:t>
            </a:r>
            <a:r>
              <a:rPr lang="nb-NO" altLang="ko-KR" dirty="0"/>
              <a:t> Oil Filter (</a:t>
            </a:r>
            <a:r>
              <a:rPr lang="nb-NO" altLang="ko-KR" dirty="0" err="1"/>
              <a:t>HiMSEN</a:t>
            </a:r>
            <a:r>
              <a:rPr lang="nb-NO" altLang="ko-KR" dirty="0"/>
              <a:t>)</a:t>
            </a:r>
            <a:endParaRPr lang="en-US" dirty="0"/>
          </a:p>
        </p:txBody>
      </p:sp>
      <p:pic>
        <p:nvPicPr>
          <p:cNvPr id="9" name="온라인 미디어 8" title="How to change L.O cartridge filter of Diesel  Engine (HIMSEN)">
            <a:hlinkClick r:id="" action="ppaction://media"/>
            <a:extLst>
              <a:ext uri="{FF2B5EF4-FFF2-40B4-BE49-F238E27FC236}">
                <a16:creationId xmlns:a16="http://schemas.microsoft.com/office/drawing/2014/main" id="{37497874-2C46-A3D3-EE88-FBAB0EA167A2}"/>
              </a:ext>
            </a:extLst>
          </p:cNvPr>
          <p:cNvPicPr>
            <a:picLocks noRot="1" noChangeAspect="1"/>
          </p:cNvPicPr>
          <p:nvPr>
            <a:videoFile r:link="rId1"/>
          </p:nvPr>
        </p:nvPicPr>
        <p:blipFill>
          <a:blip r:embed="rId4"/>
          <a:stretch>
            <a:fillRect/>
          </a:stretch>
        </p:blipFill>
        <p:spPr>
          <a:xfrm>
            <a:off x="438437" y="948776"/>
            <a:ext cx="6560504" cy="3706370"/>
          </a:xfrm>
          <a:prstGeom prst="rect">
            <a:avLst/>
          </a:prstGeom>
        </p:spPr>
      </p:pic>
    </p:spTree>
    <p:extLst>
      <p:ext uri="{BB962C8B-B14F-4D97-AF65-F5344CB8AC3E}">
        <p14:creationId xmlns:p14="http://schemas.microsoft.com/office/powerpoint/2010/main" val="26421473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27DA4-2AF9-6C6E-32E3-7D01F91C8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C6B7D-E31A-7E48-4E51-FBB97921783E}"/>
              </a:ext>
            </a:extLst>
          </p:cNvPr>
          <p:cNvSpPr>
            <a:spLocks noGrp="1"/>
          </p:cNvSpPr>
          <p:nvPr>
            <p:ph type="title"/>
          </p:nvPr>
        </p:nvSpPr>
        <p:spPr>
          <a:xfrm>
            <a:off x="304799" y="304655"/>
            <a:ext cx="8392313" cy="535531"/>
          </a:xfrm>
        </p:spPr>
        <p:txBody>
          <a:bodyPr/>
          <a:lstStyle/>
          <a:p>
            <a:r>
              <a:rPr lang="nb-NO" altLang="ko-KR" dirty="0" err="1"/>
              <a:t>Lubricating</a:t>
            </a:r>
            <a:r>
              <a:rPr lang="nb-NO" altLang="ko-KR" dirty="0"/>
              <a:t> Oil Filter</a:t>
            </a:r>
            <a:endParaRPr lang="en-US" dirty="0"/>
          </a:p>
        </p:txBody>
      </p:sp>
      <p:sp>
        <p:nvSpPr>
          <p:cNvPr id="11" name="Text Placeholder 2">
            <a:extLst>
              <a:ext uri="{FF2B5EF4-FFF2-40B4-BE49-F238E27FC236}">
                <a16:creationId xmlns:a16="http://schemas.microsoft.com/office/drawing/2014/main" id="{F84937EF-86B5-0E56-DBE0-33DCA99BA6CC}"/>
              </a:ext>
            </a:extLst>
          </p:cNvPr>
          <p:cNvSpPr>
            <a:spLocks noGrp="1"/>
          </p:cNvSpPr>
          <p:nvPr>
            <p:ph type="body" sz="quarter" idx="10"/>
          </p:nvPr>
        </p:nvSpPr>
        <p:spPr>
          <a:xfrm>
            <a:off x="431361" y="1182530"/>
            <a:ext cx="3630099" cy="3814442"/>
          </a:xfrm>
        </p:spPr>
        <p:txBody>
          <a:bodyPr>
            <a:normAutofit fontScale="92500" lnSpcReduction="10000"/>
          </a:bodyPr>
          <a:lstStyle/>
          <a:p>
            <a:pPr marL="0" indent="0">
              <a:spcAft>
                <a:spcPts val="1000"/>
              </a:spcAft>
              <a:buNone/>
            </a:pPr>
            <a:r>
              <a:rPr lang="en-US" altLang="ko-KR" sz="1600" dirty="0"/>
              <a:t>The lubricating oil filter is a double filter which is generally used with only one filter chamber being in operation, the other filter chamber being stand-by. </a:t>
            </a:r>
          </a:p>
          <a:p>
            <a:pPr marL="0" indent="0">
              <a:spcAft>
                <a:spcPts val="1000"/>
              </a:spcAft>
              <a:buNone/>
            </a:pPr>
            <a:r>
              <a:rPr lang="en-US" altLang="ko-KR" sz="1600" dirty="0"/>
              <a:t>If the filter chamber in operation needs to be serviced, the operation can be switched to the other filter chamber without any interruption in lubricating oil supply to the engine.</a:t>
            </a:r>
          </a:p>
          <a:p>
            <a:pPr marL="0" indent="0">
              <a:spcAft>
                <a:spcPts val="1000"/>
              </a:spcAft>
              <a:buNone/>
            </a:pPr>
            <a:r>
              <a:rPr lang="en-US" altLang="ko-KR" sz="1600" dirty="0"/>
              <a:t>Each filter chamber is equipped with 1 or 2 replaceable paper cartridges of fineness 10-15 microns.</a:t>
            </a:r>
          </a:p>
          <a:p>
            <a:pPr marL="0" indent="0">
              <a:spcAft>
                <a:spcPts val="1000"/>
              </a:spcAft>
              <a:buNone/>
            </a:pPr>
            <a:r>
              <a:rPr lang="en-US" altLang="ko-KR" sz="1600" dirty="0"/>
              <a:t>In the center of each filter chamber a filter basket (central element) is situated. This filter basket is acting as a safety filter, having a fineness of about 60 microns.</a:t>
            </a:r>
          </a:p>
        </p:txBody>
      </p:sp>
      <p:pic>
        <p:nvPicPr>
          <p:cNvPr id="4" name="그림 3">
            <a:extLst>
              <a:ext uri="{FF2B5EF4-FFF2-40B4-BE49-F238E27FC236}">
                <a16:creationId xmlns:a16="http://schemas.microsoft.com/office/drawing/2014/main" id="{0203F0D6-48E7-6ED7-FAA8-6A03BF112D5C}"/>
              </a:ext>
            </a:extLst>
          </p:cNvPr>
          <p:cNvPicPr>
            <a:picLocks noChangeAspect="1"/>
          </p:cNvPicPr>
          <p:nvPr/>
        </p:nvPicPr>
        <p:blipFill>
          <a:blip r:embed="rId3"/>
          <a:stretch>
            <a:fillRect/>
          </a:stretch>
        </p:blipFill>
        <p:spPr>
          <a:xfrm>
            <a:off x="4643262" y="1656913"/>
            <a:ext cx="1833644" cy="3486581"/>
          </a:xfrm>
          <a:prstGeom prst="rect">
            <a:avLst/>
          </a:prstGeom>
        </p:spPr>
      </p:pic>
      <p:pic>
        <p:nvPicPr>
          <p:cNvPr id="6" name="그림 5">
            <a:extLst>
              <a:ext uri="{FF2B5EF4-FFF2-40B4-BE49-F238E27FC236}">
                <a16:creationId xmlns:a16="http://schemas.microsoft.com/office/drawing/2014/main" id="{B9A0DBCB-239E-ACF6-CE0A-CCC6054505F2}"/>
              </a:ext>
            </a:extLst>
          </p:cNvPr>
          <p:cNvPicPr>
            <a:picLocks noChangeAspect="1"/>
          </p:cNvPicPr>
          <p:nvPr/>
        </p:nvPicPr>
        <p:blipFill>
          <a:blip r:embed="rId4"/>
          <a:stretch>
            <a:fillRect/>
          </a:stretch>
        </p:blipFill>
        <p:spPr>
          <a:xfrm>
            <a:off x="7031209" y="1654765"/>
            <a:ext cx="1818487" cy="3487655"/>
          </a:xfrm>
          <a:prstGeom prst="rect">
            <a:avLst/>
          </a:prstGeom>
        </p:spPr>
      </p:pic>
      <p:sp>
        <p:nvSpPr>
          <p:cNvPr id="7" name="Text Placeholder 2">
            <a:extLst>
              <a:ext uri="{FF2B5EF4-FFF2-40B4-BE49-F238E27FC236}">
                <a16:creationId xmlns:a16="http://schemas.microsoft.com/office/drawing/2014/main" id="{0C675565-4F12-86EC-C43A-ECC634D39F84}"/>
              </a:ext>
            </a:extLst>
          </p:cNvPr>
          <p:cNvSpPr txBox="1">
            <a:spLocks/>
          </p:cNvSpPr>
          <p:nvPr/>
        </p:nvSpPr>
        <p:spPr>
          <a:xfrm>
            <a:off x="5631050" y="1144839"/>
            <a:ext cx="143930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Paper cartridges </a:t>
            </a:r>
          </a:p>
        </p:txBody>
      </p:sp>
      <p:cxnSp>
        <p:nvCxnSpPr>
          <p:cNvPr id="8" name="직선 화살표 연결선 7">
            <a:extLst>
              <a:ext uri="{FF2B5EF4-FFF2-40B4-BE49-F238E27FC236}">
                <a16:creationId xmlns:a16="http://schemas.microsoft.com/office/drawing/2014/main" id="{8613BD60-8C81-283A-69D3-F40D867E7DBB}"/>
              </a:ext>
            </a:extLst>
          </p:cNvPr>
          <p:cNvCxnSpPr>
            <a:cxnSpLocks/>
          </p:cNvCxnSpPr>
          <p:nvPr/>
        </p:nvCxnSpPr>
        <p:spPr>
          <a:xfrm>
            <a:off x="6476906" y="1567543"/>
            <a:ext cx="804219" cy="105185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 name="직선 화살표 연결선 9">
            <a:extLst>
              <a:ext uri="{FF2B5EF4-FFF2-40B4-BE49-F238E27FC236}">
                <a16:creationId xmlns:a16="http://schemas.microsoft.com/office/drawing/2014/main" id="{259FE69B-28B0-7582-3767-8D75FEB2019A}"/>
              </a:ext>
            </a:extLst>
          </p:cNvPr>
          <p:cNvCxnSpPr>
            <a:cxnSpLocks/>
          </p:cNvCxnSpPr>
          <p:nvPr/>
        </p:nvCxnSpPr>
        <p:spPr>
          <a:xfrm>
            <a:off x="4779703" y="1512217"/>
            <a:ext cx="0" cy="158958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3" name="Text Placeholder 2">
            <a:extLst>
              <a:ext uri="{FF2B5EF4-FFF2-40B4-BE49-F238E27FC236}">
                <a16:creationId xmlns:a16="http://schemas.microsoft.com/office/drawing/2014/main" id="{E2F988C5-345D-6492-772B-95F51AEECB96}"/>
              </a:ext>
            </a:extLst>
          </p:cNvPr>
          <p:cNvSpPr txBox="1">
            <a:spLocks/>
          </p:cNvSpPr>
          <p:nvPr/>
        </p:nvSpPr>
        <p:spPr>
          <a:xfrm>
            <a:off x="4060052" y="997710"/>
            <a:ext cx="143930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Filter basket (central element)</a:t>
            </a:r>
          </a:p>
        </p:txBody>
      </p:sp>
      <p:pic>
        <p:nvPicPr>
          <p:cNvPr id="2050" name="Picture 2" descr="Lubricationg oil filter sales for MAN B&amp;W &amp; HIMSEN engine">
            <a:extLst>
              <a:ext uri="{FF2B5EF4-FFF2-40B4-BE49-F238E27FC236}">
                <a16:creationId xmlns:a16="http://schemas.microsoft.com/office/drawing/2014/main" id="{E680CD39-F2FB-C20E-8B75-B5C65B2EBC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9226" y="-5210"/>
            <a:ext cx="1659975" cy="165997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직선 화살표 연결선 14">
            <a:extLst>
              <a:ext uri="{FF2B5EF4-FFF2-40B4-BE49-F238E27FC236}">
                <a16:creationId xmlns:a16="http://schemas.microsoft.com/office/drawing/2014/main" id="{C1F75A34-01CD-9279-4A91-CD0A8D51346E}"/>
              </a:ext>
            </a:extLst>
          </p:cNvPr>
          <p:cNvCxnSpPr>
            <a:cxnSpLocks/>
          </p:cNvCxnSpPr>
          <p:nvPr/>
        </p:nvCxnSpPr>
        <p:spPr>
          <a:xfrm>
            <a:off x="6987889" y="1274526"/>
            <a:ext cx="365389"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4656617"/>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6B72A-3A9D-A7AE-2DD9-8E5A5DDCA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3358C-FA2F-5680-4ED0-8BD752288E1C}"/>
              </a:ext>
            </a:extLst>
          </p:cNvPr>
          <p:cNvSpPr>
            <a:spLocks noGrp="1"/>
          </p:cNvSpPr>
          <p:nvPr>
            <p:ph type="title"/>
          </p:nvPr>
        </p:nvSpPr>
        <p:spPr>
          <a:xfrm>
            <a:off x="304799" y="304655"/>
            <a:ext cx="8392313" cy="535531"/>
          </a:xfrm>
        </p:spPr>
        <p:txBody>
          <a:bodyPr/>
          <a:lstStyle/>
          <a:p>
            <a:r>
              <a:rPr lang="nb-NO" altLang="ko-KR" dirty="0" err="1"/>
              <a:t>Lubricating</a:t>
            </a:r>
            <a:r>
              <a:rPr lang="nb-NO" altLang="ko-KR" dirty="0"/>
              <a:t> Oil Filter</a:t>
            </a:r>
            <a:endParaRPr lang="en-US" dirty="0"/>
          </a:p>
        </p:txBody>
      </p:sp>
      <p:sp>
        <p:nvSpPr>
          <p:cNvPr id="11" name="Text Placeholder 2">
            <a:extLst>
              <a:ext uri="{FF2B5EF4-FFF2-40B4-BE49-F238E27FC236}">
                <a16:creationId xmlns:a16="http://schemas.microsoft.com/office/drawing/2014/main" id="{07B31675-A51E-92F9-52B5-7DC47759D9A0}"/>
              </a:ext>
            </a:extLst>
          </p:cNvPr>
          <p:cNvSpPr>
            <a:spLocks noGrp="1"/>
          </p:cNvSpPr>
          <p:nvPr>
            <p:ph type="body" sz="quarter" idx="10"/>
          </p:nvPr>
        </p:nvSpPr>
        <p:spPr>
          <a:xfrm>
            <a:off x="307612" y="976275"/>
            <a:ext cx="2964982" cy="3980660"/>
          </a:xfrm>
        </p:spPr>
        <p:txBody>
          <a:bodyPr>
            <a:normAutofit fontScale="92500" lnSpcReduction="10000"/>
          </a:bodyPr>
          <a:lstStyle/>
          <a:p>
            <a:pPr marL="0" indent="0">
              <a:spcAft>
                <a:spcPts val="1000"/>
              </a:spcAft>
              <a:buNone/>
            </a:pPr>
            <a:r>
              <a:rPr lang="en-US" altLang="ko-KR" sz="1600" dirty="0"/>
              <a:t>During operation, an increased pressure drop across the filter will be observed as dirt particles will deposit on the filtration surfaces of the paper cartridges and thus increase the flow resistance through the filter.</a:t>
            </a:r>
          </a:p>
          <a:p>
            <a:pPr marL="0" indent="0">
              <a:spcAft>
                <a:spcPts val="1000"/>
              </a:spcAft>
              <a:buNone/>
            </a:pPr>
            <a:r>
              <a:rPr lang="en-US" altLang="ko-KR" sz="1600" dirty="0"/>
              <a:t>To ensure safe filtering of the lubricating oil, none of the by-pass valves must open during normal service and the elements should be replaced at a pressure drop across the filter of 1.5 bar.</a:t>
            </a:r>
          </a:p>
          <a:p>
            <a:pPr marL="0" indent="0">
              <a:spcAft>
                <a:spcPts val="1000"/>
              </a:spcAft>
              <a:buNone/>
            </a:pPr>
            <a:r>
              <a:rPr lang="en-US" altLang="ko-KR" sz="1600" dirty="0"/>
              <a:t>When exchanging cartridges, it is advisable to release any old oil remaining in the filter housing by means of the drain plug provided for this purpose, and to wipe out the housing with a cloth.</a:t>
            </a:r>
          </a:p>
        </p:txBody>
      </p:sp>
      <p:pic>
        <p:nvPicPr>
          <p:cNvPr id="5" name="그림 4">
            <a:extLst>
              <a:ext uri="{FF2B5EF4-FFF2-40B4-BE49-F238E27FC236}">
                <a16:creationId xmlns:a16="http://schemas.microsoft.com/office/drawing/2014/main" id="{4DCE1C3E-AC17-C5AD-9578-CC4037A739FD}"/>
              </a:ext>
            </a:extLst>
          </p:cNvPr>
          <p:cNvPicPr>
            <a:picLocks noChangeAspect="1"/>
          </p:cNvPicPr>
          <p:nvPr/>
        </p:nvPicPr>
        <p:blipFill>
          <a:blip r:embed="rId3"/>
          <a:stretch>
            <a:fillRect/>
          </a:stretch>
        </p:blipFill>
        <p:spPr>
          <a:xfrm>
            <a:off x="3350230" y="992405"/>
            <a:ext cx="1908530" cy="3655225"/>
          </a:xfrm>
          <a:prstGeom prst="rect">
            <a:avLst/>
          </a:prstGeom>
        </p:spPr>
      </p:pic>
      <p:pic>
        <p:nvPicPr>
          <p:cNvPr id="12" name="그림 11">
            <a:extLst>
              <a:ext uri="{FF2B5EF4-FFF2-40B4-BE49-F238E27FC236}">
                <a16:creationId xmlns:a16="http://schemas.microsoft.com/office/drawing/2014/main" id="{2B035F87-49F8-6164-D808-CE563E19D3FE}"/>
              </a:ext>
            </a:extLst>
          </p:cNvPr>
          <p:cNvPicPr>
            <a:picLocks noChangeAspect="1"/>
          </p:cNvPicPr>
          <p:nvPr/>
        </p:nvPicPr>
        <p:blipFill>
          <a:blip r:embed="rId4"/>
          <a:stretch>
            <a:fillRect/>
          </a:stretch>
        </p:blipFill>
        <p:spPr>
          <a:xfrm>
            <a:off x="7233368" y="984177"/>
            <a:ext cx="1910632" cy="3663453"/>
          </a:xfrm>
          <a:prstGeom prst="rect">
            <a:avLst/>
          </a:prstGeom>
        </p:spPr>
      </p:pic>
      <p:pic>
        <p:nvPicPr>
          <p:cNvPr id="15" name="그림 14">
            <a:extLst>
              <a:ext uri="{FF2B5EF4-FFF2-40B4-BE49-F238E27FC236}">
                <a16:creationId xmlns:a16="http://schemas.microsoft.com/office/drawing/2014/main" id="{6F7D4EFF-033F-8211-2274-6B73E924F655}"/>
              </a:ext>
            </a:extLst>
          </p:cNvPr>
          <p:cNvPicPr>
            <a:picLocks noChangeAspect="1"/>
          </p:cNvPicPr>
          <p:nvPr/>
        </p:nvPicPr>
        <p:blipFill>
          <a:blip r:embed="rId5"/>
          <a:stretch>
            <a:fillRect/>
          </a:stretch>
        </p:blipFill>
        <p:spPr>
          <a:xfrm>
            <a:off x="5293135" y="992405"/>
            <a:ext cx="1905858" cy="3655225"/>
          </a:xfrm>
          <a:prstGeom prst="rect">
            <a:avLst/>
          </a:prstGeom>
        </p:spPr>
      </p:pic>
    </p:spTree>
    <p:extLst>
      <p:ext uri="{BB962C8B-B14F-4D97-AF65-F5344CB8AC3E}">
        <p14:creationId xmlns:p14="http://schemas.microsoft.com/office/powerpoint/2010/main" val="3149780376"/>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DAAFF-B438-5524-2131-9B83E792B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148A9-6665-3B5B-DA6A-CA384844AA37}"/>
              </a:ext>
            </a:extLst>
          </p:cNvPr>
          <p:cNvSpPr>
            <a:spLocks noGrp="1"/>
          </p:cNvSpPr>
          <p:nvPr>
            <p:ph type="title"/>
          </p:nvPr>
        </p:nvSpPr>
        <p:spPr>
          <a:xfrm>
            <a:off x="304799" y="304655"/>
            <a:ext cx="8392313" cy="535531"/>
          </a:xfrm>
        </p:spPr>
        <p:txBody>
          <a:bodyPr/>
          <a:lstStyle/>
          <a:p>
            <a:r>
              <a:rPr lang="nb-NO" altLang="ko-KR" dirty="0" err="1"/>
              <a:t>Centrifugal</a:t>
            </a:r>
            <a:r>
              <a:rPr lang="nb-NO" altLang="ko-KR" dirty="0"/>
              <a:t> Oil Filter</a:t>
            </a:r>
            <a:endParaRPr lang="en-US" dirty="0"/>
          </a:p>
        </p:txBody>
      </p:sp>
      <p:pic>
        <p:nvPicPr>
          <p:cNvPr id="3" name="온라인 미디어 2" title="Centrifugal Oil Cleaner / Centrifugal Oil Filter / Working Principle Of Centrifugal Oil Cleaner">
            <a:hlinkClick r:id="" action="ppaction://media"/>
            <a:extLst>
              <a:ext uri="{FF2B5EF4-FFF2-40B4-BE49-F238E27FC236}">
                <a16:creationId xmlns:a16="http://schemas.microsoft.com/office/drawing/2014/main" id="{34283AAA-C872-97F8-07E7-D40B33ECB7A0}"/>
              </a:ext>
            </a:extLst>
          </p:cNvPr>
          <p:cNvPicPr>
            <a:picLocks noRot="1" noChangeAspect="1"/>
          </p:cNvPicPr>
          <p:nvPr>
            <a:videoFile r:link="rId1"/>
          </p:nvPr>
        </p:nvPicPr>
        <p:blipFill>
          <a:blip r:embed="rId4"/>
          <a:stretch>
            <a:fillRect/>
          </a:stretch>
        </p:blipFill>
        <p:spPr>
          <a:xfrm>
            <a:off x="424685" y="949160"/>
            <a:ext cx="6601755" cy="3729675"/>
          </a:xfrm>
          <a:prstGeom prst="rect">
            <a:avLst/>
          </a:prstGeom>
        </p:spPr>
      </p:pic>
    </p:spTree>
    <p:extLst>
      <p:ext uri="{BB962C8B-B14F-4D97-AF65-F5344CB8AC3E}">
        <p14:creationId xmlns:p14="http://schemas.microsoft.com/office/powerpoint/2010/main" val="401147709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44855-3B4B-ECC1-F99A-120E0BD5F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88C86-02B8-E63E-E88E-6E6658BB110F}"/>
              </a:ext>
            </a:extLst>
          </p:cNvPr>
          <p:cNvSpPr>
            <a:spLocks noGrp="1"/>
          </p:cNvSpPr>
          <p:nvPr>
            <p:ph type="title"/>
          </p:nvPr>
        </p:nvSpPr>
        <p:spPr>
          <a:xfrm>
            <a:off x="304799" y="304655"/>
            <a:ext cx="8392313" cy="535531"/>
          </a:xfrm>
        </p:spPr>
        <p:txBody>
          <a:bodyPr/>
          <a:lstStyle/>
          <a:p>
            <a:r>
              <a:rPr lang="nb-NO" altLang="ko-KR" dirty="0" err="1"/>
              <a:t>Centrifugal</a:t>
            </a:r>
            <a:r>
              <a:rPr lang="nb-NO" altLang="ko-KR" dirty="0"/>
              <a:t> Oil Filter</a:t>
            </a:r>
            <a:endParaRPr lang="en-US" dirty="0"/>
          </a:p>
        </p:txBody>
      </p:sp>
      <p:pic>
        <p:nvPicPr>
          <p:cNvPr id="6" name="온라인 미디어 5" title="Centrifugal Oil Filter | Centrifuge Oil Cleaner | Working Principle">
            <a:hlinkClick r:id="" action="ppaction://media"/>
            <a:extLst>
              <a:ext uri="{FF2B5EF4-FFF2-40B4-BE49-F238E27FC236}">
                <a16:creationId xmlns:a16="http://schemas.microsoft.com/office/drawing/2014/main" id="{F9EBD983-7597-77B8-1A0A-42D6C1BE0123}"/>
              </a:ext>
            </a:extLst>
          </p:cNvPr>
          <p:cNvPicPr>
            <a:picLocks noRot="1" noChangeAspect="1"/>
          </p:cNvPicPr>
          <p:nvPr>
            <a:videoFile r:link="rId1"/>
          </p:nvPr>
        </p:nvPicPr>
        <p:blipFill>
          <a:blip r:embed="rId4"/>
          <a:stretch>
            <a:fillRect/>
          </a:stretch>
        </p:blipFill>
        <p:spPr>
          <a:xfrm>
            <a:off x="426261" y="946932"/>
            <a:ext cx="6565805" cy="3709365"/>
          </a:xfrm>
          <a:prstGeom prst="rect">
            <a:avLst/>
          </a:prstGeom>
        </p:spPr>
      </p:pic>
    </p:spTree>
    <p:extLst>
      <p:ext uri="{BB962C8B-B14F-4D97-AF65-F5344CB8AC3E}">
        <p14:creationId xmlns:p14="http://schemas.microsoft.com/office/powerpoint/2010/main" val="69662985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A55E5-210F-F9E3-D4DE-7657F93AB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8079E-ECFB-42BA-E0F2-D099FADD6843}"/>
              </a:ext>
            </a:extLst>
          </p:cNvPr>
          <p:cNvSpPr>
            <a:spLocks noGrp="1"/>
          </p:cNvSpPr>
          <p:nvPr>
            <p:ph type="title"/>
          </p:nvPr>
        </p:nvSpPr>
        <p:spPr>
          <a:xfrm>
            <a:off x="304799" y="304655"/>
            <a:ext cx="8392313" cy="535531"/>
          </a:xfrm>
        </p:spPr>
        <p:txBody>
          <a:bodyPr/>
          <a:lstStyle/>
          <a:p>
            <a:r>
              <a:rPr lang="nb-NO" altLang="ko-KR" dirty="0" err="1"/>
              <a:t>Centrifugal</a:t>
            </a:r>
            <a:r>
              <a:rPr lang="nb-NO" altLang="ko-KR" dirty="0"/>
              <a:t> Oil Filter</a:t>
            </a:r>
            <a:endParaRPr lang="en-US" dirty="0"/>
          </a:p>
        </p:txBody>
      </p:sp>
      <p:pic>
        <p:nvPicPr>
          <p:cNvPr id="3" name="온라인 미디어 2" title="Kidney Loop System - A look inside of IOW MP600 Centrifuge Filter gravity draining back into engine">
            <a:hlinkClick r:id="" action="ppaction://media"/>
            <a:extLst>
              <a:ext uri="{FF2B5EF4-FFF2-40B4-BE49-F238E27FC236}">
                <a16:creationId xmlns:a16="http://schemas.microsoft.com/office/drawing/2014/main" id="{C27173E4-5673-7743-7636-3CB813FA72EB}"/>
              </a:ext>
            </a:extLst>
          </p:cNvPr>
          <p:cNvPicPr>
            <a:picLocks noRot="1" noChangeAspect="1"/>
          </p:cNvPicPr>
          <p:nvPr>
            <a:videoFile r:link="rId1"/>
          </p:nvPr>
        </p:nvPicPr>
        <p:blipFill>
          <a:blip r:embed="rId4"/>
          <a:stretch>
            <a:fillRect/>
          </a:stretch>
        </p:blipFill>
        <p:spPr>
          <a:xfrm>
            <a:off x="2103807" y="911391"/>
            <a:ext cx="4936385" cy="3702289"/>
          </a:xfrm>
          <a:prstGeom prst="rect">
            <a:avLst/>
          </a:prstGeom>
        </p:spPr>
      </p:pic>
    </p:spTree>
    <p:extLst>
      <p:ext uri="{BB962C8B-B14F-4D97-AF65-F5344CB8AC3E}">
        <p14:creationId xmlns:p14="http://schemas.microsoft.com/office/powerpoint/2010/main" val="397501734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D9427-0CE1-6E40-25FB-132EC5616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A5134-2F2B-DAE3-08FD-07FC1FDA00BE}"/>
              </a:ext>
            </a:extLst>
          </p:cNvPr>
          <p:cNvSpPr>
            <a:spLocks noGrp="1"/>
          </p:cNvSpPr>
          <p:nvPr>
            <p:ph type="title"/>
          </p:nvPr>
        </p:nvSpPr>
        <p:spPr>
          <a:xfrm>
            <a:off x="304799" y="304655"/>
            <a:ext cx="8392313" cy="535531"/>
          </a:xfrm>
        </p:spPr>
        <p:txBody>
          <a:bodyPr/>
          <a:lstStyle/>
          <a:p>
            <a:r>
              <a:rPr lang="nb-NO" altLang="ko-KR" dirty="0" err="1"/>
              <a:t>Centrifugal</a:t>
            </a:r>
            <a:r>
              <a:rPr lang="nb-NO" altLang="ko-KR" dirty="0"/>
              <a:t> Oil Filter</a:t>
            </a:r>
            <a:endParaRPr lang="en-US" dirty="0"/>
          </a:p>
        </p:txBody>
      </p:sp>
      <p:pic>
        <p:nvPicPr>
          <p:cNvPr id="10242" name="Picture 2" descr="Enlightened Summit Sdn Bhd | Hydromaz | Water Treatment | Water | Descale |  Remove Scale | Descaler | Chiller | Cooling Tower | Oil Filter | Malaysia">
            <a:extLst>
              <a:ext uri="{FF2B5EF4-FFF2-40B4-BE49-F238E27FC236}">
                <a16:creationId xmlns:a16="http://schemas.microsoft.com/office/drawing/2014/main" id="{4C03A6C8-E5B8-0E2C-58B1-B596A2753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139" y="991607"/>
            <a:ext cx="4826382" cy="3600481"/>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Main classification of oil filters by operating principle in engineering  machinery - Knowledge">
            <a:extLst>
              <a:ext uri="{FF2B5EF4-FFF2-40B4-BE49-F238E27FC236}">
                <a16:creationId xmlns:a16="http://schemas.microsoft.com/office/drawing/2014/main" id="{FB929B30-CEC2-6EED-BEDB-A60B3302F9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2918" y="563764"/>
            <a:ext cx="3421081" cy="4028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790094"/>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DB3B2-AD1C-0213-E12A-8DA130FCA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13398-475C-079D-A928-803BA0FAC851}"/>
              </a:ext>
            </a:extLst>
          </p:cNvPr>
          <p:cNvSpPr>
            <a:spLocks noGrp="1"/>
          </p:cNvSpPr>
          <p:nvPr>
            <p:ph type="title"/>
          </p:nvPr>
        </p:nvSpPr>
        <p:spPr>
          <a:xfrm>
            <a:off x="304799" y="304655"/>
            <a:ext cx="8392313" cy="535531"/>
          </a:xfrm>
        </p:spPr>
        <p:txBody>
          <a:bodyPr/>
          <a:lstStyle/>
          <a:p>
            <a:r>
              <a:rPr lang="nb-NO" altLang="ko-KR" dirty="0" err="1"/>
              <a:t>Centrifugal</a:t>
            </a:r>
            <a:r>
              <a:rPr lang="nb-NO" altLang="ko-KR" dirty="0"/>
              <a:t> Oil Filter</a:t>
            </a:r>
            <a:endParaRPr lang="en-US" dirty="0"/>
          </a:p>
        </p:txBody>
      </p:sp>
      <p:sp>
        <p:nvSpPr>
          <p:cNvPr id="4" name="Text Placeholder 2">
            <a:extLst>
              <a:ext uri="{FF2B5EF4-FFF2-40B4-BE49-F238E27FC236}">
                <a16:creationId xmlns:a16="http://schemas.microsoft.com/office/drawing/2014/main" id="{059117D1-4F5C-0794-B19B-9C10A8A509DE}"/>
              </a:ext>
            </a:extLst>
          </p:cNvPr>
          <p:cNvSpPr>
            <a:spLocks noGrp="1"/>
          </p:cNvSpPr>
          <p:nvPr>
            <p:ph type="body" sz="quarter" idx="10"/>
          </p:nvPr>
        </p:nvSpPr>
        <p:spPr>
          <a:xfrm>
            <a:off x="352927" y="976275"/>
            <a:ext cx="4019695" cy="3705728"/>
          </a:xfrm>
        </p:spPr>
        <p:txBody>
          <a:bodyPr>
            <a:normAutofit/>
          </a:bodyPr>
          <a:lstStyle/>
          <a:p>
            <a:pPr marL="0" indent="0">
              <a:spcAft>
                <a:spcPts val="1000"/>
              </a:spcAft>
              <a:buNone/>
            </a:pPr>
            <a:r>
              <a:rPr lang="en-US" altLang="ko-KR" sz="1600" dirty="0"/>
              <a:t>As the rotor rotates, centrifugal force is applied, causing heavy impurities such as sludge, metal particles, and carbon deposits in the oil to adhere to the rotor walls. (Similar to the principle used in washing machines.)</a:t>
            </a:r>
          </a:p>
          <a:p>
            <a:pPr marL="0" indent="0">
              <a:spcAft>
                <a:spcPts val="1000"/>
              </a:spcAft>
              <a:buNone/>
            </a:pPr>
            <a:endParaRPr lang="en-US" altLang="ko-KR" sz="1600" dirty="0"/>
          </a:p>
          <a:p>
            <a:pPr marL="0" indent="0">
              <a:spcAft>
                <a:spcPts val="1000"/>
              </a:spcAft>
              <a:buNone/>
            </a:pPr>
            <a:r>
              <a:rPr lang="en-US" altLang="ko-KR" sz="1600" dirty="0"/>
              <a:t>Accordingly, clean oil returns to the G/E L.O. sump tank by gravity.</a:t>
            </a:r>
          </a:p>
          <a:p>
            <a:pPr marL="0" indent="0">
              <a:spcAft>
                <a:spcPts val="1000"/>
              </a:spcAft>
              <a:buNone/>
            </a:pPr>
            <a:endParaRPr lang="en-US" altLang="ko-KR" sz="1600" dirty="0"/>
          </a:p>
          <a:p>
            <a:pPr marL="0" indent="0">
              <a:spcAft>
                <a:spcPts val="1000"/>
              </a:spcAft>
              <a:buNone/>
            </a:pPr>
            <a:r>
              <a:rPr lang="en-US" altLang="ko-KR" sz="1600" dirty="0"/>
              <a:t>To more easily separate the carbon deposits stuck inside the centrifugal oil filter, a thin paper cartridge is installed inside the cover of the centrifugal oil filter.</a:t>
            </a:r>
          </a:p>
        </p:txBody>
      </p:sp>
      <p:pic>
        <p:nvPicPr>
          <p:cNvPr id="9218" name="Picture 2" descr="What-is-centrifugal-oil-cleaner">
            <a:extLst>
              <a:ext uri="{FF2B5EF4-FFF2-40B4-BE49-F238E27FC236}">
                <a16:creationId xmlns:a16="http://schemas.microsoft.com/office/drawing/2014/main" id="{AB96013C-FE3B-4CDF-D7D3-6D9C5B58D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4968" y="826738"/>
            <a:ext cx="2389031" cy="1345821"/>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ow-does-centrifugal-oil-cleaner-work">
            <a:extLst>
              <a:ext uri="{FF2B5EF4-FFF2-40B4-BE49-F238E27FC236}">
                <a16:creationId xmlns:a16="http://schemas.microsoft.com/office/drawing/2014/main" id="{3A2E2F27-5A03-A0DB-41EC-7F0B43EB51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2226" y="866380"/>
            <a:ext cx="2285455" cy="1272237"/>
          </a:xfrm>
          <a:prstGeom prst="rect">
            <a:avLst/>
          </a:prstGeom>
          <a:noFill/>
          <a:extLst>
            <a:ext uri="{909E8E84-426E-40DD-AFC4-6F175D3DCCD1}">
              <a14:hiddenFill xmlns:a14="http://schemas.microsoft.com/office/drawing/2010/main">
                <a:solidFill>
                  <a:srgbClr val="FFFFFF"/>
                </a:solidFill>
              </a14:hiddenFill>
            </a:ext>
          </a:extLst>
        </p:spPr>
      </p:pic>
      <p:cxnSp>
        <p:nvCxnSpPr>
          <p:cNvPr id="3" name="직선 화살표 연결선 2">
            <a:extLst>
              <a:ext uri="{FF2B5EF4-FFF2-40B4-BE49-F238E27FC236}">
                <a16:creationId xmlns:a16="http://schemas.microsoft.com/office/drawing/2014/main" id="{4EA6ECE2-C37B-D7C7-D31A-019516E87859}"/>
              </a:ext>
            </a:extLst>
          </p:cNvPr>
          <p:cNvCxnSpPr>
            <a:cxnSpLocks/>
            <a:stCxn id="6" idx="2"/>
          </p:cNvCxnSpPr>
          <p:nvPr/>
        </p:nvCxnSpPr>
        <p:spPr>
          <a:xfrm flipH="1">
            <a:off x="7272338" y="478692"/>
            <a:ext cx="1152011" cy="67291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6" name="Text Placeholder 2">
            <a:extLst>
              <a:ext uri="{FF2B5EF4-FFF2-40B4-BE49-F238E27FC236}">
                <a16:creationId xmlns:a16="http://schemas.microsoft.com/office/drawing/2014/main" id="{AA76010A-E3CC-8432-B568-80A55DF1674B}"/>
              </a:ext>
            </a:extLst>
          </p:cNvPr>
          <p:cNvSpPr txBox="1">
            <a:spLocks/>
          </p:cNvSpPr>
          <p:nvPr/>
        </p:nvSpPr>
        <p:spPr>
          <a:xfrm>
            <a:off x="7704698" y="201675"/>
            <a:ext cx="143930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Paper cartridge </a:t>
            </a:r>
          </a:p>
        </p:txBody>
      </p:sp>
      <p:cxnSp>
        <p:nvCxnSpPr>
          <p:cNvPr id="10" name="직선 화살표 연결선 9">
            <a:extLst>
              <a:ext uri="{FF2B5EF4-FFF2-40B4-BE49-F238E27FC236}">
                <a16:creationId xmlns:a16="http://schemas.microsoft.com/office/drawing/2014/main" id="{736A68F1-93C5-B606-5D46-504698A987AF}"/>
              </a:ext>
            </a:extLst>
          </p:cNvPr>
          <p:cNvCxnSpPr>
            <a:cxnSpLocks/>
          </p:cNvCxnSpPr>
          <p:nvPr/>
        </p:nvCxnSpPr>
        <p:spPr>
          <a:xfrm>
            <a:off x="6552688" y="588235"/>
            <a:ext cx="563788" cy="65666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3" name="Text Placeholder 2">
            <a:extLst>
              <a:ext uri="{FF2B5EF4-FFF2-40B4-BE49-F238E27FC236}">
                <a16:creationId xmlns:a16="http://schemas.microsoft.com/office/drawing/2014/main" id="{1B5D5116-B052-F988-0DBC-BDC2D90A9C0A}"/>
              </a:ext>
            </a:extLst>
          </p:cNvPr>
          <p:cNvSpPr txBox="1">
            <a:spLocks/>
          </p:cNvSpPr>
          <p:nvPr/>
        </p:nvSpPr>
        <p:spPr>
          <a:xfrm>
            <a:off x="5833036" y="0"/>
            <a:ext cx="143930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Cover of the centrifugal oil filter</a:t>
            </a:r>
          </a:p>
        </p:txBody>
      </p:sp>
      <p:sp>
        <p:nvSpPr>
          <p:cNvPr id="14" name="오른쪽 중괄호 13">
            <a:extLst>
              <a:ext uri="{FF2B5EF4-FFF2-40B4-BE49-F238E27FC236}">
                <a16:creationId xmlns:a16="http://schemas.microsoft.com/office/drawing/2014/main" id="{9F5952F1-90DE-F78A-9A5E-C813DDC6E7D1}"/>
              </a:ext>
            </a:extLst>
          </p:cNvPr>
          <p:cNvSpPr/>
          <p:nvPr/>
        </p:nvSpPr>
        <p:spPr>
          <a:xfrm rot="5400000">
            <a:off x="7459273" y="2037455"/>
            <a:ext cx="75627" cy="345837"/>
          </a:xfrm>
          <a:prstGeom prst="rightBrac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15" name="Text Placeholder 2">
            <a:extLst>
              <a:ext uri="{FF2B5EF4-FFF2-40B4-BE49-F238E27FC236}">
                <a16:creationId xmlns:a16="http://schemas.microsoft.com/office/drawing/2014/main" id="{0DBCD569-1C12-039B-A686-E3503203107A}"/>
              </a:ext>
            </a:extLst>
          </p:cNvPr>
          <p:cNvSpPr txBox="1">
            <a:spLocks/>
          </p:cNvSpPr>
          <p:nvPr/>
        </p:nvSpPr>
        <p:spPr>
          <a:xfrm>
            <a:off x="6826918" y="2239733"/>
            <a:ext cx="1361431"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Carbon deposits</a:t>
            </a:r>
          </a:p>
        </p:txBody>
      </p:sp>
      <p:pic>
        <p:nvPicPr>
          <p:cNvPr id="9222" name="Picture 6" descr="Does your engine have a centrifugal oil filter? | Engine Maintenance | Oil  Change">
            <a:extLst>
              <a:ext uri="{FF2B5EF4-FFF2-40B4-BE49-F238E27FC236}">
                <a16:creationId xmlns:a16="http://schemas.microsoft.com/office/drawing/2014/main" id="{3B41850C-7420-DDE8-7748-29BF44FCDE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1784" y="2694642"/>
            <a:ext cx="4672216" cy="2448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285037"/>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90287-4852-036F-E2C4-E47EDB574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8A670-0107-20CF-7C3D-ED589FE898AA}"/>
              </a:ext>
            </a:extLst>
          </p:cNvPr>
          <p:cNvSpPr>
            <a:spLocks noGrp="1"/>
          </p:cNvSpPr>
          <p:nvPr>
            <p:ph type="title"/>
          </p:nvPr>
        </p:nvSpPr>
        <p:spPr>
          <a:xfrm>
            <a:off x="304799" y="304655"/>
            <a:ext cx="8392313" cy="535531"/>
          </a:xfrm>
        </p:spPr>
        <p:txBody>
          <a:bodyPr/>
          <a:lstStyle/>
          <a:p>
            <a:r>
              <a:rPr lang="nb-NO" altLang="ko-KR" dirty="0" err="1"/>
              <a:t>Centrifugal</a:t>
            </a:r>
            <a:r>
              <a:rPr lang="nb-NO" altLang="ko-KR" dirty="0"/>
              <a:t> Oil Filter</a:t>
            </a:r>
            <a:endParaRPr lang="en-US" dirty="0"/>
          </a:p>
        </p:txBody>
      </p:sp>
      <p:sp>
        <p:nvSpPr>
          <p:cNvPr id="4" name="Text Placeholder 2">
            <a:extLst>
              <a:ext uri="{FF2B5EF4-FFF2-40B4-BE49-F238E27FC236}">
                <a16:creationId xmlns:a16="http://schemas.microsoft.com/office/drawing/2014/main" id="{57111A97-C4A5-4B60-8971-8C5DAB87A365}"/>
              </a:ext>
            </a:extLst>
          </p:cNvPr>
          <p:cNvSpPr>
            <a:spLocks noGrp="1"/>
          </p:cNvSpPr>
          <p:nvPr>
            <p:ph type="body" sz="quarter" idx="10"/>
          </p:nvPr>
        </p:nvSpPr>
        <p:spPr>
          <a:xfrm>
            <a:off x="428552" y="976275"/>
            <a:ext cx="8392313" cy="3705728"/>
          </a:xfrm>
        </p:spPr>
        <p:txBody>
          <a:bodyPr>
            <a:normAutofit fontScale="77500" lnSpcReduction="20000"/>
          </a:bodyPr>
          <a:lstStyle/>
          <a:p>
            <a:pPr marL="0" indent="0">
              <a:spcAft>
                <a:spcPts val="1000"/>
              </a:spcAft>
              <a:buNone/>
            </a:pPr>
            <a:r>
              <a:rPr lang="en-US" altLang="ko-KR" sz="1600" b="1" dirty="0"/>
              <a:t>Oil Inflow</a:t>
            </a:r>
          </a:p>
          <a:p>
            <a:pPr marL="0" indent="0">
              <a:spcAft>
                <a:spcPts val="1000"/>
              </a:spcAft>
              <a:buNone/>
            </a:pPr>
            <a:r>
              <a:rPr lang="en-US" altLang="ko-KR" sz="1600" dirty="0"/>
              <a:t>Oil from the engine enters the filter rotor under pressure.</a:t>
            </a:r>
          </a:p>
          <a:p>
            <a:pPr marL="0" indent="0">
              <a:spcAft>
                <a:spcPts val="1000"/>
              </a:spcAft>
              <a:buNone/>
            </a:pPr>
            <a:r>
              <a:rPr lang="en-US" altLang="ko-KR" sz="1600" dirty="0"/>
              <a:t>The oil enters through the rotor's central axis and collects within the rotor's internal space.</a:t>
            </a:r>
          </a:p>
          <a:p>
            <a:pPr marL="0" indent="0">
              <a:spcAft>
                <a:spcPts val="1000"/>
              </a:spcAft>
              <a:buNone/>
            </a:pPr>
            <a:r>
              <a:rPr lang="en-US" altLang="ko-KR" sz="1600" b="1" dirty="0"/>
              <a:t>Nozzle (Jet) Structure</a:t>
            </a:r>
          </a:p>
          <a:p>
            <a:pPr marL="0" indent="0">
              <a:spcAft>
                <a:spcPts val="1000"/>
              </a:spcAft>
              <a:buNone/>
            </a:pPr>
            <a:r>
              <a:rPr lang="en-US" altLang="ko-KR" sz="1600" dirty="0"/>
              <a:t>A very small jet orifice is located on the bottom or side of the rotor.</a:t>
            </a:r>
          </a:p>
          <a:p>
            <a:pPr marL="0" indent="0">
              <a:spcAft>
                <a:spcPts val="1000"/>
              </a:spcAft>
              <a:buNone/>
            </a:pPr>
            <a:r>
              <a:rPr lang="en-US" altLang="ko-KR" sz="1600" dirty="0"/>
              <a:t>This nozzle is positioned slightly obliquely from the rotor center.</a:t>
            </a:r>
          </a:p>
          <a:p>
            <a:pPr marL="0" indent="0">
              <a:spcAft>
                <a:spcPts val="1000"/>
              </a:spcAft>
              <a:buNone/>
            </a:pPr>
            <a:r>
              <a:rPr lang="en-US" altLang="ko-KR" sz="1600" b="1" dirty="0"/>
              <a:t>Jet Reaction (Newton's Third Law)</a:t>
            </a:r>
          </a:p>
          <a:p>
            <a:pPr marL="0" indent="0">
              <a:spcAft>
                <a:spcPts val="1000"/>
              </a:spcAft>
              <a:buNone/>
            </a:pPr>
            <a:r>
              <a:rPr lang="en-US" altLang="ko-KR" sz="1600" dirty="0"/>
              <a:t>When oil is rapidly ejected through the nozzle under pressure,</a:t>
            </a:r>
          </a:p>
          <a:p>
            <a:pPr marL="0" indent="0">
              <a:spcAft>
                <a:spcPts val="1000"/>
              </a:spcAft>
              <a:buNone/>
            </a:pPr>
            <a:r>
              <a:rPr lang="en-US" altLang="ko-KR" sz="1600" dirty="0"/>
              <a:t>the rotor rotates due to the reaction force of the ejected fluid's momentum.</a:t>
            </a:r>
          </a:p>
          <a:p>
            <a:pPr marL="0" indent="0">
              <a:spcAft>
                <a:spcPts val="1000"/>
              </a:spcAft>
              <a:buNone/>
            </a:pPr>
            <a:r>
              <a:rPr lang="en-US" altLang="ko-KR" sz="1600" b="1" dirty="0"/>
              <a:t>Continuous Rotation</a:t>
            </a:r>
          </a:p>
          <a:p>
            <a:pPr marL="0" indent="0">
              <a:spcAft>
                <a:spcPts val="1000"/>
              </a:spcAft>
              <a:buNone/>
            </a:pPr>
            <a:r>
              <a:rPr lang="en-US" altLang="ko-KR" sz="1600" dirty="0"/>
              <a:t>Since the engine oil pump continuously supplies oil, a continuous jet of oil is ejected from the nozzle.</a:t>
            </a:r>
          </a:p>
          <a:p>
            <a:pPr marL="0" indent="0">
              <a:spcAft>
                <a:spcPts val="1000"/>
              </a:spcAft>
              <a:buNone/>
            </a:pPr>
            <a:r>
              <a:rPr lang="en-US" altLang="ko-KR" sz="1600" dirty="0"/>
              <a:t>As a result, the rotor rotates at high speeds (typically over several thousand RPM).</a:t>
            </a:r>
          </a:p>
        </p:txBody>
      </p:sp>
    </p:spTree>
    <p:extLst>
      <p:ext uri="{BB962C8B-B14F-4D97-AF65-F5344CB8AC3E}">
        <p14:creationId xmlns:p14="http://schemas.microsoft.com/office/powerpoint/2010/main" val="2461188803"/>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D0F02-51CC-CE8D-0B74-83225EB2F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63A8F-6E8D-6B1A-AA59-700923CECCFD}"/>
              </a:ext>
            </a:extLst>
          </p:cNvPr>
          <p:cNvSpPr>
            <a:spLocks noGrp="1"/>
          </p:cNvSpPr>
          <p:nvPr>
            <p:ph type="title"/>
          </p:nvPr>
        </p:nvSpPr>
        <p:spPr>
          <a:xfrm>
            <a:off x="304799" y="304655"/>
            <a:ext cx="8392313" cy="535531"/>
          </a:xfrm>
        </p:spPr>
        <p:txBody>
          <a:bodyPr/>
          <a:lstStyle/>
          <a:p>
            <a:r>
              <a:rPr lang="nb-NO" altLang="ko-KR" dirty="0" err="1"/>
              <a:t>Centrifugal</a:t>
            </a:r>
            <a:r>
              <a:rPr lang="nb-NO" altLang="ko-KR" dirty="0"/>
              <a:t> Oil Filter</a:t>
            </a:r>
            <a:endParaRPr lang="en-US" dirty="0"/>
          </a:p>
        </p:txBody>
      </p:sp>
      <p:pic>
        <p:nvPicPr>
          <p:cNvPr id="8" name="온라인 미디어 7" title="CENTRIFUGAL FILTER ROUTINE ||LUB OIL BYPASS FILTER CLEANING FOR YANMAR 6EY18ALW  ||YANMAR 6EY18ALW">
            <a:hlinkClick r:id="" action="ppaction://media"/>
            <a:extLst>
              <a:ext uri="{FF2B5EF4-FFF2-40B4-BE49-F238E27FC236}">
                <a16:creationId xmlns:a16="http://schemas.microsoft.com/office/drawing/2014/main" id="{D3B11AF3-BC97-69D1-CA3D-81F924B3BDC6}"/>
              </a:ext>
            </a:extLst>
          </p:cNvPr>
          <p:cNvPicPr>
            <a:picLocks noRot="1" noChangeAspect="1"/>
          </p:cNvPicPr>
          <p:nvPr>
            <a:videoFile r:link="rId1"/>
          </p:nvPr>
        </p:nvPicPr>
        <p:blipFill>
          <a:blip r:embed="rId4"/>
          <a:stretch>
            <a:fillRect/>
          </a:stretch>
        </p:blipFill>
        <p:spPr>
          <a:xfrm>
            <a:off x="433136" y="1005519"/>
            <a:ext cx="6435176" cy="3635565"/>
          </a:xfrm>
          <a:prstGeom prst="rect">
            <a:avLst/>
          </a:prstGeom>
        </p:spPr>
      </p:pic>
    </p:spTree>
    <p:extLst>
      <p:ext uri="{BB962C8B-B14F-4D97-AF65-F5344CB8AC3E}">
        <p14:creationId xmlns:p14="http://schemas.microsoft.com/office/powerpoint/2010/main" val="257786727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5D581-0342-4EBE-0099-B3CE2F03A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A56A9-7159-7C1F-FDB8-02C56C35C2B7}"/>
              </a:ext>
            </a:extLst>
          </p:cNvPr>
          <p:cNvSpPr>
            <a:spLocks noGrp="1"/>
          </p:cNvSpPr>
          <p:nvPr>
            <p:ph type="title"/>
          </p:nvPr>
        </p:nvSpPr>
        <p:spPr>
          <a:xfrm>
            <a:off x="304799" y="304655"/>
            <a:ext cx="8392313" cy="535531"/>
          </a:xfrm>
        </p:spPr>
        <p:txBody>
          <a:bodyPr/>
          <a:lstStyle/>
          <a:p>
            <a:r>
              <a:rPr lang="nb-NO" dirty="0"/>
              <a:t>L.O. transfer &amp; </a:t>
            </a:r>
            <a:r>
              <a:rPr lang="nb-NO" dirty="0" err="1"/>
              <a:t>purifying</a:t>
            </a:r>
            <a:r>
              <a:rPr lang="nb-NO" dirty="0"/>
              <a:t> system for G/E</a:t>
            </a:r>
            <a:endParaRPr lang="en-US" dirty="0"/>
          </a:p>
        </p:txBody>
      </p:sp>
      <p:sp>
        <p:nvSpPr>
          <p:cNvPr id="4" name="Text Placeholder 2">
            <a:extLst>
              <a:ext uri="{FF2B5EF4-FFF2-40B4-BE49-F238E27FC236}">
                <a16:creationId xmlns:a16="http://schemas.microsoft.com/office/drawing/2014/main" id="{1673740D-C71B-DA18-1CA4-94E56F03C40E}"/>
              </a:ext>
            </a:extLst>
          </p:cNvPr>
          <p:cNvSpPr>
            <a:spLocks noGrp="1"/>
          </p:cNvSpPr>
          <p:nvPr>
            <p:ph type="body" sz="quarter" idx="10"/>
          </p:nvPr>
        </p:nvSpPr>
        <p:spPr>
          <a:xfrm>
            <a:off x="428552" y="1526292"/>
            <a:ext cx="8392313" cy="2585072"/>
          </a:xfrm>
        </p:spPr>
        <p:txBody>
          <a:bodyPr>
            <a:normAutofit lnSpcReduction="10000"/>
          </a:bodyPr>
          <a:lstStyle/>
          <a:p>
            <a:pPr marL="0" indent="0">
              <a:spcAft>
                <a:spcPts val="1000"/>
              </a:spcAft>
              <a:buNone/>
            </a:pPr>
            <a:r>
              <a:rPr lang="en-US" altLang="ko-KR" sz="1600" dirty="0"/>
              <a:t>When the L.O of the G/E is severely contaminated, the L.O purifier can be operated to purify the L.O in the G/E L.O sump tank.</a:t>
            </a:r>
          </a:p>
          <a:p>
            <a:pPr marL="0" indent="0">
              <a:spcAft>
                <a:spcPts val="1000"/>
              </a:spcAft>
              <a:buNone/>
            </a:pPr>
            <a:endParaRPr lang="en-US" altLang="ko-KR" sz="1600" dirty="0"/>
          </a:p>
          <a:p>
            <a:pPr marL="0" indent="0">
              <a:spcAft>
                <a:spcPts val="1000"/>
              </a:spcAft>
              <a:buNone/>
            </a:pPr>
            <a:r>
              <a:rPr lang="en-US" altLang="ko-KR" sz="1600" dirty="0"/>
              <a:t>The L.O purifier can be operated continuously regardless of whether the G/E is in operation.</a:t>
            </a:r>
          </a:p>
          <a:p>
            <a:pPr marL="0" indent="0">
              <a:spcAft>
                <a:spcPts val="1000"/>
              </a:spcAft>
              <a:buNone/>
            </a:pPr>
            <a:endParaRPr lang="en-US" altLang="ko-KR" sz="1600" dirty="0"/>
          </a:p>
          <a:p>
            <a:pPr marL="0" indent="0">
              <a:spcAft>
                <a:spcPts val="1000"/>
              </a:spcAft>
              <a:buNone/>
            </a:pPr>
            <a:r>
              <a:rPr lang="en-US" altLang="ko-KR" sz="1600" dirty="0"/>
              <a:t>When the L.O purifier is in operation, it is necessary to consider the case where water is mixed into the purified L.O and goes to the G/E L.O sump tank, and the case where the L.O to be purified leaks from the L.O purifier and the amount of L.O in the G/E L.O sump tank decreases.</a:t>
            </a:r>
          </a:p>
          <a:p>
            <a:pPr marL="0" indent="0">
              <a:spcAft>
                <a:spcPts val="1000"/>
              </a:spcAft>
              <a:buNone/>
            </a:pPr>
            <a:endParaRPr lang="en-US" altLang="ko-KR" sz="1600" dirty="0"/>
          </a:p>
        </p:txBody>
      </p:sp>
    </p:spTree>
    <p:extLst>
      <p:ext uri="{BB962C8B-B14F-4D97-AF65-F5344CB8AC3E}">
        <p14:creationId xmlns:p14="http://schemas.microsoft.com/office/powerpoint/2010/main" val="943311494"/>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08E5D-4F54-7331-9E79-82D05928B311}"/>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06F1AC30-C691-3808-C3FE-55FA64BCF7A0}"/>
              </a:ext>
            </a:extLst>
          </p:cNvPr>
          <p:cNvPicPr>
            <a:picLocks noChangeAspect="1"/>
          </p:cNvPicPr>
          <p:nvPr/>
        </p:nvPicPr>
        <p:blipFill>
          <a:blip r:embed="rId3"/>
          <a:stretch>
            <a:fillRect/>
          </a:stretch>
        </p:blipFill>
        <p:spPr>
          <a:xfrm>
            <a:off x="992353" y="0"/>
            <a:ext cx="7159293" cy="5143500"/>
          </a:xfrm>
          <a:prstGeom prst="rect">
            <a:avLst/>
          </a:prstGeom>
        </p:spPr>
      </p:pic>
      <p:cxnSp>
        <p:nvCxnSpPr>
          <p:cNvPr id="9" name="직선 화살표 연결선 8">
            <a:extLst>
              <a:ext uri="{FF2B5EF4-FFF2-40B4-BE49-F238E27FC236}">
                <a16:creationId xmlns:a16="http://schemas.microsoft.com/office/drawing/2014/main" id="{3100EA78-4880-B693-FB3E-B470FE3BD57F}"/>
              </a:ext>
            </a:extLst>
          </p:cNvPr>
          <p:cNvCxnSpPr>
            <a:cxnSpLocks/>
          </p:cNvCxnSpPr>
          <p:nvPr/>
        </p:nvCxnSpPr>
        <p:spPr>
          <a:xfrm>
            <a:off x="2353915" y="3812700"/>
            <a:ext cx="2175223"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2B2084EA-7561-9939-4084-6DC43A68ED1D}"/>
              </a:ext>
            </a:extLst>
          </p:cNvPr>
          <p:cNvCxnSpPr>
            <a:cxnSpLocks/>
          </p:cNvCxnSpPr>
          <p:nvPr/>
        </p:nvCxnSpPr>
        <p:spPr>
          <a:xfrm flipV="1">
            <a:off x="4518472" y="3323590"/>
            <a:ext cx="0" cy="27416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7" name="직선 연결선 16">
            <a:extLst>
              <a:ext uri="{FF2B5EF4-FFF2-40B4-BE49-F238E27FC236}">
                <a16:creationId xmlns:a16="http://schemas.microsoft.com/office/drawing/2014/main" id="{84E11F35-8FD2-F057-45A0-4F6058E13048}"/>
              </a:ext>
            </a:extLst>
          </p:cNvPr>
          <p:cNvCxnSpPr/>
          <p:nvPr/>
        </p:nvCxnSpPr>
        <p:spPr>
          <a:xfrm>
            <a:off x="4518472" y="3652838"/>
            <a:ext cx="0" cy="42862"/>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직선 연결선 17">
            <a:extLst>
              <a:ext uri="{FF2B5EF4-FFF2-40B4-BE49-F238E27FC236}">
                <a16:creationId xmlns:a16="http://schemas.microsoft.com/office/drawing/2014/main" id="{EE02F336-7EBF-1EEA-FEAF-023E35EFF4AE}"/>
              </a:ext>
            </a:extLst>
          </p:cNvPr>
          <p:cNvCxnSpPr>
            <a:cxnSpLocks/>
          </p:cNvCxnSpPr>
          <p:nvPr/>
        </p:nvCxnSpPr>
        <p:spPr>
          <a:xfrm>
            <a:off x="4519712" y="3746026"/>
            <a:ext cx="0" cy="61912"/>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직선 연결선 19">
            <a:extLst>
              <a:ext uri="{FF2B5EF4-FFF2-40B4-BE49-F238E27FC236}">
                <a16:creationId xmlns:a16="http://schemas.microsoft.com/office/drawing/2014/main" id="{2F1B617E-EAA9-B67A-CF8C-73E1CC036DA8}"/>
              </a:ext>
            </a:extLst>
          </p:cNvPr>
          <p:cNvCxnSpPr>
            <a:cxnSpLocks/>
          </p:cNvCxnSpPr>
          <p:nvPr/>
        </p:nvCxnSpPr>
        <p:spPr>
          <a:xfrm rot="5400000">
            <a:off x="4458941" y="3259932"/>
            <a:ext cx="0" cy="42862"/>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직선 연결선 20">
            <a:extLst>
              <a:ext uri="{FF2B5EF4-FFF2-40B4-BE49-F238E27FC236}">
                <a16:creationId xmlns:a16="http://schemas.microsoft.com/office/drawing/2014/main" id="{A06884BE-87DB-1517-4BF3-14F728F00238}"/>
              </a:ext>
            </a:extLst>
          </p:cNvPr>
          <p:cNvCxnSpPr>
            <a:cxnSpLocks/>
          </p:cNvCxnSpPr>
          <p:nvPr/>
        </p:nvCxnSpPr>
        <p:spPr>
          <a:xfrm>
            <a:off x="4444754" y="3150394"/>
            <a:ext cx="0" cy="130969"/>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직선 연결선 22">
            <a:extLst>
              <a:ext uri="{FF2B5EF4-FFF2-40B4-BE49-F238E27FC236}">
                <a16:creationId xmlns:a16="http://schemas.microsoft.com/office/drawing/2014/main" id="{26E337BF-A520-77B2-7CA0-0C5FCF497B80}"/>
              </a:ext>
            </a:extLst>
          </p:cNvPr>
          <p:cNvCxnSpPr>
            <a:cxnSpLocks/>
          </p:cNvCxnSpPr>
          <p:nvPr/>
        </p:nvCxnSpPr>
        <p:spPr>
          <a:xfrm flipH="1">
            <a:off x="4434608" y="3155157"/>
            <a:ext cx="163586"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6" name="직선 연결선 25">
            <a:extLst>
              <a:ext uri="{FF2B5EF4-FFF2-40B4-BE49-F238E27FC236}">
                <a16:creationId xmlns:a16="http://schemas.microsoft.com/office/drawing/2014/main" id="{641DB825-A61E-D6FA-297D-1FEDC7A660DC}"/>
              </a:ext>
            </a:extLst>
          </p:cNvPr>
          <p:cNvCxnSpPr/>
          <p:nvPr/>
        </p:nvCxnSpPr>
        <p:spPr>
          <a:xfrm>
            <a:off x="4591051" y="3119438"/>
            <a:ext cx="0" cy="42862"/>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직선 연결선 26">
            <a:extLst>
              <a:ext uri="{FF2B5EF4-FFF2-40B4-BE49-F238E27FC236}">
                <a16:creationId xmlns:a16="http://schemas.microsoft.com/office/drawing/2014/main" id="{FEF7360E-5F85-003A-07DA-28321B5B8897}"/>
              </a:ext>
            </a:extLst>
          </p:cNvPr>
          <p:cNvCxnSpPr>
            <a:cxnSpLocks/>
          </p:cNvCxnSpPr>
          <p:nvPr/>
        </p:nvCxnSpPr>
        <p:spPr>
          <a:xfrm>
            <a:off x="4593432" y="3019425"/>
            <a:ext cx="0" cy="42862"/>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직선 연결선 30">
            <a:extLst>
              <a:ext uri="{FF2B5EF4-FFF2-40B4-BE49-F238E27FC236}">
                <a16:creationId xmlns:a16="http://schemas.microsoft.com/office/drawing/2014/main" id="{FD33A04E-C32D-5E4A-5293-5EAE1164C298}"/>
              </a:ext>
            </a:extLst>
          </p:cNvPr>
          <p:cNvCxnSpPr>
            <a:cxnSpLocks/>
          </p:cNvCxnSpPr>
          <p:nvPr/>
        </p:nvCxnSpPr>
        <p:spPr>
          <a:xfrm>
            <a:off x="4591051" y="2578893"/>
            <a:ext cx="0" cy="50007"/>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직선 연결선 33">
            <a:extLst>
              <a:ext uri="{FF2B5EF4-FFF2-40B4-BE49-F238E27FC236}">
                <a16:creationId xmlns:a16="http://schemas.microsoft.com/office/drawing/2014/main" id="{36E667BF-FEDE-2C55-DEFD-11A9B7585473}"/>
              </a:ext>
            </a:extLst>
          </p:cNvPr>
          <p:cNvCxnSpPr>
            <a:cxnSpLocks/>
          </p:cNvCxnSpPr>
          <p:nvPr/>
        </p:nvCxnSpPr>
        <p:spPr>
          <a:xfrm rot="5400000">
            <a:off x="4654203" y="2512219"/>
            <a:ext cx="0" cy="42862"/>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직선 화살표 연결선 35">
            <a:extLst>
              <a:ext uri="{FF2B5EF4-FFF2-40B4-BE49-F238E27FC236}">
                <a16:creationId xmlns:a16="http://schemas.microsoft.com/office/drawing/2014/main" id="{CB2BC4CD-3F3F-65D4-DC4C-0433A62074B6}"/>
              </a:ext>
            </a:extLst>
          </p:cNvPr>
          <p:cNvCxnSpPr>
            <a:cxnSpLocks/>
          </p:cNvCxnSpPr>
          <p:nvPr/>
        </p:nvCxnSpPr>
        <p:spPr>
          <a:xfrm flipV="1">
            <a:off x="4688780" y="1747838"/>
            <a:ext cx="0" cy="79295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9" name="직선 화살표 연결선 38">
            <a:extLst>
              <a:ext uri="{FF2B5EF4-FFF2-40B4-BE49-F238E27FC236}">
                <a16:creationId xmlns:a16="http://schemas.microsoft.com/office/drawing/2014/main" id="{9C5B2D96-4F8C-49B5-B777-5DB3C2127365}"/>
              </a:ext>
            </a:extLst>
          </p:cNvPr>
          <p:cNvCxnSpPr>
            <a:cxnSpLocks/>
          </p:cNvCxnSpPr>
          <p:nvPr/>
        </p:nvCxnSpPr>
        <p:spPr>
          <a:xfrm flipV="1">
            <a:off x="4688780" y="1543050"/>
            <a:ext cx="0" cy="16271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1" name="직선 화살표 연결선 40">
            <a:extLst>
              <a:ext uri="{FF2B5EF4-FFF2-40B4-BE49-F238E27FC236}">
                <a16:creationId xmlns:a16="http://schemas.microsoft.com/office/drawing/2014/main" id="{9020AF9D-B546-BAF4-7B5C-314134910F2F}"/>
              </a:ext>
            </a:extLst>
          </p:cNvPr>
          <p:cNvCxnSpPr>
            <a:cxnSpLocks/>
          </p:cNvCxnSpPr>
          <p:nvPr/>
        </p:nvCxnSpPr>
        <p:spPr>
          <a:xfrm>
            <a:off x="4688780" y="1552575"/>
            <a:ext cx="113734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7" name="직선 연결선 46">
            <a:extLst>
              <a:ext uri="{FF2B5EF4-FFF2-40B4-BE49-F238E27FC236}">
                <a16:creationId xmlns:a16="http://schemas.microsoft.com/office/drawing/2014/main" id="{E1701BD9-488E-1392-7379-A17F32E9BC0F}"/>
              </a:ext>
            </a:extLst>
          </p:cNvPr>
          <p:cNvCxnSpPr>
            <a:cxnSpLocks/>
          </p:cNvCxnSpPr>
          <p:nvPr/>
        </p:nvCxnSpPr>
        <p:spPr>
          <a:xfrm flipH="1">
            <a:off x="5876058" y="1552575"/>
            <a:ext cx="343767"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9" name="직선 연결선 48">
            <a:extLst>
              <a:ext uri="{FF2B5EF4-FFF2-40B4-BE49-F238E27FC236}">
                <a16:creationId xmlns:a16="http://schemas.microsoft.com/office/drawing/2014/main" id="{7262FBD4-02EA-12FA-FBA3-A16C39A354CF}"/>
              </a:ext>
            </a:extLst>
          </p:cNvPr>
          <p:cNvCxnSpPr>
            <a:cxnSpLocks/>
          </p:cNvCxnSpPr>
          <p:nvPr/>
        </p:nvCxnSpPr>
        <p:spPr>
          <a:xfrm>
            <a:off x="6216651" y="1493043"/>
            <a:ext cx="0" cy="50007"/>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0" name="직선 연결선 49">
            <a:extLst>
              <a:ext uri="{FF2B5EF4-FFF2-40B4-BE49-F238E27FC236}">
                <a16:creationId xmlns:a16="http://schemas.microsoft.com/office/drawing/2014/main" id="{24435840-3459-E301-3F3C-3DDA76B1C238}"/>
              </a:ext>
            </a:extLst>
          </p:cNvPr>
          <p:cNvCxnSpPr>
            <a:cxnSpLocks/>
          </p:cNvCxnSpPr>
          <p:nvPr/>
        </p:nvCxnSpPr>
        <p:spPr>
          <a:xfrm flipH="1">
            <a:off x="6165429" y="1490662"/>
            <a:ext cx="52015"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2" name="직선 연결선 51">
            <a:extLst>
              <a:ext uri="{FF2B5EF4-FFF2-40B4-BE49-F238E27FC236}">
                <a16:creationId xmlns:a16="http://schemas.microsoft.com/office/drawing/2014/main" id="{57EE1A49-BEDF-E9B2-69B4-BD7B3AD73EB4}"/>
              </a:ext>
            </a:extLst>
          </p:cNvPr>
          <p:cNvCxnSpPr>
            <a:cxnSpLocks/>
          </p:cNvCxnSpPr>
          <p:nvPr/>
        </p:nvCxnSpPr>
        <p:spPr>
          <a:xfrm>
            <a:off x="6126164" y="1397793"/>
            <a:ext cx="0" cy="50007"/>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3" name="직선 연결선 52">
            <a:extLst>
              <a:ext uri="{FF2B5EF4-FFF2-40B4-BE49-F238E27FC236}">
                <a16:creationId xmlns:a16="http://schemas.microsoft.com/office/drawing/2014/main" id="{B9EE3C4D-151F-BDCD-412C-AE7BC7347D8A}"/>
              </a:ext>
            </a:extLst>
          </p:cNvPr>
          <p:cNvCxnSpPr>
            <a:cxnSpLocks/>
          </p:cNvCxnSpPr>
          <p:nvPr/>
        </p:nvCxnSpPr>
        <p:spPr>
          <a:xfrm>
            <a:off x="6123783" y="1004886"/>
            <a:ext cx="0" cy="78583"/>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6" name="직선 연결선 55">
            <a:extLst>
              <a:ext uri="{FF2B5EF4-FFF2-40B4-BE49-F238E27FC236}">
                <a16:creationId xmlns:a16="http://schemas.microsoft.com/office/drawing/2014/main" id="{3F0A582D-E4C5-AEBC-5DEF-4D12F92D9ED5}"/>
              </a:ext>
            </a:extLst>
          </p:cNvPr>
          <p:cNvCxnSpPr>
            <a:cxnSpLocks/>
          </p:cNvCxnSpPr>
          <p:nvPr/>
        </p:nvCxnSpPr>
        <p:spPr>
          <a:xfrm flipH="1">
            <a:off x="5848350" y="964406"/>
            <a:ext cx="235744"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8" name="직선 화살표 연결선 57">
            <a:extLst>
              <a:ext uri="{FF2B5EF4-FFF2-40B4-BE49-F238E27FC236}">
                <a16:creationId xmlns:a16="http://schemas.microsoft.com/office/drawing/2014/main" id="{9DAA0B9E-7481-C010-86D6-24D67C06AE8B}"/>
              </a:ext>
            </a:extLst>
          </p:cNvPr>
          <p:cNvCxnSpPr>
            <a:cxnSpLocks/>
          </p:cNvCxnSpPr>
          <p:nvPr/>
        </p:nvCxnSpPr>
        <p:spPr>
          <a:xfrm>
            <a:off x="5855493" y="957263"/>
            <a:ext cx="0" cy="148748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64" name="직선 연결선 63">
            <a:extLst>
              <a:ext uri="{FF2B5EF4-FFF2-40B4-BE49-F238E27FC236}">
                <a16:creationId xmlns:a16="http://schemas.microsoft.com/office/drawing/2014/main" id="{30879586-8B11-C769-67BE-928AE6F5D5F8}"/>
              </a:ext>
            </a:extLst>
          </p:cNvPr>
          <p:cNvCxnSpPr>
            <a:cxnSpLocks/>
          </p:cNvCxnSpPr>
          <p:nvPr/>
        </p:nvCxnSpPr>
        <p:spPr>
          <a:xfrm flipH="1">
            <a:off x="5850731" y="2442367"/>
            <a:ext cx="69056"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직선 화살표 연결선 66">
            <a:extLst>
              <a:ext uri="{FF2B5EF4-FFF2-40B4-BE49-F238E27FC236}">
                <a16:creationId xmlns:a16="http://schemas.microsoft.com/office/drawing/2014/main" id="{79741EEE-4DD5-CB56-0E4A-6CBBF5DFEA04}"/>
              </a:ext>
            </a:extLst>
          </p:cNvPr>
          <p:cNvCxnSpPr>
            <a:cxnSpLocks/>
          </p:cNvCxnSpPr>
          <p:nvPr/>
        </p:nvCxnSpPr>
        <p:spPr>
          <a:xfrm>
            <a:off x="5995988" y="2439986"/>
            <a:ext cx="41433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1" name="직선 화살표 연결선 70">
            <a:extLst>
              <a:ext uri="{FF2B5EF4-FFF2-40B4-BE49-F238E27FC236}">
                <a16:creationId xmlns:a16="http://schemas.microsoft.com/office/drawing/2014/main" id="{7DA50FCB-BA96-A93A-B9AA-CE7012E42F22}"/>
              </a:ext>
            </a:extLst>
          </p:cNvPr>
          <p:cNvCxnSpPr>
            <a:cxnSpLocks/>
          </p:cNvCxnSpPr>
          <p:nvPr/>
        </p:nvCxnSpPr>
        <p:spPr>
          <a:xfrm>
            <a:off x="6403280" y="2442367"/>
            <a:ext cx="2283" cy="33178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6" name="직선 연결선 75">
            <a:extLst>
              <a:ext uri="{FF2B5EF4-FFF2-40B4-BE49-F238E27FC236}">
                <a16:creationId xmlns:a16="http://schemas.microsoft.com/office/drawing/2014/main" id="{8954AF6C-D5AD-9496-BC59-814588D46134}"/>
              </a:ext>
            </a:extLst>
          </p:cNvPr>
          <p:cNvCxnSpPr>
            <a:cxnSpLocks/>
          </p:cNvCxnSpPr>
          <p:nvPr/>
        </p:nvCxnSpPr>
        <p:spPr>
          <a:xfrm flipH="1">
            <a:off x="6334125" y="2774156"/>
            <a:ext cx="73632"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8" name="직선 화살표 연결선 77">
            <a:extLst>
              <a:ext uri="{FF2B5EF4-FFF2-40B4-BE49-F238E27FC236}">
                <a16:creationId xmlns:a16="http://schemas.microsoft.com/office/drawing/2014/main" id="{5E7E0F80-85F8-16F1-2798-2F2C19C24284}"/>
              </a:ext>
            </a:extLst>
          </p:cNvPr>
          <p:cNvCxnSpPr>
            <a:cxnSpLocks/>
          </p:cNvCxnSpPr>
          <p:nvPr/>
        </p:nvCxnSpPr>
        <p:spPr>
          <a:xfrm flipH="1">
            <a:off x="2389187" y="3581161"/>
            <a:ext cx="230188"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1" name="직선 화살표 연결선 80">
            <a:extLst>
              <a:ext uri="{FF2B5EF4-FFF2-40B4-BE49-F238E27FC236}">
                <a16:creationId xmlns:a16="http://schemas.microsoft.com/office/drawing/2014/main" id="{E260A0DA-B3DA-26C2-DADB-B45E79EDFE4F}"/>
              </a:ext>
            </a:extLst>
          </p:cNvPr>
          <p:cNvCxnSpPr>
            <a:cxnSpLocks/>
          </p:cNvCxnSpPr>
          <p:nvPr/>
        </p:nvCxnSpPr>
        <p:spPr>
          <a:xfrm flipH="1">
            <a:off x="2269331" y="3669268"/>
            <a:ext cx="84584"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3" name="직선 화살표 연결선 82">
            <a:extLst>
              <a:ext uri="{FF2B5EF4-FFF2-40B4-BE49-F238E27FC236}">
                <a16:creationId xmlns:a16="http://schemas.microsoft.com/office/drawing/2014/main" id="{605CDF2E-C24D-2CC3-0089-FE20C3BEB9A2}"/>
              </a:ext>
            </a:extLst>
          </p:cNvPr>
          <p:cNvCxnSpPr>
            <a:cxnSpLocks/>
          </p:cNvCxnSpPr>
          <p:nvPr/>
        </p:nvCxnSpPr>
        <p:spPr>
          <a:xfrm>
            <a:off x="2624138" y="1733549"/>
            <a:ext cx="0" cy="183332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8" name="직선 화살표 연결선 87">
            <a:extLst>
              <a:ext uri="{FF2B5EF4-FFF2-40B4-BE49-F238E27FC236}">
                <a16:creationId xmlns:a16="http://schemas.microsoft.com/office/drawing/2014/main" id="{DB10AE64-3BAD-3E92-6FEE-376821F09D7F}"/>
              </a:ext>
            </a:extLst>
          </p:cNvPr>
          <p:cNvCxnSpPr>
            <a:cxnSpLocks/>
          </p:cNvCxnSpPr>
          <p:nvPr/>
        </p:nvCxnSpPr>
        <p:spPr>
          <a:xfrm flipH="1" flipV="1">
            <a:off x="2614613" y="1730770"/>
            <a:ext cx="2865437" cy="277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2" name="직선 화살표 연결선 91">
            <a:extLst>
              <a:ext uri="{FF2B5EF4-FFF2-40B4-BE49-F238E27FC236}">
                <a16:creationId xmlns:a16="http://schemas.microsoft.com/office/drawing/2014/main" id="{41710963-353F-CAEB-3CD7-91A81D33F0A0}"/>
              </a:ext>
            </a:extLst>
          </p:cNvPr>
          <p:cNvCxnSpPr>
            <a:cxnSpLocks/>
          </p:cNvCxnSpPr>
          <p:nvPr/>
        </p:nvCxnSpPr>
        <p:spPr>
          <a:xfrm flipV="1">
            <a:off x="5476875" y="1734804"/>
            <a:ext cx="0" cy="100839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5" name="직선 연결선 94">
            <a:extLst>
              <a:ext uri="{FF2B5EF4-FFF2-40B4-BE49-F238E27FC236}">
                <a16:creationId xmlns:a16="http://schemas.microsoft.com/office/drawing/2014/main" id="{07B8BEF2-8F11-0535-1CDB-EB43996F3BBF}"/>
              </a:ext>
            </a:extLst>
          </p:cNvPr>
          <p:cNvCxnSpPr>
            <a:cxnSpLocks/>
          </p:cNvCxnSpPr>
          <p:nvPr/>
        </p:nvCxnSpPr>
        <p:spPr>
          <a:xfrm flipH="1">
            <a:off x="5476875" y="2743200"/>
            <a:ext cx="46036"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7" name="직선 화살표 연결선 96">
            <a:extLst>
              <a:ext uri="{FF2B5EF4-FFF2-40B4-BE49-F238E27FC236}">
                <a16:creationId xmlns:a16="http://schemas.microsoft.com/office/drawing/2014/main" id="{FC85449C-837C-B7F3-93DA-9835FD254710}"/>
              </a:ext>
            </a:extLst>
          </p:cNvPr>
          <p:cNvCxnSpPr>
            <a:cxnSpLocks/>
          </p:cNvCxnSpPr>
          <p:nvPr/>
        </p:nvCxnSpPr>
        <p:spPr>
          <a:xfrm flipH="1">
            <a:off x="5562699" y="2884368"/>
            <a:ext cx="327719"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9" name="직선 연결선 98">
            <a:extLst>
              <a:ext uri="{FF2B5EF4-FFF2-40B4-BE49-F238E27FC236}">
                <a16:creationId xmlns:a16="http://schemas.microsoft.com/office/drawing/2014/main" id="{AF169C0B-66AF-B6CB-4031-1F14EA88B19E}"/>
              </a:ext>
            </a:extLst>
          </p:cNvPr>
          <p:cNvCxnSpPr>
            <a:cxnSpLocks/>
          </p:cNvCxnSpPr>
          <p:nvPr/>
        </p:nvCxnSpPr>
        <p:spPr>
          <a:xfrm flipV="1">
            <a:off x="5565080" y="2786737"/>
            <a:ext cx="0" cy="92869"/>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5547117"/>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608A1-D4C2-ED39-5734-8733938DD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81B11-B33B-5125-22D7-8466AEE09CAB}"/>
              </a:ext>
            </a:extLst>
          </p:cNvPr>
          <p:cNvSpPr>
            <a:spLocks noGrp="1"/>
          </p:cNvSpPr>
          <p:nvPr>
            <p:ph type="title"/>
          </p:nvPr>
        </p:nvSpPr>
        <p:spPr>
          <a:xfrm>
            <a:off x="304799" y="304655"/>
            <a:ext cx="8392313" cy="535531"/>
          </a:xfrm>
        </p:spPr>
        <p:txBody>
          <a:bodyPr/>
          <a:lstStyle/>
          <a:p>
            <a:r>
              <a:rPr lang="nb-NO" dirty="0"/>
              <a:t>L.O. </a:t>
            </a:r>
            <a:r>
              <a:rPr lang="nb-NO" dirty="0" err="1"/>
              <a:t>purifier</a:t>
            </a:r>
            <a:endParaRPr lang="en-US" dirty="0"/>
          </a:p>
        </p:txBody>
      </p:sp>
      <p:pic>
        <p:nvPicPr>
          <p:cNvPr id="12290" name="Picture 2" descr="Alfa laval centrifugal separator working on Make a GIF">
            <a:extLst>
              <a:ext uri="{FF2B5EF4-FFF2-40B4-BE49-F238E27FC236}">
                <a16:creationId xmlns:a16="http://schemas.microsoft.com/office/drawing/2014/main" id="{3F5D67B5-1C5A-3D48-A5F5-DCD8F288B9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22" y="1143000"/>
            <a:ext cx="4617835" cy="3463376"/>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Centrifugal Filter | Working Principle, Types, Benefits, Applications">
            <a:extLst>
              <a:ext uri="{FF2B5EF4-FFF2-40B4-BE49-F238E27FC236}">
                <a16:creationId xmlns:a16="http://schemas.microsoft.com/office/drawing/2014/main" id="{ED28081B-E984-4A58-21B0-7A477EA376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4098" y="8556"/>
            <a:ext cx="3533847" cy="2713806"/>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Fuel Oil Purifier System | Marine Info">
            <a:extLst>
              <a:ext uri="{FF2B5EF4-FFF2-40B4-BE49-F238E27FC236}">
                <a16:creationId xmlns:a16="http://schemas.microsoft.com/office/drawing/2014/main" id="{37A271D1-3B09-95B5-B4E7-B4180EA47C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2050" y="2796779"/>
            <a:ext cx="4171950" cy="2346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806707"/>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DB859-73D6-8A57-930E-C9E7FC254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A5D6F-ED7B-58D9-A287-9827F6DD876B}"/>
              </a:ext>
            </a:extLst>
          </p:cNvPr>
          <p:cNvSpPr>
            <a:spLocks noGrp="1"/>
          </p:cNvSpPr>
          <p:nvPr>
            <p:ph type="title"/>
          </p:nvPr>
        </p:nvSpPr>
        <p:spPr>
          <a:xfrm>
            <a:off x="304799" y="304655"/>
            <a:ext cx="8392313" cy="535531"/>
          </a:xfrm>
        </p:spPr>
        <p:txBody>
          <a:bodyPr/>
          <a:lstStyle/>
          <a:p>
            <a:r>
              <a:rPr lang="nb-NO" dirty="0"/>
              <a:t>L.O. </a:t>
            </a:r>
            <a:r>
              <a:rPr lang="nb-NO" dirty="0" err="1"/>
              <a:t>purifier</a:t>
            </a:r>
            <a:endParaRPr lang="en-US" dirty="0"/>
          </a:p>
        </p:txBody>
      </p:sp>
      <p:pic>
        <p:nvPicPr>
          <p:cNvPr id="3" name="온라인 미디어 2" title="Purifier  |   Working Principle 2">
            <a:hlinkClick r:id="" action="ppaction://media"/>
            <a:extLst>
              <a:ext uri="{FF2B5EF4-FFF2-40B4-BE49-F238E27FC236}">
                <a16:creationId xmlns:a16="http://schemas.microsoft.com/office/drawing/2014/main" id="{55067C41-B6AA-D6C6-5200-7732F034DD78}"/>
              </a:ext>
            </a:extLst>
          </p:cNvPr>
          <p:cNvPicPr>
            <a:picLocks noRot="1" noChangeAspect="1"/>
          </p:cNvPicPr>
          <p:nvPr>
            <a:videoFile r:link="rId1"/>
          </p:nvPr>
        </p:nvPicPr>
        <p:blipFill>
          <a:blip r:embed="rId4"/>
          <a:stretch>
            <a:fillRect/>
          </a:stretch>
        </p:blipFill>
        <p:spPr>
          <a:xfrm>
            <a:off x="412511" y="937509"/>
            <a:ext cx="6572680" cy="3713249"/>
          </a:xfrm>
          <a:prstGeom prst="rect">
            <a:avLst/>
          </a:prstGeom>
        </p:spPr>
      </p:pic>
    </p:spTree>
    <p:extLst>
      <p:ext uri="{BB962C8B-B14F-4D97-AF65-F5344CB8AC3E}">
        <p14:creationId xmlns:p14="http://schemas.microsoft.com/office/powerpoint/2010/main" val="287332227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3756E-B1BF-5889-F587-A0D41E573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EF515-9605-59AA-7A0C-C9E30EDCAB92}"/>
              </a:ext>
            </a:extLst>
          </p:cNvPr>
          <p:cNvSpPr>
            <a:spLocks noGrp="1"/>
          </p:cNvSpPr>
          <p:nvPr>
            <p:ph type="title"/>
          </p:nvPr>
        </p:nvSpPr>
        <p:spPr>
          <a:xfrm>
            <a:off x="304799" y="304655"/>
            <a:ext cx="8392313" cy="535531"/>
          </a:xfrm>
        </p:spPr>
        <p:txBody>
          <a:bodyPr/>
          <a:lstStyle/>
          <a:p>
            <a:r>
              <a:rPr lang="nb-NO" dirty="0"/>
              <a:t>L.O. </a:t>
            </a:r>
            <a:r>
              <a:rPr lang="nb-NO" dirty="0" err="1"/>
              <a:t>purifier</a:t>
            </a:r>
            <a:endParaRPr lang="en-US" dirty="0"/>
          </a:p>
        </p:txBody>
      </p:sp>
      <p:pic>
        <p:nvPicPr>
          <p:cNvPr id="3" name="온라인 미디어 2" title="Marine Mitsubishi Purifier Operation Explained">
            <a:hlinkClick r:id="" action="ppaction://media"/>
            <a:extLst>
              <a:ext uri="{FF2B5EF4-FFF2-40B4-BE49-F238E27FC236}">
                <a16:creationId xmlns:a16="http://schemas.microsoft.com/office/drawing/2014/main" id="{5322F1BD-07FE-808C-1BC5-8ADE6EB8CB33}"/>
              </a:ext>
            </a:extLst>
          </p:cNvPr>
          <p:cNvPicPr>
            <a:picLocks noRot="1" noChangeAspect="1"/>
          </p:cNvPicPr>
          <p:nvPr>
            <a:videoFile r:link="rId1"/>
          </p:nvPr>
        </p:nvPicPr>
        <p:blipFill>
          <a:blip r:embed="rId4"/>
          <a:stretch>
            <a:fillRect/>
          </a:stretch>
        </p:blipFill>
        <p:spPr>
          <a:xfrm>
            <a:off x="417811" y="899870"/>
            <a:ext cx="6658101" cy="3761507"/>
          </a:xfrm>
          <a:prstGeom prst="rect">
            <a:avLst/>
          </a:prstGeom>
        </p:spPr>
      </p:pic>
    </p:spTree>
    <p:extLst>
      <p:ext uri="{BB962C8B-B14F-4D97-AF65-F5344CB8AC3E}">
        <p14:creationId xmlns:p14="http://schemas.microsoft.com/office/powerpoint/2010/main" val="170199015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35F52-C43C-F530-88CC-567627025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03A47-708C-562D-09FF-6EF28F5A0E93}"/>
              </a:ext>
            </a:extLst>
          </p:cNvPr>
          <p:cNvSpPr>
            <a:spLocks noGrp="1"/>
          </p:cNvSpPr>
          <p:nvPr>
            <p:ph type="title"/>
          </p:nvPr>
        </p:nvSpPr>
        <p:spPr>
          <a:xfrm>
            <a:off x="304799" y="304655"/>
            <a:ext cx="8392313" cy="535531"/>
          </a:xfrm>
        </p:spPr>
        <p:txBody>
          <a:bodyPr/>
          <a:lstStyle/>
          <a:p>
            <a:r>
              <a:rPr lang="nb-NO" dirty="0"/>
              <a:t>L.O. </a:t>
            </a:r>
            <a:r>
              <a:rPr lang="nb-NO" dirty="0" err="1"/>
              <a:t>purifier</a:t>
            </a:r>
            <a:endParaRPr lang="en-US" dirty="0"/>
          </a:p>
        </p:txBody>
      </p:sp>
      <p:pic>
        <p:nvPicPr>
          <p:cNvPr id="4" name="온라인 미디어 3" title="The SHOCKING Ship Accident Involving An Oil Purifier! #Oil purifier on ship #air purifier review">
            <a:hlinkClick r:id="" action="ppaction://media"/>
            <a:extLst>
              <a:ext uri="{FF2B5EF4-FFF2-40B4-BE49-F238E27FC236}">
                <a16:creationId xmlns:a16="http://schemas.microsoft.com/office/drawing/2014/main" id="{C0B58E72-0CFC-86E5-EE0B-49E27DAB2554}"/>
              </a:ext>
            </a:extLst>
          </p:cNvPr>
          <p:cNvPicPr>
            <a:picLocks noRot="1" noChangeAspect="1"/>
          </p:cNvPicPr>
          <p:nvPr>
            <a:videoFile r:link="rId1"/>
          </p:nvPr>
        </p:nvPicPr>
        <p:blipFill>
          <a:blip r:embed="rId4"/>
          <a:stretch>
            <a:fillRect/>
          </a:stretch>
        </p:blipFill>
        <p:spPr>
          <a:xfrm>
            <a:off x="3117850" y="0"/>
            <a:ext cx="2906713" cy="5143500"/>
          </a:xfrm>
          <a:prstGeom prst="rect">
            <a:avLst/>
          </a:prstGeom>
        </p:spPr>
      </p:pic>
    </p:spTree>
    <p:extLst>
      <p:ext uri="{BB962C8B-B14F-4D97-AF65-F5344CB8AC3E}">
        <p14:creationId xmlns:p14="http://schemas.microsoft.com/office/powerpoint/2010/main" val="272910908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BCDCE-7B0B-36B3-7E8F-0F23039705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18A85-6A23-D6C3-0676-1F80E505E294}"/>
              </a:ext>
            </a:extLst>
          </p:cNvPr>
          <p:cNvSpPr>
            <a:spLocks noGrp="1"/>
          </p:cNvSpPr>
          <p:nvPr>
            <p:ph type="title"/>
          </p:nvPr>
        </p:nvSpPr>
        <p:spPr>
          <a:xfrm>
            <a:off x="304799" y="304655"/>
            <a:ext cx="8392313" cy="535531"/>
          </a:xfrm>
        </p:spPr>
        <p:txBody>
          <a:bodyPr/>
          <a:lstStyle/>
          <a:p>
            <a:r>
              <a:rPr lang="nb-NO" dirty="0"/>
              <a:t>L.O. test </a:t>
            </a:r>
            <a:r>
              <a:rPr lang="nb-NO" dirty="0" err="1"/>
              <a:t>onboard</a:t>
            </a:r>
            <a:endParaRPr lang="en-US" dirty="0"/>
          </a:p>
        </p:txBody>
      </p:sp>
      <p:pic>
        <p:nvPicPr>
          <p:cNvPr id="3" name="온라인 미디어 2" title="shipboard lube oil testing methods">
            <a:hlinkClick r:id="" action="ppaction://media"/>
            <a:extLst>
              <a:ext uri="{FF2B5EF4-FFF2-40B4-BE49-F238E27FC236}">
                <a16:creationId xmlns:a16="http://schemas.microsoft.com/office/drawing/2014/main" id="{1D9B05EE-9777-4119-44C8-DAFFA5B3D873}"/>
              </a:ext>
            </a:extLst>
          </p:cNvPr>
          <p:cNvPicPr>
            <a:picLocks noRot="1" noChangeAspect="1"/>
          </p:cNvPicPr>
          <p:nvPr>
            <a:videoFile r:link="rId1"/>
          </p:nvPr>
        </p:nvPicPr>
        <p:blipFill>
          <a:blip r:embed="rId4"/>
          <a:stretch>
            <a:fillRect/>
          </a:stretch>
        </p:blipFill>
        <p:spPr>
          <a:xfrm>
            <a:off x="417811" y="893774"/>
            <a:ext cx="6615506" cy="3737443"/>
          </a:xfrm>
          <a:prstGeom prst="rect">
            <a:avLst/>
          </a:prstGeom>
        </p:spPr>
      </p:pic>
    </p:spTree>
    <p:extLst>
      <p:ext uri="{BB962C8B-B14F-4D97-AF65-F5344CB8AC3E}">
        <p14:creationId xmlns:p14="http://schemas.microsoft.com/office/powerpoint/2010/main" val="420666587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A5193-7A90-3A29-E145-E9A2C1CF5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6E965-F6F0-05D2-C961-82B1450CC0BE}"/>
              </a:ext>
            </a:extLst>
          </p:cNvPr>
          <p:cNvSpPr>
            <a:spLocks noGrp="1"/>
          </p:cNvSpPr>
          <p:nvPr>
            <p:ph type="title"/>
          </p:nvPr>
        </p:nvSpPr>
        <p:spPr>
          <a:xfrm>
            <a:off x="304799" y="304655"/>
            <a:ext cx="8392313" cy="535531"/>
          </a:xfrm>
        </p:spPr>
        <p:txBody>
          <a:bodyPr/>
          <a:lstStyle/>
          <a:p>
            <a:r>
              <a:rPr lang="nb-NO" dirty="0"/>
              <a:t>L.O. test </a:t>
            </a:r>
            <a:r>
              <a:rPr lang="nb-NO" dirty="0" err="1"/>
              <a:t>onboard</a:t>
            </a:r>
            <a:endParaRPr lang="en-US" dirty="0"/>
          </a:p>
        </p:txBody>
      </p:sp>
      <p:pic>
        <p:nvPicPr>
          <p:cNvPr id="4" name="온라인 미디어 3" title="Fourth engineer jobs....how  to Take lube oil samples from generator for testing....">
            <a:hlinkClick r:id="" action="ppaction://media"/>
            <a:extLst>
              <a:ext uri="{FF2B5EF4-FFF2-40B4-BE49-F238E27FC236}">
                <a16:creationId xmlns:a16="http://schemas.microsoft.com/office/drawing/2014/main" id="{86582A97-C079-5FC7-1796-96E7EEFB8D35}"/>
              </a:ext>
            </a:extLst>
          </p:cNvPr>
          <p:cNvPicPr>
            <a:picLocks noRot="1" noChangeAspect="1"/>
          </p:cNvPicPr>
          <p:nvPr>
            <a:videoFile r:link="rId1"/>
          </p:nvPr>
        </p:nvPicPr>
        <p:blipFill>
          <a:blip r:embed="rId4"/>
          <a:stretch>
            <a:fillRect/>
          </a:stretch>
        </p:blipFill>
        <p:spPr>
          <a:xfrm>
            <a:off x="426262" y="904920"/>
            <a:ext cx="6600484" cy="3728957"/>
          </a:xfrm>
          <a:prstGeom prst="rect">
            <a:avLst/>
          </a:prstGeom>
        </p:spPr>
      </p:pic>
    </p:spTree>
    <p:extLst>
      <p:ext uri="{BB962C8B-B14F-4D97-AF65-F5344CB8AC3E}">
        <p14:creationId xmlns:p14="http://schemas.microsoft.com/office/powerpoint/2010/main" val="20009395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006D-8E22-D504-C2DB-6AAFEB22D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D221F-9778-C1FF-E8AB-D4742507D2C5}"/>
              </a:ext>
            </a:extLst>
          </p:cNvPr>
          <p:cNvSpPr>
            <a:spLocks noGrp="1"/>
          </p:cNvSpPr>
          <p:nvPr>
            <p:ph type="title"/>
          </p:nvPr>
        </p:nvSpPr>
        <p:spPr>
          <a:xfrm>
            <a:off x="304799" y="304655"/>
            <a:ext cx="8392313" cy="535531"/>
          </a:xfrm>
        </p:spPr>
        <p:txBody>
          <a:bodyPr/>
          <a:lstStyle/>
          <a:p>
            <a:r>
              <a:rPr lang="nb-NO" dirty="0"/>
              <a:t>L.O. test </a:t>
            </a:r>
            <a:r>
              <a:rPr lang="nb-NO" dirty="0" err="1"/>
              <a:t>onboard</a:t>
            </a:r>
            <a:endParaRPr lang="en-US" dirty="0"/>
          </a:p>
        </p:txBody>
      </p:sp>
      <p:pic>
        <p:nvPicPr>
          <p:cNvPr id="3" name="온라인 미디어 2" title="How to do Water content test of Lub Oil.#testing #generator #oil #watertest">
            <a:hlinkClick r:id="" action="ppaction://media"/>
            <a:extLst>
              <a:ext uri="{FF2B5EF4-FFF2-40B4-BE49-F238E27FC236}">
                <a16:creationId xmlns:a16="http://schemas.microsoft.com/office/drawing/2014/main" id="{E0C86E2C-15E5-390F-FBE7-B4B9C1602D9A}"/>
              </a:ext>
            </a:extLst>
          </p:cNvPr>
          <p:cNvPicPr>
            <a:picLocks noRot="1" noChangeAspect="1"/>
          </p:cNvPicPr>
          <p:nvPr>
            <a:videoFile r:link="rId1"/>
          </p:nvPr>
        </p:nvPicPr>
        <p:blipFill>
          <a:blip r:embed="rId4"/>
          <a:stretch>
            <a:fillRect/>
          </a:stretch>
        </p:blipFill>
        <p:spPr>
          <a:xfrm>
            <a:off x="419387" y="923759"/>
            <a:ext cx="6593305" cy="3724901"/>
          </a:xfrm>
          <a:prstGeom prst="rect">
            <a:avLst/>
          </a:prstGeom>
        </p:spPr>
      </p:pic>
    </p:spTree>
    <p:extLst>
      <p:ext uri="{BB962C8B-B14F-4D97-AF65-F5344CB8AC3E}">
        <p14:creationId xmlns:p14="http://schemas.microsoft.com/office/powerpoint/2010/main" val="217242166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31447-B8BE-E80A-2BF1-BD83744E2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E1724-EE7D-7538-8080-2F8C82C1141D}"/>
              </a:ext>
            </a:extLst>
          </p:cNvPr>
          <p:cNvSpPr>
            <a:spLocks noGrp="1"/>
          </p:cNvSpPr>
          <p:nvPr>
            <p:ph type="title"/>
          </p:nvPr>
        </p:nvSpPr>
        <p:spPr>
          <a:xfrm>
            <a:off x="304799" y="304655"/>
            <a:ext cx="8392313" cy="535531"/>
          </a:xfrm>
        </p:spPr>
        <p:txBody>
          <a:bodyPr/>
          <a:lstStyle/>
          <a:p>
            <a:r>
              <a:rPr lang="nb-NO" dirty="0"/>
              <a:t>L.O. test </a:t>
            </a:r>
            <a:r>
              <a:rPr lang="nb-NO" dirty="0" err="1"/>
              <a:t>onboard</a:t>
            </a:r>
            <a:endParaRPr lang="en-US" dirty="0"/>
          </a:p>
        </p:txBody>
      </p:sp>
      <p:pic>
        <p:nvPicPr>
          <p:cNvPr id="3" name="온라인 미디어 2" title="How to send Lub. oil sample analysis in the ship">
            <a:hlinkClick r:id="" action="ppaction://media"/>
            <a:extLst>
              <a:ext uri="{FF2B5EF4-FFF2-40B4-BE49-F238E27FC236}">
                <a16:creationId xmlns:a16="http://schemas.microsoft.com/office/drawing/2014/main" id="{F007947B-DEEE-216D-6D50-B7BCF56FCC1C}"/>
              </a:ext>
            </a:extLst>
          </p:cNvPr>
          <p:cNvPicPr>
            <a:picLocks noRot="1" noChangeAspect="1"/>
          </p:cNvPicPr>
          <p:nvPr>
            <a:videoFile r:link="rId1"/>
          </p:nvPr>
        </p:nvPicPr>
        <p:blipFill>
          <a:blip r:embed="rId4"/>
          <a:stretch>
            <a:fillRect/>
          </a:stretch>
        </p:blipFill>
        <p:spPr>
          <a:xfrm>
            <a:off x="412511" y="906437"/>
            <a:ext cx="6572680" cy="3713249"/>
          </a:xfrm>
          <a:prstGeom prst="rect">
            <a:avLst/>
          </a:prstGeom>
        </p:spPr>
      </p:pic>
    </p:spTree>
    <p:extLst>
      <p:ext uri="{BB962C8B-B14F-4D97-AF65-F5344CB8AC3E}">
        <p14:creationId xmlns:p14="http://schemas.microsoft.com/office/powerpoint/2010/main" val="335967410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74E1A-C872-9AAE-60C3-34415D45B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FE596-06C2-3685-0125-D4BDE77E321D}"/>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FFD38A95-27C1-C00D-F264-F213EB3424A7}"/>
              </a:ext>
            </a:extLst>
          </p:cNvPr>
          <p:cNvSpPr>
            <a:spLocks noGrp="1"/>
          </p:cNvSpPr>
          <p:nvPr>
            <p:ph type="body" sz="quarter" idx="10"/>
          </p:nvPr>
        </p:nvSpPr>
        <p:spPr/>
        <p:txBody>
          <a:bodyPr>
            <a:normAutofit lnSpcReduction="10000"/>
          </a:bodyPr>
          <a:lstStyle/>
          <a:p>
            <a:pPr marL="0" indent="0">
              <a:spcAft>
                <a:spcPts val="1000"/>
              </a:spcAft>
              <a:buNone/>
            </a:pPr>
            <a:r>
              <a:rPr lang="en-US" altLang="ko-KR" sz="1600" dirty="0"/>
              <a:t>1) https://www.mosil.com/blog/industrial-lubricants/</a:t>
            </a:r>
          </a:p>
          <a:p>
            <a:pPr marL="0" indent="0">
              <a:spcAft>
                <a:spcPts val="1000"/>
              </a:spcAft>
              <a:buNone/>
            </a:pPr>
            <a:r>
              <a:rPr lang="en-US" sz="1600" dirty="0">
                <a:solidFill>
                  <a:srgbClr val="000000"/>
                </a:solidFill>
              </a:rPr>
              <a:t>2) https://www.nautilusshipping.com/news-and-insights/the-importance-of-marine-lubricants-and-engine-oils-for-ship-engine-optimization</a:t>
            </a:r>
          </a:p>
          <a:p>
            <a:pPr marL="0" indent="0">
              <a:spcAft>
                <a:spcPts val="1000"/>
              </a:spcAft>
              <a:buNone/>
            </a:pPr>
            <a:r>
              <a:rPr lang="en-US" sz="1600" dirty="0">
                <a:solidFill>
                  <a:srgbClr val="000000"/>
                </a:solidFill>
              </a:rPr>
              <a:t>3) https://www.lymmengineparts.co.uk/engine-bearings</a:t>
            </a:r>
          </a:p>
          <a:p>
            <a:pPr marL="0" indent="0">
              <a:spcAft>
                <a:spcPts val="1000"/>
              </a:spcAft>
              <a:buNone/>
            </a:pPr>
            <a:r>
              <a:rPr lang="en-US" sz="1600" dirty="0">
                <a:solidFill>
                  <a:srgbClr val="000000"/>
                </a:solidFill>
              </a:rPr>
              <a:t>4) https://www.highpowermedia.com/Archive/the-small-end-bearing</a:t>
            </a:r>
          </a:p>
          <a:p>
            <a:pPr marL="0" indent="0">
              <a:spcAft>
                <a:spcPts val="1000"/>
              </a:spcAft>
              <a:buNone/>
            </a:pPr>
            <a:r>
              <a:rPr lang="en-US" sz="1600" dirty="0">
                <a:solidFill>
                  <a:srgbClr val="000000"/>
                </a:solidFill>
              </a:rPr>
              <a:t>5) https://shamyadav.medium.com/best-tutorial-on-connecting-rod-of-marine-diesel-engine-99c350dbdad2</a:t>
            </a:r>
          </a:p>
          <a:p>
            <a:pPr marL="0" indent="0">
              <a:spcAft>
                <a:spcPts val="1000"/>
              </a:spcAft>
              <a:buNone/>
            </a:pPr>
            <a:r>
              <a:rPr lang="en-US" sz="1600" dirty="0">
                <a:solidFill>
                  <a:srgbClr val="000000"/>
                </a:solidFill>
              </a:rPr>
              <a:t>6) https://shamyadav.medium.com/best-tutorial-on-connecting-rod-of-marine-diesel-engine-99c350dbdad2</a:t>
            </a:r>
          </a:p>
          <a:p>
            <a:pPr marL="0" indent="0">
              <a:spcAft>
                <a:spcPts val="1000"/>
              </a:spcAft>
              <a:buNone/>
            </a:pPr>
            <a:r>
              <a:rPr lang="en-US" sz="1600" dirty="0">
                <a:solidFill>
                  <a:srgbClr val="000000"/>
                </a:solidFill>
              </a:rPr>
              <a:t>7) https://www.savree.com/en/encyclopedia/connecting-rod</a:t>
            </a:r>
          </a:p>
          <a:p>
            <a:pPr marL="0" indent="0">
              <a:spcAft>
                <a:spcPts val="1000"/>
              </a:spcAft>
              <a:buNone/>
            </a:pPr>
            <a:r>
              <a:rPr lang="en-US" sz="1600" dirty="0">
                <a:solidFill>
                  <a:srgbClr val="000000"/>
                </a:solidFill>
              </a:rPr>
              <a:t>8) https://www.ababilmarine.com/product/HYUNDAI-HIMSEN-8H21-32-CYLINDER-BLOCK-CR</a:t>
            </a:r>
          </a:p>
        </p:txBody>
      </p:sp>
    </p:spTree>
    <p:extLst>
      <p:ext uri="{BB962C8B-B14F-4D97-AF65-F5344CB8AC3E}">
        <p14:creationId xmlns:p14="http://schemas.microsoft.com/office/powerpoint/2010/main" val="3030023109"/>
      </p:ext>
    </p:extLst>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2EB2-169F-9E56-1359-60C5CD889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49B2E-E64F-F761-11A1-3FB3023DC4C9}"/>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EF511001-51A1-75C7-C13F-482BEFE69C1A}"/>
              </a:ext>
            </a:extLst>
          </p:cNvPr>
          <p:cNvSpPr>
            <a:spLocks noGrp="1"/>
          </p:cNvSpPr>
          <p:nvPr>
            <p:ph type="body" sz="quarter" idx="10"/>
          </p:nvPr>
        </p:nvSpPr>
        <p:spPr>
          <a:xfrm>
            <a:off x="304800" y="1101144"/>
            <a:ext cx="8534400" cy="3677112"/>
          </a:xfrm>
        </p:spPr>
        <p:txBody>
          <a:bodyPr>
            <a:normAutofit/>
          </a:bodyPr>
          <a:lstStyle/>
          <a:p>
            <a:pPr marL="0" indent="0">
              <a:spcAft>
                <a:spcPts val="1000"/>
              </a:spcAft>
              <a:buNone/>
            </a:pPr>
            <a:r>
              <a:rPr lang="en-US" altLang="ko-KR" sz="1600" dirty="0"/>
              <a:t>9) https://maritime.org/doc/fleetsub/diesel/chap12.php</a:t>
            </a:r>
          </a:p>
          <a:p>
            <a:pPr marL="0" indent="0">
              <a:spcAft>
                <a:spcPts val="1000"/>
              </a:spcAft>
              <a:buNone/>
            </a:pPr>
            <a:r>
              <a:rPr lang="en-US" sz="1600" dirty="0">
                <a:solidFill>
                  <a:srgbClr val="000000"/>
                </a:solidFill>
              </a:rPr>
              <a:t>10) https://www.deltechmarine.com/latest-detail/man-b-w-6l23-30h-lub-oil-cooling-water-pump</a:t>
            </a:r>
          </a:p>
          <a:p>
            <a:pPr marL="0" indent="0">
              <a:spcAft>
                <a:spcPts val="1000"/>
              </a:spcAft>
              <a:buNone/>
            </a:pPr>
            <a:r>
              <a:rPr lang="en-US" sz="1600" dirty="0">
                <a:solidFill>
                  <a:srgbClr val="000000"/>
                </a:solidFill>
              </a:rPr>
              <a:t>11) https://www.kral.at/en/screw-pumps/lube-oil-applications/</a:t>
            </a:r>
          </a:p>
          <a:p>
            <a:pPr marL="0" indent="0">
              <a:spcAft>
                <a:spcPts val="1000"/>
              </a:spcAft>
              <a:buNone/>
            </a:pPr>
            <a:r>
              <a:rPr lang="en-US" sz="1600" dirty="0">
                <a:solidFill>
                  <a:srgbClr val="000000"/>
                </a:solidFill>
              </a:rPr>
              <a:t>12) https://www.forabodiesonly.com/mopar/threads/spun-360-rod-bearing.572108/</a:t>
            </a:r>
          </a:p>
          <a:p>
            <a:pPr marL="0" indent="0">
              <a:spcAft>
                <a:spcPts val="1000"/>
              </a:spcAft>
              <a:buNone/>
            </a:pPr>
            <a:r>
              <a:rPr lang="en-US" sz="1600" dirty="0">
                <a:solidFill>
                  <a:srgbClr val="000000"/>
                </a:solidFill>
              </a:rPr>
              <a:t>13) </a:t>
            </a:r>
            <a:r>
              <a:rPr lang="en-US" sz="1600" dirty="0">
                <a:solidFill>
                  <a:srgbClr val="000000"/>
                </a:solidFill>
                <a:hlinkClick r:id="rId2"/>
              </a:rPr>
              <a:t>https://shop.aminco.co/products/imo-acd-025n6-ivbp-triple-screw-pump-0-5kw-electric-motor-refurbished-tested?srsltid=AfmBOopxf0iLYAo8BBLcePvRr2a7IIumf0BrTJqw7s02xU8SGo_qe_Yt</a:t>
            </a:r>
            <a:endParaRPr lang="en-US" sz="1600" dirty="0">
              <a:solidFill>
                <a:srgbClr val="000000"/>
              </a:solidFill>
            </a:endParaRPr>
          </a:p>
          <a:p>
            <a:pPr marL="0" indent="0">
              <a:spcAft>
                <a:spcPts val="1000"/>
              </a:spcAft>
              <a:buNone/>
            </a:pPr>
            <a:r>
              <a:rPr lang="en-US" sz="1600" dirty="0">
                <a:solidFill>
                  <a:srgbClr val="000000"/>
                </a:solidFill>
              </a:rPr>
              <a:t>14) </a:t>
            </a:r>
            <a:r>
              <a:rPr lang="en-US" sz="1600" dirty="0">
                <a:solidFill>
                  <a:srgbClr val="000000"/>
                </a:solidFill>
                <a:hlinkClick r:id="rId3"/>
              </a:rPr>
              <a:t>https://www.processtechacademy.com/screwing-it-up-with-screw-rotary-motion-pd-pumps/</a:t>
            </a:r>
            <a:endParaRPr lang="en-US" sz="1600" dirty="0">
              <a:solidFill>
                <a:srgbClr val="000000"/>
              </a:solidFill>
            </a:endParaRPr>
          </a:p>
          <a:p>
            <a:pPr marL="0" indent="0">
              <a:spcAft>
                <a:spcPts val="1000"/>
              </a:spcAft>
              <a:buNone/>
            </a:pPr>
            <a:r>
              <a:rPr lang="en-US" sz="1600" dirty="0">
                <a:solidFill>
                  <a:srgbClr val="000000"/>
                </a:solidFill>
              </a:rPr>
              <a:t>15) </a:t>
            </a:r>
            <a:r>
              <a:rPr lang="en-US" sz="1600" dirty="0">
                <a:solidFill>
                  <a:srgbClr val="000000"/>
                </a:solidFill>
                <a:hlinkClick r:id="rId4"/>
              </a:rPr>
              <a:t>https://en.wikipedia.org/wiki/Screw_pump</a:t>
            </a:r>
            <a:endParaRPr lang="en-US" sz="1600" dirty="0">
              <a:solidFill>
                <a:srgbClr val="000000"/>
              </a:solidFill>
            </a:endParaRPr>
          </a:p>
          <a:p>
            <a:pPr marL="0" indent="0">
              <a:spcAft>
                <a:spcPts val="1000"/>
              </a:spcAft>
              <a:buNone/>
            </a:pPr>
            <a:r>
              <a:rPr lang="en-US" sz="1600" dirty="0">
                <a:solidFill>
                  <a:srgbClr val="000000"/>
                </a:solidFill>
              </a:rPr>
              <a:t>16) https://yesyen.com/screw_pump_working.php</a:t>
            </a:r>
          </a:p>
        </p:txBody>
      </p:sp>
    </p:spTree>
    <p:extLst>
      <p:ext uri="{BB962C8B-B14F-4D97-AF65-F5344CB8AC3E}">
        <p14:creationId xmlns:p14="http://schemas.microsoft.com/office/powerpoint/2010/main" val="4282015703"/>
      </p:ext>
    </p:extLst>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99D76-854A-28AE-6E67-FBCAE9C04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3AF44-0116-809A-2C4A-2FCBF8003FB7}"/>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32A75EE2-8BB8-B75E-962D-27E10A00262A}"/>
              </a:ext>
            </a:extLst>
          </p:cNvPr>
          <p:cNvSpPr>
            <a:spLocks noGrp="1"/>
          </p:cNvSpPr>
          <p:nvPr>
            <p:ph type="body" sz="quarter" idx="10"/>
          </p:nvPr>
        </p:nvSpPr>
        <p:spPr/>
        <p:txBody>
          <a:bodyPr>
            <a:normAutofit/>
          </a:bodyPr>
          <a:lstStyle/>
          <a:p>
            <a:pPr marL="0" indent="0">
              <a:spcAft>
                <a:spcPts val="1000"/>
              </a:spcAft>
              <a:buNone/>
            </a:pPr>
            <a:r>
              <a:rPr lang="en-US" altLang="ko-KR" sz="1600" dirty="0"/>
              <a:t>17) https://www.youtube.com/watch?v=avCZVzmyBlg </a:t>
            </a:r>
          </a:p>
          <a:p>
            <a:pPr marL="0" indent="0">
              <a:spcAft>
                <a:spcPts val="1000"/>
              </a:spcAft>
              <a:buNone/>
            </a:pPr>
            <a:r>
              <a:rPr lang="en-US" sz="1600" dirty="0">
                <a:solidFill>
                  <a:srgbClr val="000000"/>
                </a:solidFill>
              </a:rPr>
              <a:t>18) https://separatorequipment.com/centrifugal-oil-cleaner/</a:t>
            </a:r>
          </a:p>
          <a:p>
            <a:pPr marL="0" indent="0">
              <a:spcAft>
                <a:spcPts val="1000"/>
              </a:spcAft>
              <a:buNone/>
            </a:pPr>
            <a:r>
              <a:rPr lang="en-US" sz="1600" dirty="0">
                <a:solidFill>
                  <a:srgbClr val="000000"/>
                </a:solidFill>
              </a:rPr>
              <a:t>19) https://bartechmarine.com/blog/does-your-engine-have-a-centrifugal-oil-filter/</a:t>
            </a:r>
          </a:p>
          <a:p>
            <a:pPr marL="0" indent="0">
              <a:spcAft>
                <a:spcPts val="1000"/>
              </a:spcAft>
              <a:buNone/>
            </a:pPr>
            <a:r>
              <a:rPr lang="en-US" sz="1600" dirty="0">
                <a:solidFill>
                  <a:srgbClr val="000000"/>
                </a:solidFill>
              </a:rPr>
              <a:t>20) https://www.youtube.com/watch?v=gn6hnWjnlhI</a:t>
            </a:r>
          </a:p>
          <a:p>
            <a:pPr marL="0" indent="0">
              <a:spcAft>
                <a:spcPts val="1000"/>
              </a:spcAft>
              <a:buNone/>
            </a:pPr>
            <a:r>
              <a:rPr lang="en-US" sz="1600" dirty="0">
                <a:solidFill>
                  <a:srgbClr val="000000"/>
                </a:solidFill>
              </a:rPr>
              <a:t>21) https://www.esummitsb.com/pages/engine%20attachment.html</a:t>
            </a:r>
          </a:p>
          <a:p>
            <a:pPr marL="0" indent="0">
              <a:spcAft>
                <a:spcPts val="1000"/>
              </a:spcAft>
              <a:buNone/>
            </a:pPr>
            <a:r>
              <a:rPr lang="en-US" sz="1600" dirty="0">
                <a:solidFill>
                  <a:srgbClr val="000000"/>
                </a:solidFill>
              </a:rPr>
              <a:t>22) http://hu.ruiqianfilter.com/info/main-classification-of-oil-filters-80409094.html</a:t>
            </a:r>
          </a:p>
          <a:p>
            <a:pPr marL="0" indent="0">
              <a:spcAft>
                <a:spcPts val="1000"/>
              </a:spcAft>
              <a:buNone/>
            </a:pPr>
            <a:r>
              <a:rPr lang="en-US" sz="1600" dirty="0">
                <a:solidFill>
                  <a:srgbClr val="000000"/>
                </a:solidFill>
              </a:rPr>
              <a:t>23) https://makeagif.com/gif/alfa-laval-centrifugal-separator-working-58iDiw</a:t>
            </a:r>
          </a:p>
          <a:p>
            <a:pPr marL="0" indent="0">
              <a:spcAft>
                <a:spcPts val="1000"/>
              </a:spcAft>
              <a:buNone/>
            </a:pPr>
            <a:r>
              <a:rPr lang="en-US" sz="1600" dirty="0">
                <a:solidFill>
                  <a:srgbClr val="000000"/>
                </a:solidFill>
              </a:rPr>
              <a:t>24) https://dolphincentrifuge.com/centrifugal-filter/</a:t>
            </a:r>
          </a:p>
        </p:txBody>
      </p:sp>
    </p:spTree>
    <p:extLst>
      <p:ext uri="{BB962C8B-B14F-4D97-AF65-F5344CB8AC3E}">
        <p14:creationId xmlns:p14="http://schemas.microsoft.com/office/powerpoint/2010/main" val="432101039"/>
      </p:ext>
    </p:extLst>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E96FC-1E19-B305-C1DD-BFBB65A48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C7E43-06A3-9E2C-56C3-39766A1E3C3F}"/>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06F4BCE0-E110-960C-910C-03F75EFFE135}"/>
              </a:ext>
            </a:extLst>
          </p:cNvPr>
          <p:cNvSpPr>
            <a:spLocks noGrp="1"/>
          </p:cNvSpPr>
          <p:nvPr>
            <p:ph type="body" sz="quarter" idx="10"/>
          </p:nvPr>
        </p:nvSpPr>
        <p:spPr/>
        <p:txBody>
          <a:bodyPr>
            <a:normAutofit/>
          </a:bodyPr>
          <a:lstStyle/>
          <a:p>
            <a:pPr marL="0" indent="0">
              <a:spcAft>
                <a:spcPts val="1000"/>
              </a:spcAft>
              <a:buNone/>
            </a:pPr>
            <a:r>
              <a:rPr lang="en-US" altLang="ko-KR" sz="1600" dirty="0"/>
              <a:t>25) https://marineinfo.com/fuel-oil-purifier-system/</a:t>
            </a:r>
          </a:p>
          <a:p>
            <a:pPr marL="0" indent="0">
              <a:spcAft>
                <a:spcPts val="1000"/>
              </a:spcAft>
              <a:buNone/>
            </a:pPr>
            <a:r>
              <a:rPr lang="en-US" sz="1600" dirty="0">
                <a:solidFill>
                  <a:srgbClr val="000000"/>
                </a:solidFill>
              </a:rPr>
              <a:t>26) https://www.youtube.com/watch?v=luBKTsv3Lsg</a:t>
            </a:r>
          </a:p>
          <a:p>
            <a:pPr marL="0" indent="0">
              <a:spcAft>
                <a:spcPts val="1000"/>
              </a:spcAft>
              <a:buNone/>
            </a:pPr>
            <a:r>
              <a:rPr lang="en-US" sz="1600" dirty="0">
                <a:solidFill>
                  <a:srgbClr val="000000"/>
                </a:solidFill>
              </a:rPr>
              <a:t>27) https://www.youtube.com/watch?v=QWDB4UlOAJs</a:t>
            </a:r>
          </a:p>
          <a:p>
            <a:pPr marL="0" indent="0">
              <a:spcAft>
                <a:spcPts val="1000"/>
              </a:spcAft>
              <a:buNone/>
            </a:pPr>
            <a:r>
              <a:rPr lang="en-US" sz="1600" dirty="0">
                <a:solidFill>
                  <a:srgbClr val="000000"/>
                </a:solidFill>
              </a:rPr>
              <a:t>28) https://www.youtube.com/shorts/qHOdmhnkATc</a:t>
            </a:r>
          </a:p>
          <a:p>
            <a:pPr marL="0" indent="0">
              <a:spcAft>
                <a:spcPts val="1000"/>
              </a:spcAft>
              <a:buNone/>
            </a:pPr>
            <a:r>
              <a:rPr lang="en-US" sz="1600" dirty="0">
                <a:solidFill>
                  <a:srgbClr val="000000"/>
                </a:solidFill>
              </a:rPr>
              <a:t>29) https://www.youtube.com/watch?v=E5Vos8bqUYg</a:t>
            </a:r>
          </a:p>
          <a:p>
            <a:pPr marL="0" indent="0">
              <a:spcAft>
                <a:spcPts val="1000"/>
              </a:spcAft>
              <a:buNone/>
            </a:pPr>
            <a:r>
              <a:rPr lang="en-US" sz="1600" dirty="0">
                <a:solidFill>
                  <a:srgbClr val="000000"/>
                </a:solidFill>
              </a:rPr>
              <a:t>30) https://www.youtube.com/watch?v=RV8u7gV5oXQ</a:t>
            </a:r>
          </a:p>
          <a:p>
            <a:pPr marL="0" indent="0">
              <a:spcAft>
                <a:spcPts val="1000"/>
              </a:spcAft>
              <a:buNone/>
            </a:pPr>
            <a:r>
              <a:rPr lang="en-US" sz="1600" dirty="0">
                <a:solidFill>
                  <a:srgbClr val="000000"/>
                </a:solidFill>
              </a:rPr>
              <a:t>31) https://www.youtube.com/watch?v=7LOGCQHI64Y</a:t>
            </a:r>
          </a:p>
          <a:p>
            <a:pPr marL="0" indent="0">
              <a:spcAft>
                <a:spcPts val="1000"/>
              </a:spcAft>
              <a:buNone/>
            </a:pPr>
            <a:r>
              <a:rPr lang="en-US" sz="1600" dirty="0">
                <a:solidFill>
                  <a:srgbClr val="000000"/>
                </a:solidFill>
              </a:rPr>
              <a:t>32) </a:t>
            </a:r>
            <a:r>
              <a:rPr lang="en-US" sz="1600" dirty="0">
                <a:solidFill>
                  <a:srgbClr val="000000"/>
                </a:solidFill>
                <a:hlinkClick r:id="rId2"/>
              </a:rPr>
              <a:t>https://www.youtube.com/watch?v=0lSymOdy0ok</a:t>
            </a:r>
            <a:endParaRPr lang="en-US" sz="1600" dirty="0">
              <a:solidFill>
                <a:srgbClr val="000000"/>
              </a:solidFill>
            </a:endParaRPr>
          </a:p>
          <a:p>
            <a:pPr marL="0" indent="0">
              <a:spcAft>
                <a:spcPts val="1000"/>
              </a:spcAft>
              <a:buNone/>
            </a:pPr>
            <a:r>
              <a:rPr lang="en-US" sz="1600" dirty="0">
                <a:solidFill>
                  <a:srgbClr val="000000"/>
                </a:solidFill>
              </a:rPr>
              <a:t>33) https://marineinfo.com/auxiliary-engine-lubricating-oil-system/</a:t>
            </a:r>
          </a:p>
        </p:txBody>
      </p:sp>
    </p:spTree>
    <p:extLst>
      <p:ext uri="{BB962C8B-B14F-4D97-AF65-F5344CB8AC3E}">
        <p14:creationId xmlns:p14="http://schemas.microsoft.com/office/powerpoint/2010/main" val="1704788472"/>
      </p:ext>
    </p:extLst>
  </p:cSld>
  <p:clrMapOvr>
    <a:masterClrMapping/>
  </p:clrMapOvr>
  <p:transition>
    <p:wipe dir="r"/>
  </p:transition>
</p:sld>
</file>

<file path=ppt/theme/theme1.xml><?xml version="1.0" encoding="utf-8"?>
<a:theme xmlns:a="http://schemas.openxmlformats.org/drawingml/2006/main" name="1_Office Theme">
  <a:themeElements>
    <a:clrScheme name="Custom 48">
      <a:dk1>
        <a:sysClr val="windowText" lastClr="000000"/>
      </a:dk1>
      <a:lt1>
        <a:sysClr val="window" lastClr="FFFFFF"/>
      </a:lt1>
      <a:dk2>
        <a:srgbClr val="696253"/>
      </a:dk2>
      <a:lt2>
        <a:srgbClr val="B9AE98"/>
      </a:lt2>
      <a:accent1>
        <a:srgbClr val="8C1515"/>
      </a:accent1>
      <a:accent2>
        <a:srgbClr val="718899"/>
      </a:accent2>
      <a:accent3>
        <a:srgbClr val="ED9A4F"/>
      </a:accent3>
      <a:accent4>
        <a:srgbClr val="A4B924"/>
      </a:accent4>
      <a:accent5>
        <a:srgbClr val="D9C393"/>
      </a:accent5>
      <a:accent6>
        <a:srgbClr val="104B35"/>
      </a:accent6>
      <a:hlink>
        <a:srgbClr val="56324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cap="flat" cmpd="sng" algn="ctr">
          <a:solidFill>
            <a:schemeClr val="bg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nSpc>
            <a:spcPct val="90000"/>
          </a:lnSpc>
          <a:defRPr dirty="0" smtClean="0">
            <a:solidFill>
              <a:srgbClr val="696253"/>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2706</Words>
  <Application>Microsoft Office PowerPoint</Application>
  <PresentationFormat>화면 슬라이드 쇼(16:9)</PresentationFormat>
  <Paragraphs>264</Paragraphs>
  <Slides>51</Slides>
  <Notes>32</Notes>
  <HiddenSlides>0</HiddenSlides>
  <MMClips>13</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51</vt:i4>
      </vt:variant>
    </vt:vector>
  </HeadingPairs>
  <TitlesOfParts>
    <vt:vector size="54" baseType="lpstr">
      <vt:lpstr>Arial</vt:lpstr>
      <vt:lpstr>Calibri</vt:lpstr>
      <vt:lpstr>1_Office Theme</vt:lpstr>
      <vt:lpstr>PowerPoint 프레젠테이션</vt:lpstr>
      <vt:lpstr>Lesson content for each week</vt:lpstr>
      <vt:lpstr>What is Lubricating Oil?  </vt:lpstr>
      <vt:lpstr>What is Lubricating Oil?  </vt:lpstr>
      <vt:lpstr>Internal Lubricating Oil System</vt:lpstr>
      <vt:lpstr>Internal Lubricating Oil System</vt:lpstr>
      <vt:lpstr>Internal Lubricating Oil System</vt:lpstr>
      <vt:lpstr>Internal Lubricating Oil System</vt:lpstr>
      <vt:lpstr>Internal Lubricating Oil System</vt:lpstr>
      <vt:lpstr>Internal Lubricating Oil System</vt:lpstr>
      <vt:lpstr>Internal Lubricating Oil System</vt:lpstr>
      <vt:lpstr>Internal Lubricating Oil System</vt:lpstr>
      <vt:lpstr>Internal Lubricating Oil System</vt:lpstr>
      <vt:lpstr>Engine driven lubricating oil pump</vt:lpstr>
      <vt:lpstr>Engine driven lubricating oil pump</vt:lpstr>
      <vt:lpstr>Pre lubricating pump</vt:lpstr>
      <vt:lpstr>Pre lubricating pump</vt:lpstr>
      <vt:lpstr>Pre lubricating pump</vt:lpstr>
      <vt:lpstr>Pre lubricating pump</vt:lpstr>
      <vt:lpstr>Pre lubricating pump</vt:lpstr>
      <vt:lpstr>Pre lubricating pump</vt:lpstr>
      <vt:lpstr>Pre lubricating pump</vt:lpstr>
      <vt:lpstr>Pre lubricating pump</vt:lpstr>
      <vt:lpstr>Pre lubricating pump</vt:lpstr>
      <vt:lpstr>Pre lubricating pump</vt:lpstr>
      <vt:lpstr>Pre lubricating pump</vt:lpstr>
      <vt:lpstr>Lubricating Oil Filter</vt:lpstr>
      <vt:lpstr>Lubricating Oil Filter (HiMSEN)</vt:lpstr>
      <vt:lpstr>Lubricating Oil Filter</vt:lpstr>
      <vt:lpstr>Lubricating Oil Filter</vt:lpstr>
      <vt:lpstr>Centrifugal Oil Filter</vt:lpstr>
      <vt:lpstr>Centrifugal Oil Filter</vt:lpstr>
      <vt:lpstr>Centrifugal Oil Filter</vt:lpstr>
      <vt:lpstr>Centrifugal Oil Filter</vt:lpstr>
      <vt:lpstr>Centrifugal Oil Filter</vt:lpstr>
      <vt:lpstr>Centrifugal Oil Filter</vt:lpstr>
      <vt:lpstr>Centrifugal Oil Filter</vt:lpstr>
      <vt:lpstr>L.O. transfer &amp; purifying system for G/E</vt:lpstr>
      <vt:lpstr>PowerPoint 프레젠테이션</vt:lpstr>
      <vt:lpstr>L.O. purifier</vt:lpstr>
      <vt:lpstr>L.O. purifier</vt:lpstr>
      <vt:lpstr>L.O. purifier</vt:lpstr>
      <vt:lpstr>L.O. purifier</vt:lpstr>
      <vt:lpstr>L.O. test onboard</vt:lpstr>
      <vt:lpstr>L.O. test onboard</vt:lpstr>
      <vt:lpstr>L.O. test onboard</vt:lpstr>
      <vt:lpstr>L.O. test onboard</vt:lpstr>
      <vt:lpstr>References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9</cp:revision>
  <dcterms:created xsi:type="dcterms:W3CDTF">2015-04-29T17:53:16Z</dcterms:created>
  <dcterms:modified xsi:type="dcterms:W3CDTF">2025-10-25T07:05:28Z</dcterms:modified>
</cp:coreProperties>
</file>