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2" r:id="rId1"/>
  </p:sldMasterIdLst>
  <p:notesMasterIdLst>
    <p:notesMasterId r:id="rId48"/>
  </p:notesMasterIdLst>
  <p:sldIdLst>
    <p:sldId id="273" r:id="rId2"/>
    <p:sldId id="282" r:id="rId3"/>
    <p:sldId id="279" r:id="rId4"/>
    <p:sldId id="331" r:id="rId5"/>
    <p:sldId id="337" r:id="rId6"/>
    <p:sldId id="338" r:id="rId7"/>
    <p:sldId id="336" r:id="rId8"/>
    <p:sldId id="340" r:id="rId9"/>
    <p:sldId id="334" r:id="rId10"/>
    <p:sldId id="335" r:id="rId11"/>
    <p:sldId id="332" r:id="rId12"/>
    <p:sldId id="341" r:id="rId13"/>
    <p:sldId id="333" r:id="rId14"/>
    <p:sldId id="339" r:id="rId15"/>
    <p:sldId id="368" r:id="rId16"/>
    <p:sldId id="367" r:id="rId17"/>
    <p:sldId id="366" r:id="rId18"/>
    <p:sldId id="349" r:id="rId19"/>
    <p:sldId id="369" r:id="rId20"/>
    <p:sldId id="350" r:id="rId21"/>
    <p:sldId id="351" r:id="rId22"/>
    <p:sldId id="355" r:id="rId23"/>
    <p:sldId id="356" r:id="rId24"/>
    <p:sldId id="352" r:id="rId25"/>
    <p:sldId id="353" r:id="rId26"/>
    <p:sldId id="354" r:id="rId27"/>
    <p:sldId id="342" r:id="rId28"/>
    <p:sldId id="347" r:id="rId29"/>
    <p:sldId id="348" r:id="rId30"/>
    <p:sldId id="343" r:id="rId31"/>
    <p:sldId id="344" r:id="rId32"/>
    <p:sldId id="345" r:id="rId33"/>
    <p:sldId id="363" r:id="rId34"/>
    <p:sldId id="364" r:id="rId35"/>
    <p:sldId id="365" r:id="rId36"/>
    <p:sldId id="346" r:id="rId37"/>
    <p:sldId id="370" r:id="rId38"/>
    <p:sldId id="357" r:id="rId39"/>
    <p:sldId id="358" r:id="rId40"/>
    <p:sldId id="371" r:id="rId41"/>
    <p:sldId id="359" r:id="rId42"/>
    <p:sldId id="360" r:id="rId43"/>
    <p:sldId id="361" r:id="rId44"/>
    <p:sldId id="362" r:id="rId45"/>
    <p:sldId id="280" r:id="rId46"/>
    <p:sldId id="284" r:id="rId47"/>
  </p:sldIdLst>
  <p:sldSz cx="9144000" cy="5143500" type="screen16x9"/>
  <p:notesSz cx="6858000" cy="9144000"/>
  <p:embeddedFontLst>
    <p:embeddedFont>
      <p:font typeface="Bauhaus 93" panose="04030905020B02020C02" pitchFamily="82" charset="0"/>
      <p:regular r:id="rId4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XXMmUNCfe6q3v07xVpYiBg==" hashData="e22esBIam7nmllTbZfWUftTV+49hC1yinOmMTZL6/IVUJflVpcm6eQiT32aFGfR5p0l30d74tHLXpaQzD5fdlg=="/>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56B"/>
    <a:srgbClr val="780811"/>
    <a:srgbClr val="EDF2F3"/>
    <a:srgbClr val="1C1C1C"/>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BF770D-5131-4829-B3F9-B9D90A4F2CF8}" v="39" dt="2025-09-21T12:48:32.733"/>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6" autoAdjust="0"/>
    <p:restoredTop sz="94647" autoAdjust="0"/>
  </p:normalViewPr>
  <p:slideViewPr>
    <p:cSldViewPr snapToGrid="0" snapToObjects="1">
      <p:cViewPr varScale="1">
        <p:scale>
          <a:sx n="134" d="100"/>
          <a:sy n="134" d="100"/>
        </p:scale>
        <p:origin x="954" y="114"/>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HO PARK" userId="ec1a24b1eb5f6df6" providerId="LiveId" clId="{ECBF770D-5131-4829-B3F9-B9D90A4F2CF8}"/>
    <pc:docChg chg="undo custSel addSld delSld modSld sldOrd modMainMaster">
      <pc:chgData name="MINHO PARK" userId="ec1a24b1eb5f6df6" providerId="LiveId" clId="{ECBF770D-5131-4829-B3F9-B9D90A4F2CF8}" dt="2025-09-08T23:53:15.823" v="2797" actId="207"/>
      <pc:docMkLst>
        <pc:docMk/>
      </pc:docMkLst>
      <pc:sldChg chg="addSp modSp mod">
        <pc:chgData name="MINHO PARK" userId="ec1a24b1eb5f6df6" providerId="LiveId" clId="{ECBF770D-5131-4829-B3F9-B9D90A4F2CF8}" dt="2025-08-26T00:09:06.557" v="447" actId="1076"/>
        <pc:sldMkLst>
          <pc:docMk/>
          <pc:sldMk cId="2888321862" sldId="279"/>
        </pc:sldMkLst>
        <pc:spChg chg="mod">
          <ac:chgData name="MINHO PARK" userId="ec1a24b1eb5f6df6" providerId="LiveId" clId="{ECBF770D-5131-4829-B3F9-B9D90A4F2CF8}" dt="2025-08-25T07:03:40.721" v="32" actId="20577"/>
          <ac:spMkLst>
            <pc:docMk/>
            <pc:sldMk cId="2888321862" sldId="279"/>
            <ac:spMk id="2" creationId="{FF7281FB-56EF-730F-4518-B039B44BF21A}"/>
          </ac:spMkLst>
        </pc:spChg>
        <pc:spChg chg="mod">
          <ac:chgData name="MINHO PARK" userId="ec1a24b1eb5f6df6" providerId="LiveId" clId="{ECBF770D-5131-4829-B3F9-B9D90A4F2CF8}" dt="2025-08-25T07:42:10.980" v="165"/>
          <ac:spMkLst>
            <pc:docMk/>
            <pc:sldMk cId="2888321862" sldId="279"/>
            <ac:spMk id="3" creationId="{455436E8-6D92-8A25-61C9-A8AC04F3A295}"/>
          </ac:spMkLst>
        </pc:spChg>
        <pc:picChg chg="add mod">
          <ac:chgData name="MINHO PARK" userId="ec1a24b1eb5f6df6" providerId="LiveId" clId="{ECBF770D-5131-4829-B3F9-B9D90A4F2CF8}" dt="2025-08-26T00:09:00.875" v="445" actId="1076"/>
          <ac:picMkLst>
            <pc:docMk/>
            <pc:sldMk cId="2888321862" sldId="279"/>
            <ac:picMk id="1026" creationId="{5D3080F2-127A-FA9F-212B-F1403EB6E09E}"/>
          </ac:picMkLst>
        </pc:picChg>
        <pc:picChg chg="add mod">
          <ac:chgData name="MINHO PARK" userId="ec1a24b1eb5f6df6" providerId="LiveId" clId="{ECBF770D-5131-4829-B3F9-B9D90A4F2CF8}" dt="2025-08-25T07:34:10.167" v="111" actId="14100"/>
          <ac:picMkLst>
            <pc:docMk/>
            <pc:sldMk cId="2888321862" sldId="279"/>
            <ac:picMk id="1028" creationId="{E2819AD5-628C-EE52-DC5D-6BA0B40C32E4}"/>
          </ac:picMkLst>
        </pc:picChg>
        <pc:picChg chg="add mod">
          <ac:chgData name="MINHO PARK" userId="ec1a24b1eb5f6df6" providerId="LiveId" clId="{ECBF770D-5131-4829-B3F9-B9D90A4F2CF8}" dt="2025-08-25T07:33:59.645" v="109" actId="1076"/>
          <ac:picMkLst>
            <pc:docMk/>
            <pc:sldMk cId="2888321862" sldId="279"/>
            <ac:picMk id="1030" creationId="{D272D018-9E03-1170-EE66-CFEFC5C6E21E}"/>
          </ac:picMkLst>
        </pc:picChg>
        <pc:picChg chg="add mod">
          <ac:chgData name="MINHO PARK" userId="ec1a24b1eb5f6df6" providerId="LiveId" clId="{ECBF770D-5131-4829-B3F9-B9D90A4F2CF8}" dt="2025-08-26T00:09:06.557" v="447" actId="1076"/>
          <ac:picMkLst>
            <pc:docMk/>
            <pc:sldMk cId="2888321862" sldId="279"/>
            <ac:picMk id="1032" creationId="{CD68A540-4772-5941-3EB1-6D56612A1DDB}"/>
          </ac:picMkLst>
        </pc:picChg>
      </pc:sldChg>
      <pc:sldChg chg="addSp delSp modSp mod">
        <pc:chgData name="MINHO PARK" userId="ec1a24b1eb5f6df6" providerId="LiveId" clId="{ECBF770D-5131-4829-B3F9-B9D90A4F2CF8}" dt="2025-08-26T06:00:08.939" v="2405" actId="21"/>
        <pc:sldMkLst>
          <pc:docMk/>
          <pc:sldMk cId="3030023109" sldId="280"/>
        </pc:sldMkLst>
        <pc:spChg chg="mod">
          <ac:chgData name="MINHO PARK" userId="ec1a24b1eb5f6df6" providerId="LiveId" clId="{ECBF770D-5131-4829-B3F9-B9D90A4F2CF8}" dt="2025-08-26T00:09:23.624" v="450"/>
          <ac:spMkLst>
            <pc:docMk/>
            <pc:sldMk cId="3030023109" sldId="280"/>
            <ac:spMk id="3" creationId="{FFD38A95-27C1-C00D-F264-F213EB3424A7}"/>
          </ac:spMkLst>
        </pc:spChg>
      </pc:sldChg>
      <pc:sldChg chg="modSp add mod">
        <pc:chgData name="MINHO PARK" userId="ec1a24b1eb5f6df6" providerId="LiveId" clId="{ECBF770D-5131-4829-B3F9-B9D90A4F2CF8}" dt="2025-09-08T23:53:15.823" v="2797" actId="207"/>
        <pc:sldMkLst>
          <pc:docMk/>
          <pc:sldMk cId="3225628892" sldId="282"/>
        </pc:sldMkLst>
        <pc:graphicFrameChg chg="modGraphic">
          <ac:chgData name="MINHO PARK" userId="ec1a24b1eb5f6df6" providerId="LiveId" clId="{ECBF770D-5131-4829-B3F9-B9D90A4F2CF8}" dt="2025-09-08T23:53:15.823" v="2797" actId="207"/>
          <ac:graphicFrameMkLst>
            <pc:docMk/>
            <pc:sldMk cId="3225628892" sldId="282"/>
            <ac:graphicFrameMk id="6" creationId="{5FD0B75C-39E0-9245-D3CD-1F0BED02C249}"/>
          </ac:graphicFrameMkLst>
        </pc:graphicFrameChg>
      </pc:sldChg>
      <pc:sldChg chg="modSp mod">
        <pc:chgData name="MINHO PARK" userId="ec1a24b1eb5f6df6" providerId="LiveId" clId="{ECBF770D-5131-4829-B3F9-B9D90A4F2CF8}" dt="2025-08-26T02:16:38.150" v="1266"/>
        <pc:sldMkLst>
          <pc:docMk/>
          <pc:sldMk cId="4282015703" sldId="284"/>
        </pc:sldMkLst>
        <pc:spChg chg="mod">
          <ac:chgData name="MINHO PARK" userId="ec1a24b1eb5f6df6" providerId="LiveId" clId="{ECBF770D-5131-4829-B3F9-B9D90A4F2CF8}" dt="2025-08-26T02:16:38.150" v="1266"/>
          <ac:spMkLst>
            <pc:docMk/>
            <pc:sldMk cId="4282015703" sldId="284"/>
            <ac:spMk id="3" creationId="{EF511001-51A1-75C7-C13F-482BEFE69C1A}"/>
          </ac:spMkLst>
        </pc:spChg>
      </pc:sldChg>
      <pc:sldChg chg="del">
        <pc:chgData name="MINHO PARK" userId="ec1a24b1eb5f6df6" providerId="LiveId" clId="{ECBF770D-5131-4829-B3F9-B9D90A4F2CF8}" dt="2025-08-26T06:00:27.593" v="2420" actId="47"/>
        <pc:sldMkLst>
          <pc:docMk/>
          <pc:sldMk cId="432101039" sldId="286"/>
        </pc:sldMkLst>
      </pc:sldChg>
      <pc:sldChg chg="del">
        <pc:chgData name="MINHO PARK" userId="ec1a24b1eb5f6df6" providerId="LiveId" clId="{ECBF770D-5131-4829-B3F9-B9D90A4F2CF8}" dt="2025-08-26T06:00:26.715" v="2419" actId="47"/>
        <pc:sldMkLst>
          <pc:docMk/>
          <pc:sldMk cId="1704788472" sldId="289"/>
        </pc:sldMkLst>
      </pc:sldChg>
      <pc:sldChg chg="del">
        <pc:chgData name="MINHO PARK" userId="ec1a24b1eb5f6df6" providerId="LiveId" clId="{ECBF770D-5131-4829-B3F9-B9D90A4F2CF8}" dt="2025-08-26T06:00:26.191" v="2418" actId="47"/>
        <pc:sldMkLst>
          <pc:docMk/>
          <pc:sldMk cId="3627114894" sldId="303"/>
        </pc:sldMkLst>
      </pc:sldChg>
      <pc:sldChg chg="del">
        <pc:chgData name="MINHO PARK" userId="ec1a24b1eb5f6df6" providerId="LiveId" clId="{ECBF770D-5131-4829-B3F9-B9D90A4F2CF8}" dt="2025-08-26T06:00:25.731" v="2417" actId="47"/>
        <pc:sldMkLst>
          <pc:docMk/>
          <pc:sldMk cId="1312390700" sldId="312"/>
        </pc:sldMkLst>
      </pc:sldChg>
      <pc:sldChg chg="del">
        <pc:chgData name="MINHO PARK" userId="ec1a24b1eb5f6df6" providerId="LiveId" clId="{ECBF770D-5131-4829-B3F9-B9D90A4F2CF8}" dt="2025-08-26T06:00:25.190" v="2416" actId="47"/>
        <pc:sldMkLst>
          <pc:docMk/>
          <pc:sldMk cId="989060438" sldId="320"/>
        </pc:sldMkLst>
      </pc:sldChg>
      <pc:sldChg chg="addSp delSp modSp del mod">
        <pc:chgData name="MINHO PARK" userId="ec1a24b1eb5f6df6" providerId="LiveId" clId="{ECBF770D-5131-4829-B3F9-B9D90A4F2CF8}" dt="2025-08-26T04:27:50.902" v="1304" actId="47"/>
        <pc:sldMkLst>
          <pc:docMk/>
          <pc:sldMk cId="594364145" sldId="330"/>
        </pc:sldMkLst>
      </pc:sldChg>
      <pc:sldChg chg="addSp delSp modSp add mod">
        <pc:chgData name="MINHO PARK" userId="ec1a24b1eb5f6df6" providerId="LiveId" clId="{ECBF770D-5131-4829-B3F9-B9D90A4F2CF8}" dt="2025-08-26T00:05:51.800" v="417" actId="1035"/>
        <pc:sldMkLst>
          <pc:docMk/>
          <pc:sldMk cId="2020146376" sldId="331"/>
        </pc:sldMkLst>
        <pc:spChg chg="mod">
          <ac:chgData name="MINHO PARK" userId="ec1a24b1eb5f6df6" providerId="LiveId" clId="{ECBF770D-5131-4829-B3F9-B9D90A4F2CF8}" dt="2025-08-25T07:24:01.467" v="86" actId="20577"/>
          <ac:spMkLst>
            <pc:docMk/>
            <pc:sldMk cId="2020146376" sldId="331"/>
            <ac:spMk id="2" creationId="{4525EB6B-8455-7F0B-7B0B-4F0583ACB891}"/>
          </ac:spMkLst>
        </pc:spChg>
        <pc:spChg chg="mod">
          <ac:chgData name="MINHO PARK" userId="ec1a24b1eb5f6df6" providerId="LiveId" clId="{ECBF770D-5131-4829-B3F9-B9D90A4F2CF8}" dt="2025-08-25T23:55:00.128" v="169" actId="20577"/>
          <ac:spMkLst>
            <pc:docMk/>
            <pc:sldMk cId="2020146376" sldId="331"/>
            <ac:spMk id="3" creationId="{D55529B5-3101-5182-6DA9-C2227F53FC24}"/>
          </ac:spMkLst>
        </pc:spChg>
        <pc:spChg chg="add mod">
          <ac:chgData name="MINHO PARK" userId="ec1a24b1eb5f6df6" providerId="LiveId" clId="{ECBF770D-5131-4829-B3F9-B9D90A4F2CF8}" dt="2025-08-26T00:05:43.809" v="413" actId="255"/>
          <ac:spMkLst>
            <pc:docMk/>
            <pc:sldMk cId="2020146376" sldId="331"/>
            <ac:spMk id="11" creationId="{3EF3AB69-055B-9CCA-E1B9-2009A1E9BBEA}"/>
          </ac:spMkLst>
        </pc:spChg>
        <pc:spChg chg="add mod">
          <ac:chgData name="MINHO PARK" userId="ec1a24b1eb5f6df6" providerId="LiveId" clId="{ECBF770D-5131-4829-B3F9-B9D90A4F2CF8}" dt="2025-08-26T00:04:21.477" v="391" actId="1038"/>
          <ac:spMkLst>
            <pc:docMk/>
            <pc:sldMk cId="2020146376" sldId="331"/>
            <ac:spMk id="15" creationId="{A5434432-49E3-50B4-07EF-670F2F1628BC}"/>
          </ac:spMkLst>
        </pc:spChg>
        <pc:picChg chg="add mod">
          <ac:chgData name="MINHO PARK" userId="ec1a24b1eb5f6df6" providerId="LiveId" clId="{ECBF770D-5131-4829-B3F9-B9D90A4F2CF8}" dt="2025-08-26T00:01:14.039" v="303" actId="1037"/>
          <ac:picMkLst>
            <pc:docMk/>
            <pc:sldMk cId="2020146376" sldId="331"/>
            <ac:picMk id="5" creationId="{B7C0AECC-C887-5270-2444-913D569796E8}"/>
          </ac:picMkLst>
        </pc:picChg>
        <pc:picChg chg="add mod">
          <ac:chgData name="MINHO PARK" userId="ec1a24b1eb5f6df6" providerId="LiveId" clId="{ECBF770D-5131-4829-B3F9-B9D90A4F2CF8}" dt="2025-08-26T00:04:21.477" v="391" actId="1038"/>
          <ac:picMkLst>
            <pc:docMk/>
            <pc:sldMk cId="2020146376" sldId="331"/>
            <ac:picMk id="6146" creationId="{3543A7D9-4A09-C975-65A5-5F8AA59C27BE}"/>
          </ac:picMkLst>
        </pc:picChg>
        <pc:cxnChg chg="add mod">
          <ac:chgData name="MINHO PARK" userId="ec1a24b1eb5f6df6" providerId="LiveId" clId="{ECBF770D-5131-4829-B3F9-B9D90A4F2CF8}" dt="2025-08-26T00:01:14.039" v="303" actId="1037"/>
          <ac:cxnSpMkLst>
            <pc:docMk/>
            <pc:sldMk cId="2020146376" sldId="331"/>
            <ac:cxnSpMk id="7" creationId="{270FF639-A937-5032-07D6-08946C6BE137}"/>
          </ac:cxnSpMkLst>
        </pc:cxnChg>
        <pc:cxnChg chg="add mod">
          <ac:chgData name="MINHO PARK" userId="ec1a24b1eb5f6df6" providerId="LiveId" clId="{ECBF770D-5131-4829-B3F9-B9D90A4F2CF8}" dt="2025-08-26T00:01:51.770" v="319" actId="1582"/>
          <ac:cxnSpMkLst>
            <pc:docMk/>
            <pc:sldMk cId="2020146376" sldId="331"/>
            <ac:cxnSpMk id="9" creationId="{1981493A-CCFF-1691-D137-6608B63CD6FD}"/>
          </ac:cxnSpMkLst>
        </pc:cxnChg>
        <pc:cxnChg chg="add mod">
          <ac:chgData name="MINHO PARK" userId="ec1a24b1eb5f6df6" providerId="LiveId" clId="{ECBF770D-5131-4829-B3F9-B9D90A4F2CF8}" dt="2025-08-26T00:03:05.664" v="348" actId="1037"/>
          <ac:cxnSpMkLst>
            <pc:docMk/>
            <pc:sldMk cId="2020146376" sldId="331"/>
            <ac:cxnSpMk id="12" creationId="{1C190B59-9BB2-44EF-9207-C9F5835A1AF3}"/>
          </ac:cxnSpMkLst>
        </pc:cxnChg>
        <pc:cxnChg chg="add mod">
          <ac:chgData name="MINHO PARK" userId="ec1a24b1eb5f6df6" providerId="LiveId" clId="{ECBF770D-5131-4829-B3F9-B9D90A4F2CF8}" dt="2025-08-26T00:05:51.800" v="417" actId="1035"/>
          <ac:cxnSpMkLst>
            <pc:docMk/>
            <pc:sldMk cId="2020146376" sldId="331"/>
            <ac:cxnSpMk id="14" creationId="{7CE58A09-442D-FBCF-5D9D-D0BD724662F4}"/>
          </ac:cxnSpMkLst>
        </pc:cxnChg>
        <pc:cxnChg chg="add mod">
          <ac:chgData name="MINHO PARK" userId="ec1a24b1eb5f6df6" providerId="LiveId" clId="{ECBF770D-5131-4829-B3F9-B9D90A4F2CF8}" dt="2025-08-26T00:04:41.341" v="396" actId="14100"/>
          <ac:cxnSpMkLst>
            <pc:docMk/>
            <pc:sldMk cId="2020146376" sldId="331"/>
            <ac:cxnSpMk id="16" creationId="{47954BFF-FB2A-198C-6244-107BC8EBF6D5}"/>
          </ac:cxnSpMkLst>
        </pc:cxnChg>
        <pc:cxnChg chg="add mod">
          <ac:chgData name="MINHO PARK" userId="ec1a24b1eb5f6df6" providerId="LiveId" clId="{ECBF770D-5131-4829-B3F9-B9D90A4F2CF8}" dt="2025-08-26T00:04:50.335" v="400" actId="1037"/>
          <ac:cxnSpMkLst>
            <pc:docMk/>
            <pc:sldMk cId="2020146376" sldId="331"/>
            <ac:cxnSpMk id="18" creationId="{C540DD89-695F-B3B6-18A2-76B2AA04F0E6}"/>
          </ac:cxnSpMkLst>
        </pc:cxnChg>
        <pc:cxnChg chg="add mod">
          <ac:chgData name="MINHO PARK" userId="ec1a24b1eb5f6df6" providerId="LiveId" clId="{ECBF770D-5131-4829-B3F9-B9D90A4F2CF8}" dt="2025-08-26T00:05:12.488" v="403" actId="14100"/>
          <ac:cxnSpMkLst>
            <pc:docMk/>
            <pc:sldMk cId="2020146376" sldId="331"/>
            <ac:cxnSpMk id="19" creationId="{B77D6958-E140-48A6-ACE3-9BC214E4BB6D}"/>
          </ac:cxnSpMkLst>
        </pc:cxnChg>
        <pc:cxnChg chg="add mod">
          <ac:chgData name="MINHO PARK" userId="ec1a24b1eb5f6df6" providerId="LiveId" clId="{ECBF770D-5131-4829-B3F9-B9D90A4F2CF8}" dt="2025-08-26T00:05:24.992" v="411" actId="1036"/>
          <ac:cxnSpMkLst>
            <pc:docMk/>
            <pc:sldMk cId="2020146376" sldId="331"/>
            <ac:cxnSpMk id="21" creationId="{61B7A9F9-118F-D970-16D4-4354B3001270}"/>
          </ac:cxnSpMkLst>
        </pc:cxnChg>
      </pc:sldChg>
      <pc:sldChg chg="addSp modSp add mod">
        <pc:chgData name="MINHO PARK" userId="ec1a24b1eb5f6df6" providerId="LiveId" clId="{ECBF770D-5131-4829-B3F9-B9D90A4F2CF8}" dt="2025-08-26T00:31:47.088" v="676" actId="1037"/>
        <pc:sldMkLst>
          <pc:docMk/>
          <pc:sldMk cId="3291346704" sldId="332"/>
        </pc:sldMkLst>
        <pc:spChg chg="mod">
          <ac:chgData name="MINHO PARK" userId="ec1a24b1eb5f6df6" providerId="LiveId" clId="{ECBF770D-5131-4829-B3F9-B9D90A4F2CF8}" dt="2025-08-26T00:31:04.806" v="660" actId="14100"/>
          <ac:spMkLst>
            <pc:docMk/>
            <pc:sldMk cId="3291346704" sldId="332"/>
            <ac:spMk id="3" creationId="{AC4BEEB2-E2A3-9964-A794-E1DD901D7C1B}"/>
          </ac:spMkLst>
        </pc:spChg>
        <pc:spChg chg="add mod">
          <ac:chgData name="MINHO PARK" userId="ec1a24b1eb5f6df6" providerId="LiveId" clId="{ECBF770D-5131-4829-B3F9-B9D90A4F2CF8}" dt="2025-08-26T00:27:20.503" v="601" actId="1038"/>
          <ac:spMkLst>
            <pc:docMk/>
            <pc:sldMk cId="3291346704" sldId="332"/>
            <ac:spMk id="10" creationId="{1CB1E9B3-3F0E-2249-20F9-A98DFCBAB0A9}"/>
          </ac:spMkLst>
        </pc:spChg>
        <pc:spChg chg="add mod">
          <ac:chgData name="MINHO PARK" userId="ec1a24b1eb5f6df6" providerId="LiveId" clId="{ECBF770D-5131-4829-B3F9-B9D90A4F2CF8}" dt="2025-08-26T00:28:19.875" v="626" actId="1076"/>
          <ac:spMkLst>
            <pc:docMk/>
            <pc:sldMk cId="3291346704" sldId="332"/>
            <ac:spMk id="14" creationId="{21E01990-BF2E-C8CD-5370-88031A64B8C7}"/>
          </ac:spMkLst>
        </pc:spChg>
        <pc:spChg chg="add mod">
          <ac:chgData name="MINHO PARK" userId="ec1a24b1eb5f6df6" providerId="LiveId" clId="{ECBF770D-5131-4829-B3F9-B9D90A4F2CF8}" dt="2025-08-26T00:29:25.999" v="653" actId="1035"/>
          <ac:spMkLst>
            <pc:docMk/>
            <pc:sldMk cId="3291346704" sldId="332"/>
            <ac:spMk id="19" creationId="{08797F93-C2A7-9C6C-B745-C76F73461841}"/>
          </ac:spMkLst>
        </pc:spChg>
        <pc:picChg chg="mod">
          <ac:chgData name="MINHO PARK" userId="ec1a24b1eb5f6df6" providerId="LiveId" clId="{ECBF770D-5131-4829-B3F9-B9D90A4F2CF8}" dt="2025-08-26T00:23:55.160" v="570" actId="1076"/>
          <ac:picMkLst>
            <pc:docMk/>
            <pc:sldMk cId="3291346704" sldId="332"/>
            <ac:picMk id="5" creationId="{ABEFAF3D-BE1E-698D-C031-D2B9A063DE84}"/>
          </ac:picMkLst>
        </pc:picChg>
        <pc:picChg chg="add mod">
          <ac:chgData name="MINHO PARK" userId="ec1a24b1eb5f6df6" providerId="LiveId" clId="{ECBF770D-5131-4829-B3F9-B9D90A4F2CF8}" dt="2025-08-26T00:23:44.766" v="569" actId="1076"/>
          <ac:picMkLst>
            <pc:docMk/>
            <pc:sldMk cId="3291346704" sldId="332"/>
            <ac:picMk id="5122" creationId="{BB90DEEE-05A9-6A37-F80D-A673CA13E8D6}"/>
          </ac:picMkLst>
        </pc:picChg>
        <pc:picChg chg="add mod">
          <ac:chgData name="MINHO PARK" userId="ec1a24b1eb5f6df6" providerId="LiveId" clId="{ECBF770D-5131-4829-B3F9-B9D90A4F2CF8}" dt="2025-08-26T00:31:15.559" v="667" actId="1037"/>
          <ac:picMkLst>
            <pc:docMk/>
            <pc:sldMk cId="3291346704" sldId="332"/>
            <ac:picMk id="5124" creationId="{EBA29EA3-BC34-ED2B-F3C5-A0C69923F39C}"/>
          </ac:picMkLst>
        </pc:picChg>
        <pc:cxnChg chg="add mod">
          <ac:chgData name="MINHO PARK" userId="ec1a24b1eb5f6df6" providerId="LiveId" clId="{ECBF770D-5131-4829-B3F9-B9D90A4F2CF8}" dt="2025-08-26T00:26:05.343" v="578" actId="1038"/>
          <ac:cxnSpMkLst>
            <pc:docMk/>
            <pc:sldMk cId="3291346704" sldId="332"/>
            <ac:cxnSpMk id="4" creationId="{73854A2C-A4B9-15B0-1A3F-9BA8E076C017}"/>
          </ac:cxnSpMkLst>
        </pc:cxnChg>
        <pc:cxnChg chg="add mod">
          <ac:chgData name="MINHO PARK" userId="ec1a24b1eb5f6df6" providerId="LiveId" clId="{ECBF770D-5131-4829-B3F9-B9D90A4F2CF8}" dt="2025-08-26T00:26:18.375" v="584" actId="1038"/>
          <ac:cxnSpMkLst>
            <pc:docMk/>
            <pc:sldMk cId="3291346704" sldId="332"/>
            <ac:cxnSpMk id="7" creationId="{AC0B6B5C-8CBA-71B1-75D1-CE9FB46EC87B}"/>
          </ac:cxnSpMkLst>
        </pc:cxnChg>
        <pc:cxnChg chg="add mod">
          <ac:chgData name="MINHO PARK" userId="ec1a24b1eb5f6df6" providerId="LiveId" clId="{ECBF770D-5131-4829-B3F9-B9D90A4F2CF8}" dt="2025-08-26T00:26:48.351" v="590" actId="1037"/>
          <ac:cxnSpMkLst>
            <pc:docMk/>
            <pc:sldMk cId="3291346704" sldId="332"/>
            <ac:cxnSpMk id="9" creationId="{91708BF0-0E75-F734-0E60-34421E907F8C}"/>
          </ac:cxnSpMkLst>
        </pc:cxnChg>
        <pc:cxnChg chg="add mod">
          <ac:chgData name="MINHO PARK" userId="ec1a24b1eb5f6df6" providerId="LiveId" clId="{ECBF770D-5131-4829-B3F9-B9D90A4F2CF8}" dt="2025-08-26T00:27:32.119" v="610" actId="1037"/>
          <ac:cxnSpMkLst>
            <pc:docMk/>
            <pc:sldMk cId="3291346704" sldId="332"/>
            <ac:cxnSpMk id="12" creationId="{704E903E-6F94-976B-D15D-74890AC961F0}"/>
          </ac:cxnSpMkLst>
        </pc:cxnChg>
        <pc:cxnChg chg="add mod">
          <ac:chgData name="MINHO PARK" userId="ec1a24b1eb5f6df6" providerId="LiveId" clId="{ECBF770D-5131-4829-B3F9-B9D90A4F2CF8}" dt="2025-08-26T00:28:12.268" v="622" actId="14100"/>
          <ac:cxnSpMkLst>
            <pc:docMk/>
            <pc:sldMk cId="3291346704" sldId="332"/>
            <ac:cxnSpMk id="13" creationId="{23FEBDD1-F5FB-5A9F-2C2A-C70C96342E91}"/>
          </ac:cxnSpMkLst>
        </pc:cxnChg>
        <pc:cxnChg chg="add mod ord">
          <ac:chgData name="MINHO PARK" userId="ec1a24b1eb5f6df6" providerId="LiveId" clId="{ECBF770D-5131-4829-B3F9-B9D90A4F2CF8}" dt="2025-08-26T00:29:12.722" v="647" actId="14100"/>
          <ac:cxnSpMkLst>
            <pc:docMk/>
            <pc:sldMk cId="3291346704" sldId="332"/>
            <ac:cxnSpMk id="17" creationId="{B7AB7061-A8B6-F294-67E8-26E60252EE69}"/>
          </ac:cxnSpMkLst>
        </pc:cxnChg>
        <pc:cxnChg chg="add mod">
          <ac:chgData name="MINHO PARK" userId="ec1a24b1eb5f6df6" providerId="LiveId" clId="{ECBF770D-5131-4829-B3F9-B9D90A4F2CF8}" dt="2025-08-26T00:31:47.088" v="676" actId="1037"/>
          <ac:cxnSpMkLst>
            <pc:docMk/>
            <pc:sldMk cId="3291346704" sldId="332"/>
            <ac:cxnSpMk id="21" creationId="{9981B9B6-3564-A3FE-A391-EB2FCB670C5F}"/>
          </ac:cxnSpMkLst>
        </pc:cxnChg>
      </pc:sldChg>
      <pc:sldChg chg="addSp modSp add mod">
        <pc:chgData name="MINHO PARK" userId="ec1a24b1eb5f6df6" providerId="LiveId" clId="{ECBF770D-5131-4829-B3F9-B9D90A4F2CF8}" dt="2025-08-26T01:34:06.647" v="1081" actId="14100"/>
        <pc:sldMkLst>
          <pc:docMk/>
          <pc:sldMk cId="2033238726" sldId="333"/>
        </pc:sldMkLst>
        <pc:spChg chg="mod">
          <ac:chgData name="MINHO PARK" userId="ec1a24b1eb5f6df6" providerId="LiveId" clId="{ECBF770D-5131-4829-B3F9-B9D90A4F2CF8}" dt="2025-08-26T01:34:06.647" v="1081" actId="14100"/>
          <ac:spMkLst>
            <pc:docMk/>
            <pc:sldMk cId="2033238726" sldId="333"/>
            <ac:spMk id="3" creationId="{AE596048-DB00-19E4-EDA6-174483EE0BE6}"/>
          </ac:spMkLst>
        </pc:spChg>
        <pc:picChg chg="add mod">
          <ac:chgData name="MINHO PARK" userId="ec1a24b1eb5f6df6" providerId="LiveId" clId="{ECBF770D-5131-4829-B3F9-B9D90A4F2CF8}" dt="2025-08-26T01:16:34.149" v="1012" actId="1076"/>
          <ac:picMkLst>
            <pc:docMk/>
            <pc:sldMk cId="2033238726" sldId="333"/>
            <ac:picMk id="4098" creationId="{2E9D1509-07D6-2C04-3335-84AA807FDA1E}"/>
          </ac:picMkLst>
        </pc:picChg>
        <pc:cxnChg chg="add mod">
          <ac:chgData name="MINHO PARK" userId="ec1a24b1eb5f6df6" providerId="LiveId" clId="{ECBF770D-5131-4829-B3F9-B9D90A4F2CF8}" dt="2025-08-26T01:05:00.093" v="969" actId="1037"/>
          <ac:cxnSpMkLst>
            <pc:docMk/>
            <pc:sldMk cId="2033238726" sldId="333"/>
            <ac:cxnSpMk id="4" creationId="{B08D1D76-0D0C-7122-8A96-EECD96B82F06}"/>
          </ac:cxnSpMkLst>
        </pc:cxnChg>
        <pc:cxnChg chg="add mod">
          <ac:chgData name="MINHO PARK" userId="ec1a24b1eb5f6df6" providerId="LiveId" clId="{ECBF770D-5131-4829-B3F9-B9D90A4F2CF8}" dt="2025-08-26T01:05:08.318" v="974" actId="1035"/>
          <ac:cxnSpMkLst>
            <pc:docMk/>
            <pc:sldMk cId="2033238726" sldId="333"/>
            <ac:cxnSpMk id="7" creationId="{FEFBB20E-69CF-A0A3-35B6-7EFD62E319AF}"/>
          </ac:cxnSpMkLst>
        </pc:cxnChg>
        <pc:cxnChg chg="add mod">
          <ac:chgData name="MINHO PARK" userId="ec1a24b1eb5f6df6" providerId="LiveId" clId="{ECBF770D-5131-4829-B3F9-B9D90A4F2CF8}" dt="2025-08-26T01:05:53.126" v="983" actId="1037"/>
          <ac:cxnSpMkLst>
            <pc:docMk/>
            <pc:sldMk cId="2033238726" sldId="333"/>
            <ac:cxnSpMk id="8" creationId="{FB0A7FDE-C509-ED2B-186E-F43AF4BBA3C5}"/>
          </ac:cxnSpMkLst>
        </pc:cxnChg>
        <pc:cxnChg chg="add mod">
          <ac:chgData name="MINHO PARK" userId="ec1a24b1eb5f6df6" providerId="LiveId" clId="{ECBF770D-5131-4829-B3F9-B9D90A4F2CF8}" dt="2025-08-26T01:05:59.823" v="988" actId="1038"/>
          <ac:cxnSpMkLst>
            <pc:docMk/>
            <pc:sldMk cId="2033238726" sldId="333"/>
            <ac:cxnSpMk id="10" creationId="{D863C830-2C91-5660-663C-9E4DEC9F38BC}"/>
          </ac:cxnSpMkLst>
        </pc:cxnChg>
        <pc:cxnChg chg="add mod">
          <ac:chgData name="MINHO PARK" userId="ec1a24b1eb5f6df6" providerId="LiveId" clId="{ECBF770D-5131-4829-B3F9-B9D90A4F2CF8}" dt="2025-08-26T01:14:08.529" v="991" actId="14100"/>
          <ac:cxnSpMkLst>
            <pc:docMk/>
            <pc:sldMk cId="2033238726" sldId="333"/>
            <ac:cxnSpMk id="11" creationId="{F720DD95-677A-9E42-A35F-EAF8AB2311FD}"/>
          </ac:cxnSpMkLst>
        </pc:cxnChg>
        <pc:cxnChg chg="add mod">
          <ac:chgData name="MINHO PARK" userId="ec1a24b1eb5f6df6" providerId="LiveId" clId="{ECBF770D-5131-4829-B3F9-B9D90A4F2CF8}" dt="2025-08-26T01:14:18.286" v="995" actId="1037"/>
          <ac:cxnSpMkLst>
            <pc:docMk/>
            <pc:sldMk cId="2033238726" sldId="333"/>
            <ac:cxnSpMk id="13" creationId="{C457444E-4F1D-342A-21D2-687D3CF91203}"/>
          </ac:cxnSpMkLst>
        </pc:cxnChg>
        <pc:cxnChg chg="add mod">
          <ac:chgData name="MINHO PARK" userId="ec1a24b1eb5f6df6" providerId="LiveId" clId="{ECBF770D-5131-4829-B3F9-B9D90A4F2CF8}" dt="2025-08-26T01:16:50.390" v="1018" actId="1036"/>
          <ac:cxnSpMkLst>
            <pc:docMk/>
            <pc:sldMk cId="2033238726" sldId="333"/>
            <ac:cxnSpMk id="14" creationId="{B940B89A-CACE-9030-7012-62F1FCA840FB}"/>
          </ac:cxnSpMkLst>
        </pc:cxnChg>
        <pc:cxnChg chg="add mod">
          <ac:chgData name="MINHO PARK" userId="ec1a24b1eb5f6df6" providerId="LiveId" clId="{ECBF770D-5131-4829-B3F9-B9D90A4F2CF8}" dt="2025-08-26T01:19:25.319" v="1024" actId="14100"/>
          <ac:cxnSpMkLst>
            <pc:docMk/>
            <pc:sldMk cId="2033238726" sldId="333"/>
            <ac:cxnSpMk id="16" creationId="{9217A3E1-A8AB-7473-DEEA-5B1507DA1FF2}"/>
          </ac:cxnSpMkLst>
        </pc:cxnChg>
      </pc:sldChg>
      <pc:sldChg chg="addSp delSp modSp add mod">
        <pc:chgData name="MINHO PARK" userId="ec1a24b1eb5f6df6" providerId="LiveId" clId="{ECBF770D-5131-4829-B3F9-B9D90A4F2CF8}" dt="2025-08-26T00:07:38.936" v="440" actId="1076"/>
        <pc:sldMkLst>
          <pc:docMk/>
          <pc:sldMk cId="2594259394" sldId="334"/>
        </pc:sldMkLst>
        <pc:spChg chg="add mod">
          <ac:chgData name="MINHO PARK" userId="ec1a24b1eb5f6df6" providerId="LiveId" clId="{ECBF770D-5131-4829-B3F9-B9D90A4F2CF8}" dt="2025-08-25T23:56:46.507" v="174"/>
          <ac:spMkLst>
            <pc:docMk/>
            <pc:sldMk cId="2594259394" sldId="334"/>
            <ac:spMk id="16" creationId="{4D918901-1DBA-6F3A-0CD5-8925DFB3CBD7}"/>
          </ac:spMkLst>
        </pc:spChg>
        <pc:spChg chg="add mod">
          <ac:chgData name="MINHO PARK" userId="ec1a24b1eb5f6df6" providerId="LiveId" clId="{ECBF770D-5131-4829-B3F9-B9D90A4F2CF8}" dt="2025-08-25T23:56:46.507" v="174"/>
          <ac:spMkLst>
            <pc:docMk/>
            <pc:sldMk cId="2594259394" sldId="334"/>
            <ac:spMk id="18" creationId="{DB611B50-9138-6FF8-77F7-6B2A7274C3A6}"/>
          </ac:spMkLst>
        </pc:spChg>
        <pc:spChg chg="add mod">
          <ac:chgData name="MINHO PARK" userId="ec1a24b1eb5f6df6" providerId="LiveId" clId="{ECBF770D-5131-4829-B3F9-B9D90A4F2CF8}" dt="2025-08-25T23:56:46.507" v="174"/>
          <ac:spMkLst>
            <pc:docMk/>
            <pc:sldMk cId="2594259394" sldId="334"/>
            <ac:spMk id="19" creationId="{8B42E214-AD4A-41D7-7280-0ACB581DF3EF}"/>
          </ac:spMkLst>
        </pc:spChg>
        <pc:spChg chg="add mod">
          <ac:chgData name="MINHO PARK" userId="ec1a24b1eb5f6df6" providerId="LiveId" clId="{ECBF770D-5131-4829-B3F9-B9D90A4F2CF8}" dt="2025-08-25T23:56:46.507" v="174"/>
          <ac:spMkLst>
            <pc:docMk/>
            <pc:sldMk cId="2594259394" sldId="334"/>
            <ac:spMk id="20" creationId="{B52A34F3-920A-488E-1563-14FDCAEF64A6}"/>
          </ac:spMkLst>
        </pc:spChg>
        <pc:spChg chg="add mod">
          <ac:chgData name="MINHO PARK" userId="ec1a24b1eb5f6df6" providerId="LiveId" clId="{ECBF770D-5131-4829-B3F9-B9D90A4F2CF8}" dt="2025-08-26T00:06:57.816" v="425" actId="14100"/>
          <ac:spMkLst>
            <pc:docMk/>
            <pc:sldMk cId="2594259394" sldId="334"/>
            <ac:spMk id="23" creationId="{21F0B46F-4B40-8C50-AAB0-9C0237D4164F}"/>
          </ac:spMkLst>
        </pc:spChg>
        <pc:spChg chg="add mod">
          <ac:chgData name="MINHO PARK" userId="ec1a24b1eb5f6df6" providerId="LiveId" clId="{ECBF770D-5131-4829-B3F9-B9D90A4F2CF8}" dt="2025-08-26T00:07:38.936" v="440" actId="1076"/>
          <ac:spMkLst>
            <pc:docMk/>
            <pc:sldMk cId="2594259394" sldId="334"/>
            <ac:spMk id="24" creationId="{3DA1DFF8-251D-08CC-E049-DBE7238E5A1B}"/>
          </ac:spMkLst>
        </pc:spChg>
        <pc:picChg chg="add mod">
          <ac:chgData name="MINHO PARK" userId="ec1a24b1eb5f6df6" providerId="LiveId" clId="{ECBF770D-5131-4829-B3F9-B9D90A4F2CF8}" dt="2025-08-25T23:56:46.507" v="174"/>
          <ac:picMkLst>
            <pc:docMk/>
            <pc:sldMk cId="2594259394" sldId="334"/>
            <ac:picMk id="7" creationId="{1FB7ECBC-44D9-E025-37D5-C0A62D51F8EB}"/>
          </ac:picMkLst>
        </pc:picChg>
        <pc:cxnChg chg="add mod">
          <ac:chgData name="MINHO PARK" userId="ec1a24b1eb5f6df6" providerId="LiveId" clId="{ECBF770D-5131-4829-B3F9-B9D90A4F2CF8}" dt="2025-08-25T23:56:46.507" v="174"/>
          <ac:cxnSpMkLst>
            <pc:docMk/>
            <pc:sldMk cId="2594259394" sldId="334"/>
            <ac:cxnSpMk id="8" creationId="{A1254C84-FD47-28CE-5C3E-7384368D72CB}"/>
          </ac:cxnSpMkLst>
        </pc:cxnChg>
        <pc:cxnChg chg="add mod">
          <ac:chgData name="MINHO PARK" userId="ec1a24b1eb5f6df6" providerId="LiveId" clId="{ECBF770D-5131-4829-B3F9-B9D90A4F2CF8}" dt="2025-08-25T23:56:46.507" v="174"/>
          <ac:cxnSpMkLst>
            <pc:docMk/>
            <pc:sldMk cId="2594259394" sldId="334"/>
            <ac:cxnSpMk id="12" creationId="{CDE148C4-4BF6-8D70-E09F-6419CADB05B5}"/>
          </ac:cxnSpMkLst>
        </pc:cxnChg>
        <pc:cxnChg chg="add mod">
          <ac:chgData name="MINHO PARK" userId="ec1a24b1eb5f6df6" providerId="LiveId" clId="{ECBF770D-5131-4829-B3F9-B9D90A4F2CF8}" dt="2025-08-25T23:56:46.507" v="174"/>
          <ac:cxnSpMkLst>
            <pc:docMk/>
            <pc:sldMk cId="2594259394" sldId="334"/>
            <ac:cxnSpMk id="13" creationId="{DBBAF179-44DE-39CA-70C9-99F20377E4B0}"/>
          </ac:cxnSpMkLst>
        </pc:cxnChg>
        <pc:cxnChg chg="add mod">
          <ac:chgData name="MINHO PARK" userId="ec1a24b1eb5f6df6" providerId="LiveId" clId="{ECBF770D-5131-4829-B3F9-B9D90A4F2CF8}" dt="2025-08-25T23:56:46.507" v="174"/>
          <ac:cxnSpMkLst>
            <pc:docMk/>
            <pc:sldMk cId="2594259394" sldId="334"/>
            <ac:cxnSpMk id="14" creationId="{B8ABEA71-9FFD-672C-131D-1151DA074A51}"/>
          </ac:cxnSpMkLst>
        </pc:cxnChg>
        <pc:cxnChg chg="add mod">
          <ac:chgData name="MINHO PARK" userId="ec1a24b1eb5f6df6" providerId="LiveId" clId="{ECBF770D-5131-4829-B3F9-B9D90A4F2CF8}" dt="2025-08-25T23:56:46.507" v="174"/>
          <ac:cxnSpMkLst>
            <pc:docMk/>
            <pc:sldMk cId="2594259394" sldId="334"/>
            <ac:cxnSpMk id="15" creationId="{9A0D69E7-A9C7-9F63-57FD-6AC4E28B70E6}"/>
          </ac:cxnSpMkLst>
        </pc:cxnChg>
        <pc:cxnChg chg="mod">
          <ac:chgData name="MINHO PARK" userId="ec1a24b1eb5f6df6" providerId="LiveId" clId="{ECBF770D-5131-4829-B3F9-B9D90A4F2CF8}" dt="2025-08-26T00:07:01.810" v="432" actId="1038"/>
          <ac:cxnSpMkLst>
            <pc:docMk/>
            <pc:sldMk cId="2594259394" sldId="334"/>
            <ac:cxnSpMk id="21" creationId="{DC7135A5-1B0C-A633-3D5A-904DFE5A1B84}"/>
          </ac:cxnSpMkLst>
        </pc:cxnChg>
        <pc:cxnChg chg="mod">
          <ac:chgData name="MINHO PARK" userId="ec1a24b1eb5f6df6" providerId="LiveId" clId="{ECBF770D-5131-4829-B3F9-B9D90A4F2CF8}" dt="2025-08-26T00:07:05.074" v="434" actId="1038"/>
          <ac:cxnSpMkLst>
            <pc:docMk/>
            <pc:sldMk cId="2594259394" sldId="334"/>
            <ac:cxnSpMk id="22" creationId="{4AA1A248-1E87-6545-52B8-C442E56E6DF8}"/>
          </ac:cxnSpMkLst>
        </pc:cxnChg>
      </pc:sldChg>
      <pc:sldChg chg="addSp delSp modSp add mod">
        <pc:chgData name="MINHO PARK" userId="ec1a24b1eb5f6df6" providerId="LiveId" clId="{ECBF770D-5131-4829-B3F9-B9D90A4F2CF8}" dt="2025-08-26T01:02:51.944" v="962" actId="1037"/>
        <pc:sldMkLst>
          <pc:docMk/>
          <pc:sldMk cId="3865077968" sldId="335"/>
        </pc:sldMkLst>
        <pc:spChg chg="add mod">
          <ac:chgData name="MINHO PARK" userId="ec1a24b1eb5f6df6" providerId="LiveId" clId="{ECBF770D-5131-4829-B3F9-B9D90A4F2CF8}" dt="2025-08-25T23:57:54.643" v="256" actId="1038"/>
          <ac:spMkLst>
            <pc:docMk/>
            <pc:sldMk cId="3865077968" sldId="335"/>
            <ac:spMk id="4" creationId="{7640DE64-8A14-EE60-F44E-FEAE855582E8}"/>
          </ac:spMkLst>
        </pc:spChg>
        <pc:spChg chg="add mod">
          <ac:chgData name="MINHO PARK" userId="ec1a24b1eb5f6df6" providerId="LiveId" clId="{ECBF770D-5131-4829-B3F9-B9D90A4F2CF8}" dt="2025-08-25T23:57:54.643" v="256" actId="1038"/>
          <ac:spMkLst>
            <pc:docMk/>
            <pc:sldMk cId="3865077968" sldId="335"/>
            <ac:spMk id="23" creationId="{7EE665FB-7F23-1550-ACC5-FC037AC90F82}"/>
          </ac:spMkLst>
        </pc:spChg>
        <pc:spChg chg="add mod">
          <ac:chgData name="MINHO PARK" userId="ec1a24b1eb5f6df6" providerId="LiveId" clId="{ECBF770D-5131-4829-B3F9-B9D90A4F2CF8}" dt="2025-08-25T23:57:54.643" v="256" actId="1038"/>
          <ac:spMkLst>
            <pc:docMk/>
            <pc:sldMk cId="3865077968" sldId="335"/>
            <ac:spMk id="25" creationId="{6CAB199E-928A-E79F-8B29-C8369D174974}"/>
          </ac:spMkLst>
        </pc:spChg>
        <pc:spChg chg="add mod">
          <ac:chgData name="MINHO PARK" userId="ec1a24b1eb5f6df6" providerId="LiveId" clId="{ECBF770D-5131-4829-B3F9-B9D90A4F2CF8}" dt="2025-08-25T23:57:54.643" v="256" actId="1038"/>
          <ac:spMkLst>
            <pc:docMk/>
            <pc:sldMk cId="3865077968" sldId="335"/>
            <ac:spMk id="27" creationId="{53547A37-A27F-3D42-78B0-808C2F31285B}"/>
          </ac:spMkLst>
        </pc:spChg>
        <pc:spChg chg="add mod">
          <ac:chgData name="MINHO PARK" userId="ec1a24b1eb5f6df6" providerId="LiveId" clId="{ECBF770D-5131-4829-B3F9-B9D90A4F2CF8}" dt="2025-08-26T00:07:17.841" v="435" actId="14100"/>
          <ac:spMkLst>
            <pc:docMk/>
            <pc:sldMk cId="3865077968" sldId="335"/>
            <ac:spMk id="28" creationId="{DF6236BB-FCAA-F529-8CAC-C003DC52FE27}"/>
          </ac:spMkLst>
        </pc:spChg>
        <pc:spChg chg="add mod">
          <ac:chgData name="MINHO PARK" userId="ec1a24b1eb5f6df6" providerId="LiveId" clId="{ECBF770D-5131-4829-B3F9-B9D90A4F2CF8}" dt="2025-08-26T01:02:51.944" v="962" actId="1037"/>
          <ac:spMkLst>
            <pc:docMk/>
            <pc:sldMk cId="3865077968" sldId="335"/>
            <ac:spMk id="29" creationId="{3354D125-2286-8351-F813-B106FBEBBBAA}"/>
          </ac:spMkLst>
        </pc:spChg>
        <pc:spChg chg="add mod">
          <ac:chgData name="MINHO PARK" userId="ec1a24b1eb5f6df6" providerId="LiveId" clId="{ECBF770D-5131-4829-B3F9-B9D90A4F2CF8}" dt="2025-08-25T23:57:54.643" v="256" actId="1038"/>
          <ac:spMkLst>
            <pc:docMk/>
            <pc:sldMk cId="3865077968" sldId="335"/>
            <ac:spMk id="30" creationId="{28452222-B19A-D50C-753B-E63066E56FC8}"/>
          </ac:spMkLst>
        </pc:spChg>
        <pc:spChg chg="add mod">
          <ac:chgData name="MINHO PARK" userId="ec1a24b1eb5f6df6" providerId="LiveId" clId="{ECBF770D-5131-4829-B3F9-B9D90A4F2CF8}" dt="2025-08-25T23:57:54.643" v="256" actId="1038"/>
          <ac:spMkLst>
            <pc:docMk/>
            <pc:sldMk cId="3865077968" sldId="335"/>
            <ac:spMk id="34" creationId="{551DEAD0-5BE2-906A-46AF-255169E7B933}"/>
          </ac:spMkLst>
        </pc:spChg>
        <pc:spChg chg="add mod">
          <ac:chgData name="MINHO PARK" userId="ec1a24b1eb5f6df6" providerId="LiveId" clId="{ECBF770D-5131-4829-B3F9-B9D90A4F2CF8}" dt="2025-08-25T23:57:54.643" v="256" actId="1038"/>
          <ac:spMkLst>
            <pc:docMk/>
            <pc:sldMk cId="3865077968" sldId="335"/>
            <ac:spMk id="35" creationId="{45F77694-618C-834A-5AA3-92F8210E995B}"/>
          </ac:spMkLst>
        </pc:spChg>
        <pc:picChg chg="mod">
          <ac:chgData name="MINHO PARK" userId="ec1a24b1eb5f6df6" providerId="LiveId" clId="{ECBF770D-5131-4829-B3F9-B9D90A4F2CF8}" dt="2025-08-25T23:57:54.643" v="256" actId="1038"/>
          <ac:picMkLst>
            <pc:docMk/>
            <pc:sldMk cId="3865077968" sldId="335"/>
            <ac:picMk id="3" creationId="{29F278BC-3E1C-9C9D-843C-0A72FA87648B}"/>
          </ac:picMkLst>
        </pc:picChg>
      </pc:sldChg>
      <pc:sldChg chg="addSp delSp modSp add mod ord">
        <pc:chgData name="MINHO PARK" userId="ec1a24b1eb5f6df6" providerId="LiveId" clId="{ECBF770D-5131-4829-B3F9-B9D90A4F2CF8}" dt="2025-08-26T02:14:25.910" v="1256" actId="20577"/>
        <pc:sldMkLst>
          <pc:docMk/>
          <pc:sldMk cId="1734125613" sldId="336"/>
        </pc:sldMkLst>
        <pc:spChg chg="mod">
          <ac:chgData name="MINHO PARK" userId="ec1a24b1eb5f6df6" providerId="LiveId" clId="{ECBF770D-5131-4829-B3F9-B9D90A4F2CF8}" dt="2025-08-26T02:14:25.910" v="1256" actId="20577"/>
          <ac:spMkLst>
            <pc:docMk/>
            <pc:sldMk cId="1734125613" sldId="336"/>
            <ac:spMk id="2" creationId="{82402066-09F9-0390-A550-DC91651A6FC2}"/>
          </ac:spMkLst>
        </pc:spChg>
        <pc:spChg chg="mod">
          <ac:chgData name="MINHO PARK" userId="ec1a24b1eb5f6df6" providerId="LiveId" clId="{ECBF770D-5131-4829-B3F9-B9D90A4F2CF8}" dt="2025-08-26T00:16:51.668" v="486" actId="14100"/>
          <ac:spMkLst>
            <pc:docMk/>
            <pc:sldMk cId="1734125613" sldId="336"/>
            <ac:spMk id="3" creationId="{3D2A0095-76DD-AFEC-9666-2D3B46AB7A9D}"/>
          </ac:spMkLst>
        </pc:spChg>
        <pc:spChg chg="add mod">
          <ac:chgData name="MINHO PARK" userId="ec1a24b1eb5f6df6" providerId="LiveId" clId="{ECBF770D-5131-4829-B3F9-B9D90A4F2CF8}" dt="2025-08-26T00:17:47.125" v="495" actId="1076"/>
          <ac:spMkLst>
            <pc:docMk/>
            <pc:sldMk cId="1734125613" sldId="336"/>
            <ac:spMk id="5" creationId="{F03EA832-6859-F5B7-5CCE-35BC9768199D}"/>
          </ac:spMkLst>
        </pc:spChg>
        <pc:spChg chg="add mod">
          <ac:chgData name="MINHO PARK" userId="ec1a24b1eb5f6df6" providerId="LiveId" clId="{ECBF770D-5131-4829-B3F9-B9D90A4F2CF8}" dt="2025-08-26T00:17:57.511" v="497" actId="1076"/>
          <ac:spMkLst>
            <pc:docMk/>
            <pc:sldMk cId="1734125613" sldId="336"/>
            <ac:spMk id="8" creationId="{FEBAEBB4-FEE5-A668-8CEB-B559187EB553}"/>
          </ac:spMkLst>
        </pc:spChg>
        <pc:spChg chg="add mod">
          <ac:chgData name="MINHO PARK" userId="ec1a24b1eb5f6df6" providerId="LiveId" clId="{ECBF770D-5131-4829-B3F9-B9D90A4F2CF8}" dt="2025-08-26T00:18:39.342" v="521" actId="1076"/>
          <ac:spMkLst>
            <pc:docMk/>
            <pc:sldMk cId="1734125613" sldId="336"/>
            <ac:spMk id="12" creationId="{820095BE-6461-347B-05D4-F706399C6701}"/>
          </ac:spMkLst>
        </pc:spChg>
        <pc:spChg chg="add mod">
          <ac:chgData name="MINHO PARK" userId="ec1a24b1eb5f6df6" providerId="LiveId" clId="{ECBF770D-5131-4829-B3F9-B9D90A4F2CF8}" dt="2025-08-26T00:18:51.931" v="523" actId="1076"/>
          <ac:spMkLst>
            <pc:docMk/>
            <pc:sldMk cId="1734125613" sldId="336"/>
            <ac:spMk id="14" creationId="{C29816B0-10C5-43AD-BE40-85DB80F5CDBF}"/>
          </ac:spMkLst>
        </pc:spChg>
        <pc:spChg chg="add mod">
          <ac:chgData name="MINHO PARK" userId="ec1a24b1eb5f6df6" providerId="LiveId" clId="{ECBF770D-5131-4829-B3F9-B9D90A4F2CF8}" dt="2025-08-26T00:19:28.082" v="546" actId="1076"/>
          <ac:spMkLst>
            <pc:docMk/>
            <pc:sldMk cId="1734125613" sldId="336"/>
            <ac:spMk id="18" creationId="{7C8C7D47-92DC-230E-81DF-51A73318E53D}"/>
          </ac:spMkLst>
        </pc:spChg>
        <pc:spChg chg="add mod">
          <ac:chgData name="MINHO PARK" userId="ec1a24b1eb5f6df6" providerId="LiveId" clId="{ECBF770D-5131-4829-B3F9-B9D90A4F2CF8}" dt="2025-08-26T00:19:35.907" v="548" actId="1076"/>
          <ac:spMkLst>
            <pc:docMk/>
            <pc:sldMk cId="1734125613" sldId="336"/>
            <ac:spMk id="19" creationId="{3B960459-92E2-A61F-C8C8-0B642A063E49}"/>
          </ac:spMkLst>
        </pc:spChg>
        <pc:picChg chg="add mod">
          <ac:chgData name="MINHO PARK" userId="ec1a24b1eb5f6df6" providerId="LiveId" clId="{ECBF770D-5131-4829-B3F9-B9D90A4F2CF8}" dt="2025-08-26T00:17:02.113" v="487" actId="1076"/>
          <ac:picMkLst>
            <pc:docMk/>
            <pc:sldMk cId="1734125613" sldId="336"/>
            <ac:picMk id="7170" creationId="{8164B1A2-1A22-85AA-EDAF-63A85FD9006E}"/>
          </ac:picMkLst>
        </pc:picChg>
        <pc:cxnChg chg="add mod">
          <ac:chgData name="MINHO PARK" userId="ec1a24b1eb5f6df6" providerId="LiveId" clId="{ECBF770D-5131-4829-B3F9-B9D90A4F2CF8}" dt="2025-08-26T00:17:16.776" v="490" actId="14100"/>
          <ac:cxnSpMkLst>
            <pc:docMk/>
            <pc:sldMk cId="1734125613" sldId="336"/>
            <ac:cxnSpMk id="4" creationId="{9C559561-E4AB-C7FC-8B62-EE3984B57502}"/>
          </ac:cxnSpMkLst>
        </pc:cxnChg>
        <pc:cxnChg chg="add mod">
          <ac:chgData name="MINHO PARK" userId="ec1a24b1eb5f6df6" providerId="LiveId" clId="{ECBF770D-5131-4829-B3F9-B9D90A4F2CF8}" dt="2025-08-26T00:18:02.668" v="498" actId="1076"/>
          <ac:cxnSpMkLst>
            <pc:docMk/>
            <pc:sldMk cId="1734125613" sldId="336"/>
            <ac:cxnSpMk id="7" creationId="{11790E9F-E2C4-724C-97B1-D71AEA1BEE7D}"/>
          </ac:cxnSpMkLst>
        </pc:cxnChg>
        <pc:cxnChg chg="add mod">
          <ac:chgData name="MINHO PARK" userId="ec1a24b1eb5f6df6" providerId="LiveId" clId="{ECBF770D-5131-4829-B3F9-B9D90A4F2CF8}" dt="2025-08-26T00:18:22.540" v="503" actId="14100"/>
          <ac:cxnSpMkLst>
            <pc:docMk/>
            <pc:sldMk cId="1734125613" sldId="336"/>
            <ac:cxnSpMk id="9" creationId="{078E9BB7-EB58-AAC6-1007-D3BE62A640DB}"/>
          </ac:cxnSpMkLst>
        </pc:cxnChg>
        <pc:cxnChg chg="add mod">
          <ac:chgData name="MINHO PARK" userId="ec1a24b1eb5f6df6" providerId="LiveId" clId="{ECBF770D-5131-4829-B3F9-B9D90A4F2CF8}" dt="2025-08-26T00:18:56.030" v="524" actId="14100"/>
          <ac:cxnSpMkLst>
            <pc:docMk/>
            <pc:sldMk cId="1734125613" sldId="336"/>
            <ac:cxnSpMk id="13" creationId="{2F083519-6A4C-3BB7-5470-CF53FFA2CFB7}"/>
          </ac:cxnSpMkLst>
        </pc:cxnChg>
        <pc:cxnChg chg="add mod">
          <ac:chgData name="MINHO PARK" userId="ec1a24b1eb5f6df6" providerId="LiveId" clId="{ECBF770D-5131-4829-B3F9-B9D90A4F2CF8}" dt="2025-08-26T00:19:10.368" v="527" actId="14100"/>
          <ac:cxnSpMkLst>
            <pc:docMk/>
            <pc:sldMk cId="1734125613" sldId="336"/>
            <ac:cxnSpMk id="16" creationId="{98BCF84B-B8AF-4872-BF7C-F96D4B2FC8A7}"/>
          </ac:cxnSpMkLst>
        </pc:cxnChg>
        <pc:cxnChg chg="add mod">
          <ac:chgData name="MINHO PARK" userId="ec1a24b1eb5f6df6" providerId="LiveId" clId="{ECBF770D-5131-4829-B3F9-B9D90A4F2CF8}" dt="2025-08-26T00:19:44.448" v="551" actId="14100"/>
          <ac:cxnSpMkLst>
            <pc:docMk/>
            <pc:sldMk cId="1734125613" sldId="336"/>
            <ac:cxnSpMk id="20" creationId="{E72BFEF4-6B4B-5AAD-ECD5-A406CC28979A}"/>
          </ac:cxnSpMkLst>
        </pc:cxnChg>
      </pc:sldChg>
      <pc:sldChg chg="addSp delSp modSp add mod">
        <pc:chgData name="MINHO PARK" userId="ec1a24b1eb5f6df6" providerId="LiveId" clId="{ECBF770D-5131-4829-B3F9-B9D90A4F2CF8}" dt="2025-08-26T05:22:04.371" v="1931" actId="1038"/>
        <pc:sldMkLst>
          <pc:docMk/>
          <pc:sldMk cId="1151979564" sldId="337"/>
        </pc:sldMkLst>
        <pc:spChg chg="mod">
          <ac:chgData name="MINHO PARK" userId="ec1a24b1eb5f6df6" providerId="LiveId" clId="{ECBF770D-5131-4829-B3F9-B9D90A4F2CF8}" dt="2025-08-26T00:41:25.519" v="772" actId="1036"/>
          <ac:spMkLst>
            <pc:docMk/>
            <pc:sldMk cId="1151979564" sldId="337"/>
            <ac:spMk id="3" creationId="{9026566F-202D-0FE0-8B84-CED6ECF22EA5}"/>
          </ac:spMkLst>
        </pc:spChg>
        <pc:spChg chg="add mod">
          <ac:chgData name="MINHO PARK" userId="ec1a24b1eb5f6df6" providerId="LiveId" clId="{ECBF770D-5131-4829-B3F9-B9D90A4F2CF8}" dt="2025-08-26T00:37:19.349" v="744" actId="1037"/>
          <ac:spMkLst>
            <pc:docMk/>
            <pc:sldMk cId="1151979564" sldId="337"/>
            <ac:spMk id="6" creationId="{E297310E-03F8-5B78-CB7E-5D4F7F10E3CC}"/>
          </ac:spMkLst>
        </pc:spChg>
        <pc:spChg chg="add mod">
          <ac:chgData name="MINHO PARK" userId="ec1a24b1eb5f6df6" providerId="LiveId" clId="{ECBF770D-5131-4829-B3F9-B9D90A4F2CF8}" dt="2025-08-26T00:46:32.503" v="790" actId="1076"/>
          <ac:spMkLst>
            <pc:docMk/>
            <pc:sldMk cId="1151979564" sldId="337"/>
            <ac:spMk id="22" creationId="{53687AC9-1E8B-78DE-63E9-9E79F060886C}"/>
          </ac:spMkLst>
        </pc:spChg>
        <pc:spChg chg="add mod">
          <ac:chgData name="MINHO PARK" userId="ec1a24b1eb5f6df6" providerId="LiveId" clId="{ECBF770D-5131-4829-B3F9-B9D90A4F2CF8}" dt="2025-08-26T00:47:32.593" v="824" actId="1076"/>
          <ac:spMkLst>
            <pc:docMk/>
            <pc:sldMk cId="1151979564" sldId="337"/>
            <ac:spMk id="25" creationId="{1F60FC09-2A02-EEA9-255E-9E218FFF1614}"/>
          </ac:spMkLst>
        </pc:spChg>
        <pc:spChg chg="add mod">
          <ac:chgData name="MINHO PARK" userId="ec1a24b1eb5f6df6" providerId="LiveId" clId="{ECBF770D-5131-4829-B3F9-B9D90A4F2CF8}" dt="2025-08-26T05:21:35.904" v="1898" actId="1037"/>
          <ac:spMkLst>
            <pc:docMk/>
            <pc:sldMk cId="1151979564" sldId="337"/>
            <ac:spMk id="34" creationId="{909BB21A-02A7-7879-C1FA-696020A27D38}"/>
          </ac:spMkLst>
        </pc:spChg>
        <pc:spChg chg="add mod">
          <ac:chgData name="MINHO PARK" userId="ec1a24b1eb5f6df6" providerId="LiveId" clId="{ECBF770D-5131-4829-B3F9-B9D90A4F2CF8}" dt="2025-08-26T05:22:04.371" v="1931" actId="1038"/>
          <ac:spMkLst>
            <pc:docMk/>
            <pc:sldMk cId="1151979564" sldId="337"/>
            <ac:spMk id="35" creationId="{C62F1207-F552-9B70-E08C-E4D1FB65355C}"/>
          </ac:spMkLst>
        </pc:spChg>
        <pc:picChg chg="add mod">
          <ac:chgData name="MINHO PARK" userId="ec1a24b1eb5f6df6" providerId="LiveId" clId="{ECBF770D-5131-4829-B3F9-B9D90A4F2CF8}" dt="2025-08-26T00:41:30.128" v="773" actId="14100"/>
          <ac:picMkLst>
            <pc:docMk/>
            <pc:sldMk cId="1151979564" sldId="337"/>
            <ac:picMk id="20" creationId="{872225B8-16EB-CF78-D6B3-CADA7E33875D}"/>
          </ac:picMkLst>
        </pc:picChg>
        <pc:cxnChg chg="add mod">
          <ac:chgData name="MINHO PARK" userId="ec1a24b1eb5f6df6" providerId="LiveId" clId="{ECBF770D-5131-4829-B3F9-B9D90A4F2CF8}" dt="2025-08-26T00:37:11.687" v="742" actId="1037"/>
          <ac:cxnSpMkLst>
            <pc:docMk/>
            <pc:sldMk cId="1151979564" sldId="337"/>
            <ac:cxnSpMk id="4" creationId="{C9E35EE8-2EDF-A6D7-0C29-DD5C84E68275}"/>
          </ac:cxnSpMkLst>
        </pc:cxnChg>
        <pc:cxnChg chg="add mod">
          <ac:chgData name="MINHO PARK" userId="ec1a24b1eb5f6df6" providerId="LiveId" clId="{ECBF770D-5131-4829-B3F9-B9D90A4F2CF8}" dt="2025-08-26T00:47:49.245" v="825" actId="14100"/>
          <ac:cxnSpMkLst>
            <pc:docMk/>
            <pc:sldMk cId="1151979564" sldId="337"/>
            <ac:cxnSpMk id="23" creationId="{F7E74C20-1B72-9ED4-3C5F-00980C7E3F30}"/>
          </ac:cxnSpMkLst>
        </pc:cxnChg>
        <pc:cxnChg chg="add mod">
          <ac:chgData name="MINHO PARK" userId="ec1a24b1eb5f6df6" providerId="LiveId" clId="{ECBF770D-5131-4829-B3F9-B9D90A4F2CF8}" dt="2025-08-26T05:20:39.299" v="1867" actId="14100"/>
          <ac:cxnSpMkLst>
            <pc:docMk/>
            <pc:sldMk cId="1151979564" sldId="337"/>
            <ac:cxnSpMk id="28" creationId="{F03CA306-7254-15B5-91B3-C6ADEB52B55A}"/>
          </ac:cxnSpMkLst>
        </pc:cxnChg>
        <pc:cxnChg chg="add mod">
          <ac:chgData name="MINHO PARK" userId="ec1a24b1eb5f6df6" providerId="LiveId" clId="{ECBF770D-5131-4829-B3F9-B9D90A4F2CF8}" dt="2025-08-26T05:21:17.657" v="1875" actId="1038"/>
          <ac:cxnSpMkLst>
            <pc:docMk/>
            <pc:sldMk cId="1151979564" sldId="337"/>
            <ac:cxnSpMk id="31" creationId="{6A9697B5-C3EA-124F-3AFC-2F90CD9A6FB9}"/>
          </ac:cxnSpMkLst>
        </pc:cxnChg>
      </pc:sldChg>
      <pc:sldChg chg="addSp delSp modSp add mod">
        <pc:chgData name="MINHO PARK" userId="ec1a24b1eb5f6df6" providerId="LiveId" clId="{ECBF770D-5131-4829-B3F9-B9D90A4F2CF8}" dt="2025-08-26T01:01:05.741" v="942" actId="1076"/>
        <pc:sldMkLst>
          <pc:docMk/>
          <pc:sldMk cId="1146333581" sldId="338"/>
        </pc:sldMkLst>
        <pc:spChg chg="mod">
          <ac:chgData name="MINHO PARK" userId="ec1a24b1eb5f6df6" providerId="LiveId" clId="{ECBF770D-5131-4829-B3F9-B9D90A4F2CF8}" dt="2025-08-26T00:53:11.808" v="910" actId="1035"/>
          <ac:spMkLst>
            <pc:docMk/>
            <pc:sldMk cId="1146333581" sldId="338"/>
            <ac:spMk id="3" creationId="{991A75D8-7292-E4A1-6606-908F063F3BBE}"/>
          </ac:spMkLst>
        </pc:spChg>
        <pc:spChg chg="add mod">
          <ac:chgData name="MINHO PARK" userId="ec1a24b1eb5f6df6" providerId="LiveId" clId="{ECBF770D-5131-4829-B3F9-B9D90A4F2CF8}" dt="2025-08-26T00:58:44.478" v="928" actId="20577"/>
          <ac:spMkLst>
            <pc:docMk/>
            <pc:sldMk cId="1146333581" sldId="338"/>
            <ac:spMk id="8" creationId="{D521BBE2-37E7-FB01-4CB6-A76C2A45181C}"/>
          </ac:spMkLst>
        </pc:spChg>
        <pc:picChg chg="add mod">
          <ac:chgData name="MINHO PARK" userId="ec1a24b1eb5f6df6" providerId="LiveId" clId="{ECBF770D-5131-4829-B3F9-B9D90A4F2CF8}" dt="2025-08-26T00:58:02.467" v="915" actId="14100"/>
          <ac:picMkLst>
            <pc:docMk/>
            <pc:sldMk cId="1146333581" sldId="338"/>
            <ac:picMk id="9218" creationId="{1EED9FD8-E181-1D53-D6D8-7C4BE00F8C00}"/>
          </ac:picMkLst>
        </pc:picChg>
        <pc:picChg chg="add mod">
          <ac:chgData name="MINHO PARK" userId="ec1a24b1eb5f6df6" providerId="LiveId" clId="{ECBF770D-5131-4829-B3F9-B9D90A4F2CF8}" dt="2025-08-26T00:58:05.783" v="916" actId="14100"/>
          <ac:picMkLst>
            <pc:docMk/>
            <pc:sldMk cId="1146333581" sldId="338"/>
            <ac:picMk id="9220" creationId="{CAA53513-4706-8223-2C04-E1F2F5AC23A8}"/>
          </ac:picMkLst>
        </pc:picChg>
        <pc:picChg chg="add mod">
          <ac:chgData name="MINHO PARK" userId="ec1a24b1eb5f6df6" providerId="LiveId" clId="{ECBF770D-5131-4829-B3F9-B9D90A4F2CF8}" dt="2025-08-26T01:01:05.741" v="942" actId="1076"/>
          <ac:picMkLst>
            <pc:docMk/>
            <pc:sldMk cId="1146333581" sldId="338"/>
            <ac:picMk id="9222" creationId="{7799FCDA-677C-3C9D-DA2D-FE74BDC17087}"/>
          </ac:picMkLst>
        </pc:picChg>
      </pc:sldChg>
      <pc:sldChg chg="addSp delSp modSp add mod modAnim">
        <pc:chgData name="MINHO PARK" userId="ec1a24b1eb5f6df6" providerId="LiveId" clId="{ECBF770D-5131-4829-B3F9-B9D90A4F2CF8}" dt="2025-08-26T02:14:07.848" v="1254"/>
        <pc:sldMkLst>
          <pc:docMk/>
          <pc:sldMk cId="1586663591" sldId="339"/>
        </pc:sldMkLst>
        <pc:spChg chg="mod">
          <ac:chgData name="MINHO PARK" userId="ec1a24b1eb5f6df6" providerId="LiveId" clId="{ECBF770D-5131-4829-B3F9-B9D90A4F2CF8}" dt="2025-08-26T02:14:07.848" v="1254"/>
          <ac:spMkLst>
            <pc:docMk/>
            <pc:sldMk cId="1586663591" sldId="339"/>
            <ac:spMk id="2" creationId="{D8C39D18-2D98-A3D0-C567-7C4DE861C71B}"/>
          </ac:spMkLst>
        </pc:spChg>
        <pc:picChg chg="add mod">
          <ac:chgData name="MINHO PARK" userId="ec1a24b1eb5f6df6" providerId="LiveId" clId="{ECBF770D-5131-4829-B3F9-B9D90A4F2CF8}" dt="2025-08-26T01:24:47.289" v="1035" actId="14100"/>
          <ac:picMkLst>
            <pc:docMk/>
            <pc:sldMk cId="1586663591" sldId="339"/>
            <ac:picMk id="9" creationId="{230D79D2-C654-1698-9631-2A43281CBDBC}"/>
          </ac:picMkLst>
        </pc:picChg>
      </pc:sldChg>
      <pc:sldChg chg="addSp delSp modSp add mod ord delAnim modAnim">
        <pc:chgData name="MINHO PARK" userId="ec1a24b1eb5f6df6" providerId="LiveId" clId="{ECBF770D-5131-4829-B3F9-B9D90A4F2CF8}" dt="2025-08-26T01:26:29.901" v="1045" actId="14100"/>
        <pc:sldMkLst>
          <pc:docMk/>
          <pc:sldMk cId="3061383688" sldId="340"/>
        </pc:sldMkLst>
        <pc:picChg chg="add mod">
          <ac:chgData name="MINHO PARK" userId="ec1a24b1eb5f6df6" providerId="LiveId" clId="{ECBF770D-5131-4829-B3F9-B9D90A4F2CF8}" dt="2025-08-26T01:26:29.901" v="1045" actId="14100"/>
          <ac:picMkLst>
            <pc:docMk/>
            <pc:sldMk cId="3061383688" sldId="340"/>
            <ac:picMk id="3" creationId="{34FF4C1E-7228-3F79-9728-F6A45DCC21B5}"/>
          </ac:picMkLst>
        </pc:picChg>
      </pc:sldChg>
      <pc:sldChg chg="addSp delSp modSp add mod">
        <pc:chgData name="MINHO PARK" userId="ec1a24b1eb5f6df6" providerId="LiveId" clId="{ECBF770D-5131-4829-B3F9-B9D90A4F2CF8}" dt="2025-08-26T05:19:38.440" v="1862" actId="1035"/>
        <pc:sldMkLst>
          <pc:docMk/>
          <pc:sldMk cId="2480030527" sldId="341"/>
        </pc:sldMkLst>
        <pc:spChg chg="mod">
          <ac:chgData name="MINHO PARK" userId="ec1a24b1eb5f6df6" providerId="LiveId" clId="{ECBF770D-5131-4829-B3F9-B9D90A4F2CF8}" dt="2025-08-26T05:19:38.440" v="1862" actId="1035"/>
          <ac:spMkLst>
            <pc:docMk/>
            <pc:sldMk cId="2480030527" sldId="341"/>
            <ac:spMk id="3" creationId="{2DAAFEF9-38EC-FAD2-50AC-39425CEEE255}"/>
          </ac:spMkLst>
        </pc:spChg>
        <pc:spChg chg="add mod">
          <ac:chgData name="MINHO PARK" userId="ec1a24b1eb5f6df6" providerId="LiveId" clId="{ECBF770D-5131-4829-B3F9-B9D90A4F2CF8}" dt="2025-08-26T05:19:36.145" v="1852" actId="1076"/>
          <ac:spMkLst>
            <pc:docMk/>
            <pc:sldMk cId="2480030527" sldId="341"/>
            <ac:spMk id="6" creationId="{A7851EFC-498F-812F-AEAA-B60BBB792451}"/>
          </ac:spMkLst>
        </pc:spChg>
        <pc:picChg chg="mod">
          <ac:chgData name="MINHO PARK" userId="ec1a24b1eb5f6df6" providerId="LiveId" clId="{ECBF770D-5131-4829-B3F9-B9D90A4F2CF8}" dt="2025-08-26T01:33:22.054" v="1079" actId="1038"/>
          <ac:picMkLst>
            <pc:docMk/>
            <pc:sldMk cId="2480030527" sldId="341"/>
            <ac:picMk id="5" creationId="{3F68B601-53ED-C16C-2798-86274CFF891B}"/>
          </ac:picMkLst>
        </pc:picChg>
        <pc:picChg chg="mod">
          <ac:chgData name="MINHO PARK" userId="ec1a24b1eb5f6df6" providerId="LiveId" clId="{ECBF770D-5131-4829-B3F9-B9D90A4F2CF8}" dt="2025-08-26T01:33:22.054" v="1079" actId="1038"/>
          <ac:picMkLst>
            <pc:docMk/>
            <pc:sldMk cId="2480030527" sldId="341"/>
            <ac:picMk id="5124" creationId="{99BE1183-76A1-FE5D-44AE-D78302100454}"/>
          </ac:picMkLst>
        </pc:picChg>
        <pc:cxnChg chg="mod">
          <ac:chgData name="MINHO PARK" userId="ec1a24b1eb5f6df6" providerId="LiveId" clId="{ECBF770D-5131-4829-B3F9-B9D90A4F2CF8}" dt="2025-08-26T01:33:22.054" v="1079" actId="1038"/>
          <ac:cxnSpMkLst>
            <pc:docMk/>
            <pc:sldMk cId="2480030527" sldId="341"/>
            <ac:cxnSpMk id="4" creationId="{6E729277-84CE-B6E8-4EBE-CDFFA669B2D7}"/>
          </ac:cxnSpMkLst>
        </pc:cxnChg>
        <pc:cxnChg chg="mod">
          <ac:chgData name="MINHO PARK" userId="ec1a24b1eb5f6df6" providerId="LiveId" clId="{ECBF770D-5131-4829-B3F9-B9D90A4F2CF8}" dt="2025-08-26T01:33:22.054" v="1079" actId="1038"/>
          <ac:cxnSpMkLst>
            <pc:docMk/>
            <pc:sldMk cId="2480030527" sldId="341"/>
            <ac:cxnSpMk id="7" creationId="{1AC6ACE4-7FD1-7CEF-92B1-5F7D1576C731}"/>
          </ac:cxnSpMkLst>
        </pc:cxnChg>
        <pc:cxnChg chg="add mod">
          <ac:chgData name="MINHO PARK" userId="ec1a24b1eb5f6df6" providerId="LiveId" clId="{ECBF770D-5131-4829-B3F9-B9D90A4F2CF8}" dt="2025-08-26T05:16:40.123" v="1842" actId="14100"/>
          <ac:cxnSpMkLst>
            <pc:docMk/>
            <pc:sldMk cId="2480030527" sldId="341"/>
            <ac:cxnSpMk id="8" creationId="{8BCEE1B3-61CE-91AD-4EBA-2996BEB97C4C}"/>
          </ac:cxnSpMkLst>
        </pc:cxnChg>
        <pc:cxnChg chg="mod">
          <ac:chgData name="MINHO PARK" userId="ec1a24b1eb5f6df6" providerId="LiveId" clId="{ECBF770D-5131-4829-B3F9-B9D90A4F2CF8}" dt="2025-08-26T01:33:22.054" v="1079" actId="1038"/>
          <ac:cxnSpMkLst>
            <pc:docMk/>
            <pc:sldMk cId="2480030527" sldId="341"/>
            <ac:cxnSpMk id="12" creationId="{82F86D49-1C5E-4F18-2A91-76B722FA571D}"/>
          </ac:cxnSpMkLst>
        </pc:cxnChg>
        <pc:cxnChg chg="mod">
          <ac:chgData name="MINHO PARK" userId="ec1a24b1eb5f6df6" providerId="LiveId" clId="{ECBF770D-5131-4829-B3F9-B9D90A4F2CF8}" dt="2025-08-26T01:33:22.054" v="1079" actId="1038"/>
          <ac:cxnSpMkLst>
            <pc:docMk/>
            <pc:sldMk cId="2480030527" sldId="341"/>
            <ac:cxnSpMk id="21" creationId="{074D4B02-CEFB-288C-8516-6A1407394C6C}"/>
          </ac:cxnSpMkLst>
        </pc:cxnChg>
      </pc:sldChg>
      <pc:sldChg chg="addSp delSp modSp add mod delAnim">
        <pc:chgData name="MINHO PARK" userId="ec1a24b1eb5f6df6" providerId="LiveId" clId="{ECBF770D-5131-4829-B3F9-B9D90A4F2CF8}" dt="2025-08-26T02:10:55.630" v="1253" actId="1036"/>
        <pc:sldMkLst>
          <pc:docMk/>
          <pc:sldMk cId="677122506" sldId="342"/>
        </pc:sldMkLst>
        <pc:spChg chg="mod">
          <ac:chgData name="MINHO PARK" userId="ec1a24b1eb5f6df6" providerId="LiveId" clId="{ECBF770D-5131-4829-B3F9-B9D90A4F2CF8}" dt="2025-08-26T01:52:43.254" v="1098" actId="20577"/>
          <ac:spMkLst>
            <pc:docMk/>
            <pc:sldMk cId="677122506" sldId="342"/>
            <ac:spMk id="2" creationId="{EA25EC36-1E25-6D88-03C5-6A00E88DF9F3}"/>
          </ac:spMkLst>
        </pc:spChg>
        <pc:spChg chg="add mod">
          <ac:chgData name="MINHO PARK" userId="ec1a24b1eb5f6df6" providerId="LiveId" clId="{ECBF770D-5131-4829-B3F9-B9D90A4F2CF8}" dt="2025-08-26T02:10:06.714" v="1218" actId="1076"/>
          <ac:spMkLst>
            <pc:docMk/>
            <pc:sldMk cId="677122506" sldId="342"/>
            <ac:spMk id="3" creationId="{7AF9AB25-D58F-E456-D2CC-5FC07E9CCC37}"/>
          </ac:spMkLst>
        </pc:spChg>
        <pc:spChg chg="add mod">
          <ac:chgData name="MINHO PARK" userId="ec1a24b1eb5f6df6" providerId="LiveId" clId="{ECBF770D-5131-4829-B3F9-B9D90A4F2CF8}" dt="2025-08-26T02:10:55.630" v="1253" actId="1036"/>
          <ac:spMkLst>
            <pc:docMk/>
            <pc:sldMk cId="677122506" sldId="342"/>
            <ac:spMk id="6" creationId="{3F0C86E7-A1FA-2B9B-3A6B-9F31858F17C2}"/>
          </ac:spMkLst>
        </pc:spChg>
        <pc:picChg chg="add mod">
          <ac:chgData name="MINHO PARK" userId="ec1a24b1eb5f6df6" providerId="LiveId" clId="{ECBF770D-5131-4829-B3F9-B9D90A4F2CF8}" dt="2025-08-26T02:10:17.292" v="1222" actId="1076"/>
          <ac:picMkLst>
            <pc:docMk/>
            <pc:sldMk cId="677122506" sldId="342"/>
            <ac:picMk id="4" creationId="{5D37B30F-D3EF-DC1B-C34F-88F7FA86D76E}"/>
          </ac:picMkLst>
        </pc:picChg>
        <pc:cxnChg chg="add mod">
          <ac:chgData name="MINHO PARK" userId="ec1a24b1eb5f6df6" providerId="LiveId" clId="{ECBF770D-5131-4829-B3F9-B9D90A4F2CF8}" dt="2025-08-26T02:10:32.388" v="1233" actId="1035"/>
          <ac:cxnSpMkLst>
            <pc:docMk/>
            <pc:sldMk cId="677122506" sldId="342"/>
            <ac:cxnSpMk id="5" creationId="{1CFFF601-4B1E-4644-1124-FDC88AB533D8}"/>
          </ac:cxnSpMkLst>
        </pc:cxnChg>
      </pc:sldChg>
      <pc:sldChg chg="addSp delSp modSp add mod modAnim">
        <pc:chgData name="MINHO PARK" userId="ec1a24b1eb5f6df6" providerId="LiveId" clId="{ECBF770D-5131-4829-B3F9-B9D90A4F2CF8}" dt="2025-08-26T01:53:49.408" v="1125" actId="1076"/>
        <pc:sldMkLst>
          <pc:docMk/>
          <pc:sldMk cId="3744621263" sldId="343"/>
        </pc:sldMkLst>
        <pc:spChg chg="mod">
          <ac:chgData name="MINHO PARK" userId="ec1a24b1eb5f6df6" providerId="LiveId" clId="{ECBF770D-5131-4829-B3F9-B9D90A4F2CF8}" dt="2025-08-26T01:53:11.519" v="1119" actId="20577"/>
          <ac:spMkLst>
            <pc:docMk/>
            <pc:sldMk cId="3744621263" sldId="343"/>
            <ac:spMk id="2" creationId="{5034CFFC-C15B-9C90-2AC6-3AB294314E46}"/>
          </ac:spMkLst>
        </pc:spChg>
        <pc:picChg chg="add mod">
          <ac:chgData name="MINHO PARK" userId="ec1a24b1eb5f6df6" providerId="LiveId" clId="{ECBF770D-5131-4829-B3F9-B9D90A4F2CF8}" dt="2025-08-26T01:53:49.408" v="1125" actId="1076"/>
          <ac:picMkLst>
            <pc:docMk/>
            <pc:sldMk cId="3744621263" sldId="343"/>
            <ac:picMk id="6" creationId="{7EA01A3A-2A06-4C7E-CA42-D9638E12DB9D}"/>
          </ac:picMkLst>
        </pc:picChg>
      </pc:sldChg>
      <pc:sldChg chg="addSp delSp modSp add mod delAnim">
        <pc:chgData name="MINHO PARK" userId="ec1a24b1eb5f6df6" providerId="LiveId" clId="{ECBF770D-5131-4829-B3F9-B9D90A4F2CF8}" dt="2025-08-26T01:54:58.820" v="1143" actId="1076"/>
        <pc:sldMkLst>
          <pc:docMk/>
          <pc:sldMk cId="1722075858" sldId="344"/>
        </pc:sldMkLst>
        <pc:spChg chg="mod">
          <ac:chgData name="MINHO PARK" userId="ec1a24b1eb5f6df6" providerId="LiveId" clId="{ECBF770D-5131-4829-B3F9-B9D90A4F2CF8}" dt="2025-08-26T01:54:17.888" v="1137" actId="20577"/>
          <ac:spMkLst>
            <pc:docMk/>
            <pc:sldMk cId="1722075858" sldId="344"/>
            <ac:spMk id="2" creationId="{356841A5-E89C-F2EC-B657-B00DBC599A16}"/>
          </ac:spMkLst>
        </pc:spChg>
        <pc:spChg chg="add mod">
          <ac:chgData name="MINHO PARK" userId="ec1a24b1eb5f6df6" providerId="LiveId" clId="{ECBF770D-5131-4829-B3F9-B9D90A4F2CF8}" dt="2025-08-26T01:54:58.820" v="1143" actId="1076"/>
          <ac:spMkLst>
            <pc:docMk/>
            <pc:sldMk cId="1722075858" sldId="344"/>
            <ac:spMk id="3" creationId="{420BCA12-E6FF-5493-1F43-5418B6939D2F}"/>
          </ac:spMkLst>
        </pc:spChg>
      </pc:sldChg>
      <pc:sldChg chg="addSp delSp modSp add mod modAnim">
        <pc:chgData name="MINHO PARK" userId="ec1a24b1eb5f6df6" providerId="LiveId" clId="{ECBF770D-5131-4829-B3F9-B9D90A4F2CF8}" dt="2025-08-26T01:57:14.738" v="1183" actId="1076"/>
        <pc:sldMkLst>
          <pc:docMk/>
          <pc:sldMk cId="2437729117" sldId="345"/>
        </pc:sldMkLst>
        <pc:spChg chg="mod">
          <ac:chgData name="MINHO PARK" userId="ec1a24b1eb5f6df6" providerId="LiveId" clId="{ECBF770D-5131-4829-B3F9-B9D90A4F2CF8}" dt="2025-08-26T01:56:38.442" v="1176" actId="20577"/>
          <ac:spMkLst>
            <pc:docMk/>
            <pc:sldMk cId="2437729117" sldId="345"/>
            <ac:spMk id="2" creationId="{3718DBE5-C6E0-79A1-D49F-50C3B7F7FF40}"/>
          </ac:spMkLst>
        </pc:spChg>
        <pc:picChg chg="add mod">
          <ac:chgData name="MINHO PARK" userId="ec1a24b1eb5f6df6" providerId="LiveId" clId="{ECBF770D-5131-4829-B3F9-B9D90A4F2CF8}" dt="2025-08-26T01:57:14.738" v="1183" actId="1076"/>
          <ac:picMkLst>
            <pc:docMk/>
            <pc:sldMk cId="2437729117" sldId="345"/>
            <ac:picMk id="6" creationId="{F970239A-B38D-C6AB-834B-9D75ED3D4FE5}"/>
          </ac:picMkLst>
        </pc:picChg>
      </pc:sldChg>
      <pc:sldChg chg="addSp modSp add mod modAnim">
        <pc:chgData name="MINHO PARK" userId="ec1a24b1eb5f6df6" providerId="LiveId" clId="{ECBF770D-5131-4829-B3F9-B9D90A4F2CF8}" dt="2025-08-26T01:57:48.784" v="1188" actId="1076"/>
        <pc:sldMkLst>
          <pc:docMk/>
          <pc:sldMk cId="2369900171" sldId="346"/>
        </pc:sldMkLst>
        <pc:picChg chg="add mod">
          <ac:chgData name="MINHO PARK" userId="ec1a24b1eb5f6df6" providerId="LiveId" clId="{ECBF770D-5131-4829-B3F9-B9D90A4F2CF8}" dt="2025-08-26T01:57:48.784" v="1188" actId="1076"/>
          <ac:picMkLst>
            <pc:docMk/>
            <pc:sldMk cId="2369900171" sldId="346"/>
            <ac:picMk id="3" creationId="{90EB5FDC-793F-6D67-939C-780FC792585D}"/>
          </ac:picMkLst>
        </pc:picChg>
      </pc:sldChg>
      <pc:sldChg chg="addSp delSp modSp add mod">
        <pc:chgData name="MINHO PARK" userId="ec1a24b1eb5f6df6" providerId="LiveId" clId="{ECBF770D-5131-4829-B3F9-B9D90A4F2CF8}" dt="2025-08-26T04:15:35.619" v="1286" actId="113"/>
        <pc:sldMkLst>
          <pc:docMk/>
          <pc:sldMk cId="2554902556" sldId="347"/>
        </pc:sldMkLst>
        <pc:spChg chg="mod">
          <ac:chgData name="MINHO PARK" userId="ec1a24b1eb5f6df6" providerId="LiveId" clId="{ECBF770D-5131-4829-B3F9-B9D90A4F2CF8}" dt="2025-08-26T04:15:35.619" v="1286" actId="113"/>
          <ac:spMkLst>
            <pc:docMk/>
            <pc:sldMk cId="2554902556" sldId="347"/>
            <ac:spMk id="3" creationId="{16DD3E41-3796-F343-7891-2791F173C401}"/>
          </ac:spMkLst>
        </pc:spChg>
        <pc:picChg chg="add mod">
          <ac:chgData name="MINHO PARK" userId="ec1a24b1eb5f6df6" providerId="LiveId" clId="{ECBF770D-5131-4829-B3F9-B9D90A4F2CF8}" dt="2025-08-26T02:20:13.596" v="1285" actId="1076"/>
          <ac:picMkLst>
            <pc:docMk/>
            <pc:sldMk cId="2554902556" sldId="347"/>
            <ac:picMk id="8" creationId="{379620DB-A457-2340-553C-C5AFAE1C1502}"/>
          </ac:picMkLst>
        </pc:picChg>
      </pc:sldChg>
      <pc:sldChg chg="addSp delSp modSp add mod">
        <pc:chgData name="MINHO PARK" userId="ec1a24b1eb5f6df6" providerId="LiveId" clId="{ECBF770D-5131-4829-B3F9-B9D90A4F2CF8}" dt="2025-08-26T04:25:09.717" v="1303" actId="20577"/>
        <pc:sldMkLst>
          <pc:docMk/>
          <pc:sldMk cId="856003550" sldId="348"/>
        </pc:sldMkLst>
        <pc:spChg chg="mod">
          <ac:chgData name="MINHO PARK" userId="ec1a24b1eb5f6df6" providerId="LiveId" clId="{ECBF770D-5131-4829-B3F9-B9D90A4F2CF8}" dt="2025-08-26T04:25:09.717" v="1303" actId="20577"/>
          <ac:spMkLst>
            <pc:docMk/>
            <pc:sldMk cId="856003550" sldId="348"/>
            <ac:spMk id="3" creationId="{8EFF5B95-6D7B-4723-4602-F925D2864E77}"/>
          </ac:spMkLst>
        </pc:spChg>
      </pc:sldChg>
      <pc:sldChg chg="addSp delSp modSp add mod">
        <pc:chgData name="MINHO PARK" userId="ec1a24b1eb5f6df6" providerId="LiveId" clId="{ECBF770D-5131-4829-B3F9-B9D90A4F2CF8}" dt="2025-08-26T04:44:01.370" v="1491" actId="478"/>
        <pc:sldMkLst>
          <pc:docMk/>
          <pc:sldMk cId="1852982404" sldId="349"/>
        </pc:sldMkLst>
        <pc:spChg chg="mod">
          <ac:chgData name="MINHO PARK" userId="ec1a24b1eb5f6df6" providerId="LiveId" clId="{ECBF770D-5131-4829-B3F9-B9D90A4F2CF8}" dt="2025-08-26T04:32:42.339" v="1337"/>
          <ac:spMkLst>
            <pc:docMk/>
            <pc:sldMk cId="1852982404" sldId="349"/>
            <ac:spMk id="2" creationId="{66FB81D1-F031-4FE9-9581-60AA36BD1AB7}"/>
          </ac:spMkLst>
        </pc:spChg>
        <pc:spChg chg="add mod">
          <ac:chgData name="MINHO PARK" userId="ec1a24b1eb5f6df6" providerId="LiveId" clId="{ECBF770D-5131-4829-B3F9-B9D90A4F2CF8}" dt="2025-08-26T04:43:54.357" v="1482" actId="1036"/>
          <ac:spMkLst>
            <pc:docMk/>
            <pc:sldMk cId="1852982404" sldId="349"/>
            <ac:spMk id="34" creationId="{C37D8730-4FEB-723F-D32E-3665FFB3A68F}"/>
          </ac:spMkLst>
        </pc:spChg>
        <pc:spChg chg="add mod">
          <ac:chgData name="MINHO PARK" userId="ec1a24b1eb5f6df6" providerId="LiveId" clId="{ECBF770D-5131-4829-B3F9-B9D90A4F2CF8}" dt="2025-08-26T04:43:52.193" v="1476" actId="1035"/>
          <ac:spMkLst>
            <pc:docMk/>
            <pc:sldMk cId="1852982404" sldId="349"/>
            <ac:spMk id="35" creationId="{3F94F1E1-E1A9-1CA5-4DE5-086447BD45BE}"/>
          </ac:spMkLst>
        </pc:spChg>
        <pc:spChg chg="add mod">
          <ac:chgData name="MINHO PARK" userId="ec1a24b1eb5f6df6" providerId="LiveId" clId="{ECBF770D-5131-4829-B3F9-B9D90A4F2CF8}" dt="2025-08-26T04:43:55.992" v="1486" actId="1076"/>
          <ac:spMkLst>
            <pc:docMk/>
            <pc:sldMk cId="1852982404" sldId="349"/>
            <ac:spMk id="36" creationId="{604B5A0F-9329-9B9C-A05D-E43D93AEBA33}"/>
          </ac:spMkLst>
        </pc:spChg>
        <pc:picChg chg="add mod">
          <ac:chgData name="MINHO PARK" userId="ec1a24b1eb5f6df6" providerId="LiveId" clId="{ECBF770D-5131-4829-B3F9-B9D90A4F2CF8}" dt="2025-08-26T04:37:08.843" v="1372" actId="1076"/>
          <ac:picMkLst>
            <pc:docMk/>
            <pc:sldMk cId="1852982404" sldId="349"/>
            <ac:picMk id="18" creationId="{1422AC47-6523-746D-E345-507E0CED4DDE}"/>
          </ac:picMkLst>
        </pc:picChg>
        <pc:picChg chg="add mod">
          <ac:chgData name="MINHO PARK" userId="ec1a24b1eb5f6df6" providerId="LiveId" clId="{ECBF770D-5131-4829-B3F9-B9D90A4F2CF8}" dt="2025-08-26T04:38:36.815" v="1384" actId="1076"/>
          <ac:picMkLst>
            <pc:docMk/>
            <pc:sldMk cId="1852982404" sldId="349"/>
            <ac:picMk id="33" creationId="{2684905C-1A8E-ED4B-4657-137C6066183D}"/>
          </ac:picMkLst>
        </pc:picChg>
        <pc:cxnChg chg="add mod">
          <ac:chgData name="MINHO PARK" userId="ec1a24b1eb5f6df6" providerId="LiveId" clId="{ECBF770D-5131-4829-B3F9-B9D90A4F2CF8}" dt="2025-08-26T04:37:08.843" v="1372" actId="1076"/>
          <ac:cxnSpMkLst>
            <pc:docMk/>
            <pc:sldMk cId="1852982404" sldId="349"/>
            <ac:cxnSpMk id="19" creationId="{5E86CC7B-412F-6076-9AA4-296EE0E4A02F}"/>
          </ac:cxnSpMkLst>
        </pc:cxnChg>
        <pc:cxnChg chg="add mod">
          <ac:chgData name="MINHO PARK" userId="ec1a24b1eb5f6df6" providerId="LiveId" clId="{ECBF770D-5131-4829-B3F9-B9D90A4F2CF8}" dt="2025-08-26T04:37:08.843" v="1372" actId="1076"/>
          <ac:cxnSpMkLst>
            <pc:docMk/>
            <pc:sldMk cId="1852982404" sldId="349"/>
            <ac:cxnSpMk id="22" creationId="{D9B2D039-3879-89F6-E663-54D122613DB3}"/>
          </ac:cxnSpMkLst>
        </pc:cxnChg>
        <pc:cxnChg chg="add mod">
          <ac:chgData name="MINHO PARK" userId="ec1a24b1eb5f6df6" providerId="LiveId" clId="{ECBF770D-5131-4829-B3F9-B9D90A4F2CF8}" dt="2025-08-26T04:37:08.843" v="1372" actId="1076"/>
          <ac:cxnSpMkLst>
            <pc:docMk/>
            <pc:sldMk cId="1852982404" sldId="349"/>
            <ac:cxnSpMk id="23" creationId="{89D66CE9-5A52-F7B1-2694-73D6E32E660D}"/>
          </ac:cxnSpMkLst>
        </pc:cxnChg>
        <pc:cxnChg chg="add mod">
          <ac:chgData name="MINHO PARK" userId="ec1a24b1eb5f6df6" providerId="LiveId" clId="{ECBF770D-5131-4829-B3F9-B9D90A4F2CF8}" dt="2025-08-26T04:37:08.843" v="1372" actId="1076"/>
          <ac:cxnSpMkLst>
            <pc:docMk/>
            <pc:sldMk cId="1852982404" sldId="349"/>
            <ac:cxnSpMk id="25" creationId="{A90F5420-5B48-329E-4378-56D25EE2B46B}"/>
          </ac:cxnSpMkLst>
        </pc:cxnChg>
      </pc:sldChg>
      <pc:sldChg chg="addSp delSp modSp add mod">
        <pc:chgData name="MINHO PARK" userId="ec1a24b1eb5f6df6" providerId="LiveId" clId="{ECBF770D-5131-4829-B3F9-B9D90A4F2CF8}" dt="2025-08-26T04:50:39.884" v="1596" actId="1035"/>
        <pc:sldMkLst>
          <pc:docMk/>
          <pc:sldMk cId="328957847" sldId="350"/>
        </pc:sldMkLst>
        <pc:spChg chg="mod">
          <ac:chgData name="MINHO PARK" userId="ec1a24b1eb5f6df6" providerId="LiveId" clId="{ECBF770D-5131-4829-B3F9-B9D90A4F2CF8}" dt="2025-08-26T04:32:39.067" v="1336"/>
          <ac:spMkLst>
            <pc:docMk/>
            <pc:sldMk cId="328957847" sldId="350"/>
            <ac:spMk id="2" creationId="{D495F3C7-DA48-7C18-3B0A-2E5BC4962908}"/>
          </ac:spMkLst>
        </pc:spChg>
        <pc:spChg chg="add mod">
          <ac:chgData name="MINHO PARK" userId="ec1a24b1eb5f6df6" providerId="LiveId" clId="{ECBF770D-5131-4829-B3F9-B9D90A4F2CF8}" dt="2025-08-26T04:46:05.930" v="1509" actId="1037"/>
          <ac:spMkLst>
            <pc:docMk/>
            <pc:sldMk cId="328957847" sldId="350"/>
            <ac:spMk id="6" creationId="{F39D9E4D-02F2-B273-4440-1506DF05B157}"/>
          </ac:spMkLst>
        </pc:spChg>
        <pc:spChg chg="add mod">
          <ac:chgData name="MINHO PARK" userId="ec1a24b1eb5f6df6" providerId="LiveId" clId="{ECBF770D-5131-4829-B3F9-B9D90A4F2CF8}" dt="2025-08-26T04:47:28.771" v="1537" actId="1076"/>
          <ac:spMkLst>
            <pc:docMk/>
            <pc:sldMk cId="328957847" sldId="350"/>
            <ac:spMk id="7" creationId="{3942594E-A89F-9F9E-DE1C-0EDCFC4BAF61}"/>
          </ac:spMkLst>
        </pc:spChg>
        <pc:spChg chg="add mod">
          <ac:chgData name="MINHO PARK" userId="ec1a24b1eb5f6df6" providerId="LiveId" clId="{ECBF770D-5131-4829-B3F9-B9D90A4F2CF8}" dt="2025-08-26T04:47:34.231" v="1538" actId="1076"/>
          <ac:spMkLst>
            <pc:docMk/>
            <pc:sldMk cId="328957847" sldId="350"/>
            <ac:spMk id="8" creationId="{B0B15B40-D412-F94E-DE37-FF220D1517B7}"/>
          </ac:spMkLst>
        </pc:spChg>
        <pc:spChg chg="add mod">
          <ac:chgData name="MINHO PARK" userId="ec1a24b1eb5f6df6" providerId="LiveId" clId="{ECBF770D-5131-4829-B3F9-B9D90A4F2CF8}" dt="2025-08-26T04:48:02.529" v="1549" actId="1076"/>
          <ac:spMkLst>
            <pc:docMk/>
            <pc:sldMk cId="328957847" sldId="350"/>
            <ac:spMk id="9" creationId="{C075CA66-2A0C-0FBE-CD42-82EE10CCF663}"/>
          </ac:spMkLst>
        </pc:spChg>
        <pc:spChg chg="add mod">
          <ac:chgData name="MINHO PARK" userId="ec1a24b1eb5f6df6" providerId="LiveId" clId="{ECBF770D-5131-4829-B3F9-B9D90A4F2CF8}" dt="2025-08-26T04:48:32.802" v="1562" actId="1037"/>
          <ac:spMkLst>
            <pc:docMk/>
            <pc:sldMk cId="328957847" sldId="350"/>
            <ac:spMk id="10" creationId="{ED56562D-7B08-1FBC-254D-A24994C0938B}"/>
          </ac:spMkLst>
        </pc:spChg>
        <pc:spChg chg="add mod">
          <ac:chgData name="MINHO PARK" userId="ec1a24b1eb5f6df6" providerId="LiveId" clId="{ECBF770D-5131-4829-B3F9-B9D90A4F2CF8}" dt="2025-08-26T04:49:09.731" v="1570" actId="1035"/>
          <ac:spMkLst>
            <pc:docMk/>
            <pc:sldMk cId="328957847" sldId="350"/>
            <ac:spMk id="11" creationId="{68A4FB5E-3AF0-BC8F-B985-7F1902B6D8A2}"/>
          </ac:spMkLst>
        </pc:spChg>
        <pc:spChg chg="add mod">
          <ac:chgData name="MINHO PARK" userId="ec1a24b1eb5f6df6" providerId="LiveId" clId="{ECBF770D-5131-4829-B3F9-B9D90A4F2CF8}" dt="2025-08-26T04:49:06.458" v="1569" actId="1038"/>
          <ac:spMkLst>
            <pc:docMk/>
            <pc:sldMk cId="328957847" sldId="350"/>
            <ac:spMk id="12" creationId="{7C5EC2AC-5CDC-1315-BA8C-B7CB35F38113}"/>
          </ac:spMkLst>
        </pc:spChg>
        <pc:spChg chg="add mod">
          <ac:chgData name="MINHO PARK" userId="ec1a24b1eb5f6df6" providerId="LiveId" clId="{ECBF770D-5131-4829-B3F9-B9D90A4F2CF8}" dt="2025-08-26T04:49:57.395" v="1583" actId="1037"/>
          <ac:spMkLst>
            <pc:docMk/>
            <pc:sldMk cId="328957847" sldId="350"/>
            <ac:spMk id="13" creationId="{E9FE25C4-29DF-5D2F-DE2E-881BCAC9BA8A}"/>
          </ac:spMkLst>
        </pc:spChg>
        <pc:spChg chg="add mod">
          <ac:chgData name="MINHO PARK" userId="ec1a24b1eb5f6df6" providerId="LiveId" clId="{ECBF770D-5131-4829-B3F9-B9D90A4F2CF8}" dt="2025-08-26T04:50:39.884" v="1596" actId="1035"/>
          <ac:spMkLst>
            <pc:docMk/>
            <pc:sldMk cId="328957847" sldId="350"/>
            <ac:spMk id="14" creationId="{017F83A2-6442-D466-EFB8-54205241FC3B}"/>
          </ac:spMkLst>
        </pc:spChg>
        <pc:picChg chg="add mod">
          <ac:chgData name="MINHO PARK" userId="ec1a24b1eb5f6df6" providerId="LiveId" clId="{ECBF770D-5131-4829-B3F9-B9D90A4F2CF8}" dt="2025-08-26T04:45:30.353" v="1498" actId="1076"/>
          <ac:picMkLst>
            <pc:docMk/>
            <pc:sldMk cId="328957847" sldId="350"/>
            <ac:picMk id="4" creationId="{D4B338B8-7087-A865-577A-01C82B7F35B3}"/>
          </ac:picMkLst>
        </pc:picChg>
        <pc:picChg chg="add mod">
          <ac:chgData name="MINHO PARK" userId="ec1a24b1eb5f6df6" providerId="LiveId" clId="{ECBF770D-5131-4829-B3F9-B9D90A4F2CF8}" dt="2025-08-26T04:45:48.570" v="1505" actId="1076"/>
          <ac:picMkLst>
            <pc:docMk/>
            <pc:sldMk cId="328957847" sldId="350"/>
            <ac:picMk id="5" creationId="{B13F8035-BCC5-8B4B-6B21-35E42C6DABDC}"/>
          </ac:picMkLst>
        </pc:picChg>
      </pc:sldChg>
      <pc:sldChg chg="addSp modSp add mod">
        <pc:chgData name="MINHO PARK" userId="ec1a24b1eb5f6df6" providerId="LiveId" clId="{ECBF770D-5131-4829-B3F9-B9D90A4F2CF8}" dt="2025-08-26T04:55:49.010" v="1680" actId="1035"/>
        <pc:sldMkLst>
          <pc:docMk/>
          <pc:sldMk cId="3379720639" sldId="351"/>
        </pc:sldMkLst>
        <pc:spChg chg="mod">
          <ac:chgData name="MINHO PARK" userId="ec1a24b1eb5f6df6" providerId="LiveId" clId="{ECBF770D-5131-4829-B3F9-B9D90A4F2CF8}" dt="2025-08-26T04:32:33.499" v="1335" actId="20577"/>
          <ac:spMkLst>
            <pc:docMk/>
            <pc:sldMk cId="3379720639" sldId="351"/>
            <ac:spMk id="2" creationId="{81C6781B-2D6B-540C-B605-FBF62DCAE308}"/>
          </ac:spMkLst>
        </pc:spChg>
        <pc:spChg chg="add mod">
          <ac:chgData name="MINHO PARK" userId="ec1a24b1eb5f6df6" providerId="LiveId" clId="{ECBF770D-5131-4829-B3F9-B9D90A4F2CF8}" dt="2025-08-26T04:53:27.474" v="1627" actId="1037"/>
          <ac:spMkLst>
            <pc:docMk/>
            <pc:sldMk cId="3379720639" sldId="351"/>
            <ac:spMk id="6" creationId="{37D8B87A-2BDD-757D-2E1F-51C7A787B41F}"/>
          </ac:spMkLst>
        </pc:spChg>
        <pc:spChg chg="add mod">
          <ac:chgData name="MINHO PARK" userId="ec1a24b1eb5f6df6" providerId="LiveId" clId="{ECBF770D-5131-4829-B3F9-B9D90A4F2CF8}" dt="2025-08-26T04:53:35.314" v="1635" actId="1037"/>
          <ac:spMkLst>
            <pc:docMk/>
            <pc:sldMk cId="3379720639" sldId="351"/>
            <ac:spMk id="7" creationId="{5905098E-1834-FB5B-413B-2B34F1283E48}"/>
          </ac:spMkLst>
        </pc:spChg>
        <pc:spChg chg="add mod">
          <ac:chgData name="MINHO PARK" userId="ec1a24b1eb5f6df6" providerId="LiveId" clId="{ECBF770D-5131-4829-B3F9-B9D90A4F2CF8}" dt="2025-08-26T04:55:14.089" v="1659" actId="1035"/>
          <ac:spMkLst>
            <pc:docMk/>
            <pc:sldMk cId="3379720639" sldId="351"/>
            <ac:spMk id="8" creationId="{B1D21FC0-9229-FDFD-D4C1-1B530625B945}"/>
          </ac:spMkLst>
        </pc:spChg>
        <pc:spChg chg="add mod">
          <ac:chgData name="MINHO PARK" userId="ec1a24b1eb5f6df6" providerId="LiveId" clId="{ECBF770D-5131-4829-B3F9-B9D90A4F2CF8}" dt="2025-08-26T04:55:49.010" v="1680" actId="1035"/>
          <ac:spMkLst>
            <pc:docMk/>
            <pc:sldMk cId="3379720639" sldId="351"/>
            <ac:spMk id="9" creationId="{1546113F-8ECD-A559-A04B-B715AEFC3ABF}"/>
          </ac:spMkLst>
        </pc:spChg>
        <pc:picChg chg="add mod">
          <ac:chgData name="MINHO PARK" userId="ec1a24b1eb5f6df6" providerId="LiveId" clId="{ECBF770D-5131-4829-B3F9-B9D90A4F2CF8}" dt="2025-08-26T04:52:03.431" v="1610" actId="1076"/>
          <ac:picMkLst>
            <pc:docMk/>
            <pc:sldMk cId="3379720639" sldId="351"/>
            <ac:picMk id="4" creationId="{B79585D1-2DBE-7E3C-2B3B-4EA37F5727A3}"/>
          </ac:picMkLst>
        </pc:picChg>
        <pc:picChg chg="add mod">
          <ac:chgData name="MINHO PARK" userId="ec1a24b1eb5f6df6" providerId="LiveId" clId="{ECBF770D-5131-4829-B3F9-B9D90A4F2CF8}" dt="2025-08-26T04:52:11.073" v="1611" actId="14100"/>
          <ac:picMkLst>
            <pc:docMk/>
            <pc:sldMk cId="3379720639" sldId="351"/>
            <ac:picMk id="5" creationId="{43E70FC9-5E0E-AE45-B0FE-300C0BB12CC9}"/>
          </ac:picMkLst>
        </pc:picChg>
      </pc:sldChg>
      <pc:sldChg chg="addSp delSp modSp add mod">
        <pc:chgData name="MINHO PARK" userId="ec1a24b1eb5f6df6" providerId="LiveId" clId="{ECBF770D-5131-4829-B3F9-B9D90A4F2CF8}" dt="2025-08-26T05:09:56.066" v="1793" actId="1036"/>
        <pc:sldMkLst>
          <pc:docMk/>
          <pc:sldMk cId="927186784" sldId="352"/>
        </pc:sldMkLst>
        <pc:spChg chg="add mod">
          <ac:chgData name="MINHO PARK" userId="ec1a24b1eb5f6df6" providerId="LiveId" clId="{ECBF770D-5131-4829-B3F9-B9D90A4F2CF8}" dt="2025-08-26T05:09:42.371" v="1753"/>
          <ac:spMkLst>
            <pc:docMk/>
            <pc:sldMk cId="927186784" sldId="352"/>
            <ac:spMk id="6" creationId="{4BDDB1EB-A5A3-797A-261C-AC7940719318}"/>
          </ac:spMkLst>
        </pc:spChg>
        <pc:picChg chg="add mod">
          <ac:chgData name="MINHO PARK" userId="ec1a24b1eb5f6df6" providerId="LiveId" clId="{ECBF770D-5131-4829-B3F9-B9D90A4F2CF8}" dt="2025-08-26T05:09:50.890" v="1785" actId="1036"/>
          <ac:picMkLst>
            <pc:docMk/>
            <pc:sldMk cId="927186784" sldId="352"/>
            <ac:picMk id="5" creationId="{D77CBD64-25BB-4C81-90FB-AA8E98022071}"/>
          </ac:picMkLst>
        </pc:picChg>
        <pc:picChg chg="add mod">
          <ac:chgData name="MINHO PARK" userId="ec1a24b1eb5f6df6" providerId="LiveId" clId="{ECBF770D-5131-4829-B3F9-B9D90A4F2CF8}" dt="2025-08-26T05:09:56.066" v="1793" actId="1036"/>
          <ac:picMkLst>
            <pc:docMk/>
            <pc:sldMk cId="927186784" sldId="352"/>
            <ac:picMk id="8" creationId="{A3A3E206-BE38-A6C2-1459-DB80CB9D294F}"/>
          </ac:picMkLst>
        </pc:picChg>
      </pc:sldChg>
      <pc:sldChg chg="addSp modSp add mod">
        <pc:chgData name="MINHO PARK" userId="ec1a24b1eb5f6df6" providerId="LiveId" clId="{ECBF770D-5131-4829-B3F9-B9D90A4F2CF8}" dt="2025-08-26T05:23:05.610" v="1952" actId="1038"/>
        <pc:sldMkLst>
          <pc:docMk/>
          <pc:sldMk cId="2254160901" sldId="353"/>
        </pc:sldMkLst>
        <pc:picChg chg="add mod">
          <ac:chgData name="MINHO PARK" userId="ec1a24b1eb5f6df6" providerId="LiveId" clId="{ECBF770D-5131-4829-B3F9-B9D90A4F2CF8}" dt="2025-08-26T05:13:25.541" v="1795" actId="1076"/>
          <ac:picMkLst>
            <pc:docMk/>
            <pc:sldMk cId="2254160901" sldId="353"/>
            <ac:picMk id="4" creationId="{9FAC35AF-9140-BE60-E7F9-DE7AC5E574AC}"/>
          </ac:picMkLst>
        </pc:picChg>
        <pc:picChg chg="add mod">
          <ac:chgData name="MINHO PARK" userId="ec1a24b1eb5f6df6" providerId="LiveId" clId="{ECBF770D-5131-4829-B3F9-B9D90A4F2CF8}" dt="2025-08-26T05:13:55.635" v="1803" actId="1076"/>
          <ac:picMkLst>
            <pc:docMk/>
            <pc:sldMk cId="2254160901" sldId="353"/>
            <ac:picMk id="6" creationId="{8AB0EC7E-11F7-D06A-AF83-07548425961A}"/>
          </ac:picMkLst>
        </pc:picChg>
        <pc:cxnChg chg="add mod">
          <ac:chgData name="MINHO PARK" userId="ec1a24b1eb5f6df6" providerId="LiveId" clId="{ECBF770D-5131-4829-B3F9-B9D90A4F2CF8}" dt="2025-08-26T05:22:43.563" v="1937" actId="14100"/>
          <ac:cxnSpMkLst>
            <pc:docMk/>
            <pc:sldMk cId="2254160901" sldId="353"/>
            <ac:cxnSpMk id="7" creationId="{843BF259-4868-1A11-CA60-0DC869DF497F}"/>
          </ac:cxnSpMkLst>
        </pc:cxnChg>
        <pc:cxnChg chg="add mod">
          <ac:chgData name="MINHO PARK" userId="ec1a24b1eb5f6df6" providerId="LiveId" clId="{ECBF770D-5131-4829-B3F9-B9D90A4F2CF8}" dt="2025-08-26T05:23:05.610" v="1952" actId="1038"/>
          <ac:cxnSpMkLst>
            <pc:docMk/>
            <pc:sldMk cId="2254160901" sldId="353"/>
            <ac:cxnSpMk id="9" creationId="{D9AFED6E-CB5B-5CE3-3D79-4B7E24C88879}"/>
          </ac:cxnSpMkLst>
        </pc:cxnChg>
      </pc:sldChg>
      <pc:sldChg chg="addSp delSp modSp add mod">
        <pc:chgData name="MINHO PARK" userId="ec1a24b1eb5f6df6" providerId="LiveId" clId="{ECBF770D-5131-4829-B3F9-B9D90A4F2CF8}" dt="2025-08-26T05:38:48.139" v="2287" actId="1076"/>
        <pc:sldMkLst>
          <pc:docMk/>
          <pc:sldMk cId="1379349491" sldId="354"/>
        </pc:sldMkLst>
        <pc:spChg chg="add mod">
          <ac:chgData name="MINHO PARK" userId="ec1a24b1eb5f6df6" providerId="LiveId" clId="{ECBF770D-5131-4829-B3F9-B9D90A4F2CF8}" dt="2025-08-26T05:24:37.282" v="1970" actId="1036"/>
          <ac:spMkLst>
            <pc:docMk/>
            <pc:sldMk cId="1379349491" sldId="354"/>
            <ac:spMk id="9" creationId="{912A67FE-0745-01F1-A06E-566E6EA55C74}"/>
          </ac:spMkLst>
        </pc:spChg>
        <pc:spChg chg="add mod">
          <ac:chgData name="MINHO PARK" userId="ec1a24b1eb5f6df6" providerId="LiveId" clId="{ECBF770D-5131-4829-B3F9-B9D90A4F2CF8}" dt="2025-08-26T05:25:03.673" v="1990" actId="1037"/>
          <ac:spMkLst>
            <pc:docMk/>
            <pc:sldMk cId="1379349491" sldId="354"/>
            <ac:spMk id="10" creationId="{9AEC22C1-5836-05A2-254A-50B51F3B8E35}"/>
          </ac:spMkLst>
        </pc:spChg>
        <pc:spChg chg="add mod">
          <ac:chgData name="MINHO PARK" userId="ec1a24b1eb5f6df6" providerId="LiveId" clId="{ECBF770D-5131-4829-B3F9-B9D90A4F2CF8}" dt="2025-08-26T05:25:44.963" v="1997" actId="1037"/>
          <ac:spMkLst>
            <pc:docMk/>
            <pc:sldMk cId="1379349491" sldId="354"/>
            <ac:spMk id="11" creationId="{FE8D3A2C-B6AD-070A-5670-A5AD9ABCEA4C}"/>
          </ac:spMkLst>
        </pc:spChg>
        <pc:spChg chg="add mod">
          <ac:chgData name="MINHO PARK" userId="ec1a24b1eb5f6df6" providerId="LiveId" clId="{ECBF770D-5131-4829-B3F9-B9D90A4F2CF8}" dt="2025-08-26T05:26:11.722" v="2014" actId="1035"/>
          <ac:spMkLst>
            <pc:docMk/>
            <pc:sldMk cId="1379349491" sldId="354"/>
            <ac:spMk id="12" creationId="{3167AFD1-01C8-DCBD-7FCB-2EFF938F95A7}"/>
          </ac:spMkLst>
        </pc:spChg>
        <pc:spChg chg="add mod">
          <ac:chgData name="MINHO PARK" userId="ec1a24b1eb5f6df6" providerId="LiveId" clId="{ECBF770D-5131-4829-B3F9-B9D90A4F2CF8}" dt="2025-08-26T05:27:04.368" v="2025" actId="1038"/>
          <ac:spMkLst>
            <pc:docMk/>
            <pc:sldMk cId="1379349491" sldId="354"/>
            <ac:spMk id="13" creationId="{1A95EBE8-A0D3-DE25-3E93-6601C8E04CA9}"/>
          </ac:spMkLst>
        </pc:spChg>
        <pc:spChg chg="add mod">
          <ac:chgData name="MINHO PARK" userId="ec1a24b1eb5f6df6" providerId="LiveId" clId="{ECBF770D-5131-4829-B3F9-B9D90A4F2CF8}" dt="2025-08-26T05:27:33.740" v="2038" actId="1037"/>
          <ac:spMkLst>
            <pc:docMk/>
            <pc:sldMk cId="1379349491" sldId="354"/>
            <ac:spMk id="14" creationId="{F694290C-AC2E-B4AD-6947-DF52ABA95556}"/>
          </ac:spMkLst>
        </pc:spChg>
        <pc:spChg chg="add mod">
          <ac:chgData name="MINHO PARK" userId="ec1a24b1eb5f6df6" providerId="LiveId" clId="{ECBF770D-5131-4829-B3F9-B9D90A4F2CF8}" dt="2025-08-26T05:32:01.595" v="2140" actId="1036"/>
          <ac:spMkLst>
            <pc:docMk/>
            <pc:sldMk cId="1379349491" sldId="354"/>
            <ac:spMk id="15" creationId="{FE40A170-E8C3-3DED-2F07-8C70AD218FFA}"/>
          </ac:spMkLst>
        </pc:spChg>
        <pc:spChg chg="add mod">
          <ac:chgData name="MINHO PARK" userId="ec1a24b1eb5f6df6" providerId="LiveId" clId="{ECBF770D-5131-4829-B3F9-B9D90A4F2CF8}" dt="2025-08-26T05:28:50.738" v="2071" actId="1035"/>
          <ac:spMkLst>
            <pc:docMk/>
            <pc:sldMk cId="1379349491" sldId="354"/>
            <ac:spMk id="16" creationId="{49134B1C-61D4-EC2C-F951-D2A1A2551030}"/>
          </ac:spMkLst>
        </pc:spChg>
        <pc:spChg chg="add mod">
          <ac:chgData name="MINHO PARK" userId="ec1a24b1eb5f6df6" providerId="LiveId" clId="{ECBF770D-5131-4829-B3F9-B9D90A4F2CF8}" dt="2025-08-26T05:37:16.507" v="2243" actId="1035"/>
          <ac:spMkLst>
            <pc:docMk/>
            <pc:sldMk cId="1379349491" sldId="354"/>
            <ac:spMk id="17" creationId="{27D606D2-4668-8392-1CFC-4F33D6EAAB54}"/>
          </ac:spMkLst>
        </pc:spChg>
        <pc:spChg chg="add mod">
          <ac:chgData name="MINHO PARK" userId="ec1a24b1eb5f6df6" providerId="LiveId" clId="{ECBF770D-5131-4829-B3F9-B9D90A4F2CF8}" dt="2025-08-26T05:37:19.451" v="2250" actId="1037"/>
          <ac:spMkLst>
            <pc:docMk/>
            <pc:sldMk cId="1379349491" sldId="354"/>
            <ac:spMk id="18" creationId="{63DEF969-3D25-CEBB-8189-AFEB511E5417}"/>
          </ac:spMkLst>
        </pc:spChg>
        <pc:spChg chg="add mod">
          <ac:chgData name="MINHO PARK" userId="ec1a24b1eb5f6df6" providerId="LiveId" clId="{ECBF770D-5131-4829-B3F9-B9D90A4F2CF8}" dt="2025-08-26T05:31:06.217" v="2113" actId="1037"/>
          <ac:spMkLst>
            <pc:docMk/>
            <pc:sldMk cId="1379349491" sldId="354"/>
            <ac:spMk id="19" creationId="{0B750941-77BD-FD27-EDCD-279575432B63}"/>
          </ac:spMkLst>
        </pc:spChg>
        <pc:spChg chg="add mod">
          <ac:chgData name="MINHO PARK" userId="ec1a24b1eb5f6df6" providerId="LiveId" clId="{ECBF770D-5131-4829-B3F9-B9D90A4F2CF8}" dt="2025-08-26T05:31:38.032" v="2127" actId="1038"/>
          <ac:spMkLst>
            <pc:docMk/>
            <pc:sldMk cId="1379349491" sldId="354"/>
            <ac:spMk id="20" creationId="{8BEFD546-1D0C-B253-FEA9-812733B2F9BE}"/>
          </ac:spMkLst>
        </pc:spChg>
        <pc:spChg chg="add mod">
          <ac:chgData name="MINHO PARK" userId="ec1a24b1eb5f6df6" providerId="LiveId" clId="{ECBF770D-5131-4829-B3F9-B9D90A4F2CF8}" dt="2025-08-26T05:32:05.874" v="2141" actId="1038"/>
          <ac:spMkLst>
            <pc:docMk/>
            <pc:sldMk cId="1379349491" sldId="354"/>
            <ac:spMk id="21" creationId="{8A4550F2-40BE-1B47-D693-6124D70BB0E0}"/>
          </ac:spMkLst>
        </pc:spChg>
        <pc:spChg chg="add mod">
          <ac:chgData name="MINHO PARK" userId="ec1a24b1eb5f6df6" providerId="LiveId" clId="{ECBF770D-5131-4829-B3F9-B9D90A4F2CF8}" dt="2025-08-26T05:32:51.729" v="2160" actId="1038"/>
          <ac:spMkLst>
            <pc:docMk/>
            <pc:sldMk cId="1379349491" sldId="354"/>
            <ac:spMk id="22" creationId="{0C9CC605-8EDB-3363-D85B-BAEDE8B2C515}"/>
          </ac:spMkLst>
        </pc:spChg>
        <pc:spChg chg="add mod">
          <ac:chgData name="MINHO PARK" userId="ec1a24b1eb5f6df6" providerId="LiveId" clId="{ECBF770D-5131-4829-B3F9-B9D90A4F2CF8}" dt="2025-08-26T05:33:14.610" v="2170" actId="1038"/>
          <ac:spMkLst>
            <pc:docMk/>
            <pc:sldMk cId="1379349491" sldId="354"/>
            <ac:spMk id="23" creationId="{8CF1D30D-0D1E-5F8C-35B6-04EE42080E1D}"/>
          </ac:spMkLst>
        </pc:spChg>
        <pc:spChg chg="add mod">
          <ac:chgData name="MINHO PARK" userId="ec1a24b1eb5f6df6" providerId="LiveId" clId="{ECBF770D-5131-4829-B3F9-B9D90A4F2CF8}" dt="2025-08-26T05:34:22.115" v="2180" actId="1036"/>
          <ac:spMkLst>
            <pc:docMk/>
            <pc:sldMk cId="1379349491" sldId="354"/>
            <ac:spMk id="24" creationId="{E8120532-DA64-380D-78A3-440CAB666C79}"/>
          </ac:spMkLst>
        </pc:spChg>
        <pc:spChg chg="add mod">
          <ac:chgData name="MINHO PARK" userId="ec1a24b1eb5f6df6" providerId="LiveId" clId="{ECBF770D-5131-4829-B3F9-B9D90A4F2CF8}" dt="2025-08-26T05:34:38.050" v="2189" actId="1038"/>
          <ac:spMkLst>
            <pc:docMk/>
            <pc:sldMk cId="1379349491" sldId="354"/>
            <ac:spMk id="25" creationId="{07A1D329-5921-9014-1B2D-2AAB6B6DE12D}"/>
          </ac:spMkLst>
        </pc:spChg>
        <pc:spChg chg="add mod">
          <ac:chgData name="MINHO PARK" userId="ec1a24b1eb5f6df6" providerId="LiveId" clId="{ECBF770D-5131-4829-B3F9-B9D90A4F2CF8}" dt="2025-08-26T05:35:25.762" v="2203" actId="1035"/>
          <ac:spMkLst>
            <pc:docMk/>
            <pc:sldMk cId="1379349491" sldId="354"/>
            <ac:spMk id="26" creationId="{8F17FA60-168C-5B27-4EA5-971145848049}"/>
          </ac:spMkLst>
        </pc:spChg>
        <pc:spChg chg="add mod">
          <ac:chgData name="MINHO PARK" userId="ec1a24b1eb5f6df6" providerId="LiveId" clId="{ECBF770D-5131-4829-B3F9-B9D90A4F2CF8}" dt="2025-08-26T05:36:21.313" v="2227" actId="1038"/>
          <ac:spMkLst>
            <pc:docMk/>
            <pc:sldMk cId="1379349491" sldId="354"/>
            <ac:spMk id="27" creationId="{7F20CD77-1C6A-E1D2-0D01-ACA84EF075D0}"/>
          </ac:spMkLst>
        </pc:spChg>
        <pc:spChg chg="add mod">
          <ac:chgData name="MINHO PARK" userId="ec1a24b1eb5f6df6" providerId="LiveId" clId="{ECBF770D-5131-4829-B3F9-B9D90A4F2CF8}" dt="2025-08-26T05:36:18.203" v="2220" actId="1038"/>
          <ac:spMkLst>
            <pc:docMk/>
            <pc:sldMk cId="1379349491" sldId="354"/>
            <ac:spMk id="28" creationId="{D0353F7C-CA3A-0B92-CE14-E3E9033BCC97}"/>
          </ac:spMkLst>
        </pc:spChg>
        <pc:spChg chg="add mod">
          <ac:chgData name="MINHO PARK" userId="ec1a24b1eb5f6df6" providerId="LiveId" clId="{ECBF770D-5131-4829-B3F9-B9D90A4F2CF8}" dt="2025-08-26T05:37:09.051" v="2236" actId="1038"/>
          <ac:spMkLst>
            <pc:docMk/>
            <pc:sldMk cId="1379349491" sldId="354"/>
            <ac:spMk id="29" creationId="{E31C9857-3B42-F714-053F-7FFB425B7ACA}"/>
          </ac:spMkLst>
        </pc:spChg>
        <pc:spChg chg="add mod">
          <ac:chgData name="MINHO PARK" userId="ec1a24b1eb5f6df6" providerId="LiveId" clId="{ECBF770D-5131-4829-B3F9-B9D90A4F2CF8}" dt="2025-08-26T05:38:03.490" v="2277" actId="1035"/>
          <ac:spMkLst>
            <pc:docMk/>
            <pc:sldMk cId="1379349491" sldId="354"/>
            <ac:spMk id="30" creationId="{957133FC-282B-86CD-782A-F3E9591A0A10}"/>
          </ac:spMkLst>
        </pc:spChg>
        <pc:spChg chg="add mod">
          <ac:chgData name="MINHO PARK" userId="ec1a24b1eb5f6df6" providerId="LiveId" clId="{ECBF770D-5131-4829-B3F9-B9D90A4F2CF8}" dt="2025-08-26T05:38:27.971" v="2285" actId="1036"/>
          <ac:spMkLst>
            <pc:docMk/>
            <pc:sldMk cId="1379349491" sldId="354"/>
            <ac:spMk id="31" creationId="{BDDE553A-487D-6752-84C4-E25602637409}"/>
          </ac:spMkLst>
        </pc:spChg>
        <pc:spChg chg="add mod">
          <ac:chgData name="MINHO PARK" userId="ec1a24b1eb5f6df6" providerId="LiveId" clId="{ECBF770D-5131-4829-B3F9-B9D90A4F2CF8}" dt="2025-08-26T05:38:48.139" v="2287" actId="1076"/>
          <ac:spMkLst>
            <pc:docMk/>
            <pc:sldMk cId="1379349491" sldId="354"/>
            <ac:spMk id="32" creationId="{76F42B0A-B821-42C5-C1D7-BA9E7FE23613}"/>
          </ac:spMkLst>
        </pc:spChg>
        <pc:picChg chg="add mod">
          <ac:chgData name="MINHO PARK" userId="ec1a24b1eb5f6df6" providerId="LiveId" clId="{ECBF770D-5131-4829-B3F9-B9D90A4F2CF8}" dt="2025-08-26T05:24:03.473" v="1958" actId="1076"/>
          <ac:picMkLst>
            <pc:docMk/>
            <pc:sldMk cId="1379349491" sldId="354"/>
            <ac:picMk id="4" creationId="{518108FA-30DC-CFD7-A420-65197C40A2A2}"/>
          </ac:picMkLst>
        </pc:picChg>
      </pc:sldChg>
      <pc:sldChg chg="addSp modSp add mod">
        <pc:chgData name="MINHO PARK" userId="ec1a24b1eb5f6df6" providerId="LiveId" clId="{ECBF770D-5131-4829-B3F9-B9D90A4F2CF8}" dt="2025-08-26T05:03:48.430" v="1736" actId="1076"/>
        <pc:sldMkLst>
          <pc:docMk/>
          <pc:sldMk cId="3844117385" sldId="355"/>
        </pc:sldMkLst>
        <pc:spChg chg="mod">
          <ac:chgData name="MINHO PARK" userId="ec1a24b1eb5f6df6" providerId="LiveId" clId="{ECBF770D-5131-4829-B3F9-B9D90A4F2CF8}" dt="2025-08-26T04:57:23.667" v="1689" actId="20577"/>
          <ac:spMkLst>
            <pc:docMk/>
            <pc:sldMk cId="3844117385" sldId="355"/>
            <ac:spMk id="2" creationId="{4B68F95E-B505-9284-8ED0-AFE271387145}"/>
          </ac:spMkLst>
        </pc:spChg>
        <pc:spChg chg="add mod">
          <ac:chgData name="MINHO PARK" userId="ec1a24b1eb5f6df6" providerId="LiveId" clId="{ECBF770D-5131-4829-B3F9-B9D90A4F2CF8}" dt="2025-08-26T05:01:57.958" v="1721" actId="20577"/>
          <ac:spMkLst>
            <pc:docMk/>
            <pc:sldMk cId="3844117385" sldId="355"/>
            <ac:spMk id="3" creationId="{87597E16-32DB-7DCB-AF33-B536F45D4C4B}"/>
          </ac:spMkLst>
        </pc:spChg>
        <pc:picChg chg="add mod">
          <ac:chgData name="MINHO PARK" userId="ec1a24b1eb5f6df6" providerId="LiveId" clId="{ECBF770D-5131-4829-B3F9-B9D90A4F2CF8}" dt="2025-08-26T05:02:45.233" v="1723" actId="1076"/>
          <ac:picMkLst>
            <pc:docMk/>
            <pc:sldMk cId="3844117385" sldId="355"/>
            <ac:picMk id="5" creationId="{0D60B322-2C6E-B573-9FFD-8E9EC630E71C}"/>
          </ac:picMkLst>
        </pc:picChg>
        <pc:picChg chg="add mod">
          <ac:chgData name="MINHO PARK" userId="ec1a24b1eb5f6df6" providerId="LiveId" clId="{ECBF770D-5131-4829-B3F9-B9D90A4F2CF8}" dt="2025-08-26T05:03:21.231" v="1728" actId="1076"/>
          <ac:picMkLst>
            <pc:docMk/>
            <pc:sldMk cId="3844117385" sldId="355"/>
            <ac:picMk id="7" creationId="{E3480B52-8B53-F39E-62E7-425203AE928C}"/>
          </ac:picMkLst>
        </pc:picChg>
        <pc:picChg chg="add mod">
          <ac:chgData name="MINHO PARK" userId="ec1a24b1eb5f6df6" providerId="LiveId" clId="{ECBF770D-5131-4829-B3F9-B9D90A4F2CF8}" dt="2025-08-26T05:03:48.430" v="1736" actId="1076"/>
          <ac:picMkLst>
            <pc:docMk/>
            <pc:sldMk cId="3844117385" sldId="355"/>
            <ac:picMk id="9" creationId="{A84FC14F-C54F-E432-5E22-6A16FAD09090}"/>
          </ac:picMkLst>
        </pc:picChg>
      </pc:sldChg>
      <pc:sldChg chg="modSp add mod">
        <pc:chgData name="MINHO PARK" userId="ec1a24b1eb5f6df6" providerId="LiveId" clId="{ECBF770D-5131-4829-B3F9-B9D90A4F2CF8}" dt="2025-08-26T05:06:39.957" v="1742" actId="14100"/>
        <pc:sldMkLst>
          <pc:docMk/>
          <pc:sldMk cId="1640068078" sldId="356"/>
        </pc:sldMkLst>
        <pc:spChg chg="mod">
          <ac:chgData name="MINHO PARK" userId="ec1a24b1eb5f6df6" providerId="LiveId" clId="{ECBF770D-5131-4829-B3F9-B9D90A4F2CF8}" dt="2025-08-26T05:06:39.957" v="1742" actId="14100"/>
          <ac:spMkLst>
            <pc:docMk/>
            <pc:sldMk cId="1640068078" sldId="356"/>
            <ac:spMk id="3" creationId="{E1C2A4FC-A1B5-E255-0C46-B5FCA4288718}"/>
          </ac:spMkLst>
        </pc:spChg>
      </pc:sldChg>
      <pc:sldChg chg="addSp modSp add del">
        <pc:chgData name="MINHO PARK" userId="ec1a24b1eb5f6df6" providerId="LiveId" clId="{ECBF770D-5131-4829-B3F9-B9D90A4F2CF8}" dt="2025-08-26T05:39:08.918" v="2288" actId="47"/>
        <pc:sldMkLst>
          <pc:docMk/>
          <pc:sldMk cId="2145464158" sldId="357"/>
        </pc:sldMkLst>
      </pc:sldChg>
      <pc:sldChg chg="addSp delSp modSp add mod delAnim modNotesTx">
        <pc:chgData name="MINHO PARK" userId="ec1a24b1eb5f6df6" providerId="LiveId" clId="{ECBF770D-5131-4829-B3F9-B9D90A4F2CF8}" dt="2025-08-26T05:55:40.039" v="2367" actId="20577"/>
        <pc:sldMkLst>
          <pc:docMk/>
          <pc:sldMk cId="3722006939" sldId="357"/>
        </pc:sldMkLst>
        <pc:spChg chg="mod">
          <ac:chgData name="MINHO PARK" userId="ec1a24b1eb5f6df6" providerId="LiveId" clId="{ECBF770D-5131-4829-B3F9-B9D90A4F2CF8}" dt="2025-08-26T05:45:33.061" v="2297" actId="20577"/>
          <ac:spMkLst>
            <pc:docMk/>
            <pc:sldMk cId="3722006939" sldId="357"/>
            <ac:spMk id="2" creationId="{C7A44561-3CDC-20F0-1422-C83DD9A65AF0}"/>
          </ac:spMkLst>
        </pc:spChg>
        <pc:picChg chg="add mod">
          <ac:chgData name="MINHO PARK" userId="ec1a24b1eb5f6df6" providerId="LiveId" clId="{ECBF770D-5131-4829-B3F9-B9D90A4F2CF8}" dt="2025-08-26T05:47:39.464" v="2319" actId="1076"/>
          <ac:picMkLst>
            <pc:docMk/>
            <pc:sldMk cId="3722006939" sldId="357"/>
            <ac:picMk id="5" creationId="{76E8A166-0D06-58BD-6CFD-3C4351124E4E}"/>
          </ac:picMkLst>
        </pc:picChg>
      </pc:sldChg>
      <pc:sldChg chg="addSp delSp modSp add mod modNotesTx">
        <pc:chgData name="MINHO PARK" userId="ec1a24b1eb5f6df6" providerId="LiveId" clId="{ECBF770D-5131-4829-B3F9-B9D90A4F2CF8}" dt="2025-08-26T05:53:02.299" v="2351" actId="20577"/>
        <pc:sldMkLst>
          <pc:docMk/>
          <pc:sldMk cId="1112726194" sldId="358"/>
        </pc:sldMkLst>
        <pc:picChg chg="add mod">
          <ac:chgData name="MINHO PARK" userId="ec1a24b1eb5f6df6" providerId="LiveId" clId="{ECBF770D-5131-4829-B3F9-B9D90A4F2CF8}" dt="2025-08-26T05:47:53.760" v="2323" actId="1076"/>
          <ac:picMkLst>
            <pc:docMk/>
            <pc:sldMk cId="1112726194" sldId="358"/>
            <ac:picMk id="4" creationId="{4513C540-4613-CFA4-0F68-79CFD1408E8B}"/>
          </ac:picMkLst>
        </pc:picChg>
        <pc:picChg chg="add mod">
          <ac:chgData name="MINHO PARK" userId="ec1a24b1eb5f6df6" providerId="LiveId" clId="{ECBF770D-5131-4829-B3F9-B9D90A4F2CF8}" dt="2025-08-26T05:47:53.760" v="2323" actId="1076"/>
          <ac:picMkLst>
            <pc:docMk/>
            <pc:sldMk cId="1112726194" sldId="358"/>
            <ac:picMk id="7" creationId="{58A25431-C30E-86D1-8666-0BBC74C75B7D}"/>
          </ac:picMkLst>
        </pc:picChg>
      </pc:sldChg>
      <pc:sldChg chg="add del">
        <pc:chgData name="MINHO PARK" userId="ec1a24b1eb5f6df6" providerId="LiveId" clId="{ECBF770D-5131-4829-B3F9-B9D90A4F2CF8}" dt="2025-08-26T05:39:10.890" v="2289" actId="47"/>
        <pc:sldMkLst>
          <pc:docMk/>
          <pc:sldMk cId="1360408778" sldId="358"/>
        </pc:sldMkLst>
      </pc:sldChg>
      <pc:sldChg chg="addSp delSp modSp add mod modNotesTx">
        <pc:chgData name="MINHO PARK" userId="ec1a24b1eb5f6df6" providerId="LiveId" clId="{ECBF770D-5131-4829-B3F9-B9D90A4F2CF8}" dt="2025-08-26T05:56:45.760" v="2378" actId="1076"/>
        <pc:sldMkLst>
          <pc:docMk/>
          <pc:sldMk cId="1462378397" sldId="359"/>
        </pc:sldMkLst>
        <pc:picChg chg="add mod">
          <ac:chgData name="MINHO PARK" userId="ec1a24b1eb5f6df6" providerId="LiveId" clId="{ECBF770D-5131-4829-B3F9-B9D90A4F2CF8}" dt="2025-08-26T05:56:45.760" v="2378" actId="1076"/>
          <ac:picMkLst>
            <pc:docMk/>
            <pc:sldMk cId="1462378397" sldId="359"/>
            <ac:picMk id="5" creationId="{9F1C4F1E-A19F-5441-75A1-D5A7037C0472}"/>
          </ac:picMkLst>
        </pc:picChg>
      </pc:sldChg>
      <pc:sldChg chg="addSp delSp modSp add mod">
        <pc:chgData name="MINHO PARK" userId="ec1a24b1eb5f6df6" providerId="LiveId" clId="{ECBF770D-5131-4829-B3F9-B9D90A4F2CF8}" dt="2025-08-26T05:57:29.014" v="2385" actId="1076"/>
        <pc:sldMkLst>
          <pc:docMk/>
          <pc:sldMk cId="2522457695" sldId="360"/>
        </pc:sldMkLst>
        <pc:picChg chg="add mod">
          <ac:chgData name="MINHO PARK" userId="ec1a24b1eb5f6df6" providerId="LiveId" clId="{ECBF770D-5131-4829-B3F9-B9D90A4F2CF8}" dt="2025-08-26T05:57:29.014" v="2385" actId="1076"/>
          <ac:picMkLst>
            <pc:docMk/>
            <pc:sldMk cId="2522457695" sldId="360"/>
            <ac:picMk id="4" creationId="{1487FA32-495D-CF33-D0DA-5262B4D61918}"/>
          </ac:picMkLst>
        </pc:picChg>
      </pc:sldChg>
      <pc:sldChg chg="addSp delSp modSp add mod">
        <pc:chgData name="MINHO PARK" userId="ec1a24b1eb5f6df6" providerId="LiveId" clId="{ECBF770D-5131-4829-B3F9-B9D90A4F2CF8}" dt="2025-08-26T05:58:11.460" v="2392" actId="1076"/>
        <pc:sldMkLst>
          <pc:docMk/>
          <pc:sldMk cId="2412712037" sldId="361"/>
        </pc:sldMkLst>
        <pc:picChg chg="add mod">
          <ac:chgData name="MINHO PARK" userId="ec1a24b1eb5f6df6" providerId="LiveId" clId="{ECBF770D-5131-4829-B3F9-B9D90A4F2CF8}" dt="2025-08-26T05:58:11.460" v="2392" actId="1076"/>
          <ac:picMkLst>
            <pc:docMk/>
            <pc:sldMk cId="2412712037" sldId="361"/>
            <ac:picMk id="5" creationId="{4E0A11CC-D268-057A-AEC5-5FDDC4B3770B}"/>
          </ac:picMkLst>
        </pc:picChg>
      </pc:sldChg>
      <pc:sldChg chg="addSp delSp modSp add mod">
        <pc:chgData name="MINHO PARK" userId="ec1a24b1eb5f6df6" providerId="LiveId" clId="{ECBF770D-5131-4829-B3F9-B9D90A4F2CF8}" dt="2025-08-26T05:58:51.963" v="2399" actId="1076"/>
        <pc:sldMkLst>
          <pc:docMk/>
          <pc:sldMk cId="2518202891" sldId="362"/>
        </pc:sldMkLst>
        <pc:picChg chg="add mod">
          <ac:chgData name="MINHO PARK" userId="ec1a24b1eb5f6df6" providerId="LiveId" clId="{ECBF770D-5131-4829-B3F9-B9D90A4F2CF8}" dt="2025-08-26T05:58:51.963" v="2399" actId="1076"/>
          <ac:picMkLst>
            <pc:docMk/>
            <pc:sldMk cId="2518202891" sldId="362"/>
            <ac:picMk id="4" creationId="{8CDF7CA1-A783-755B-82A6-4B57501EBAB4}"/>
          </ac:picMkLst>
        </pc:picChg>
      </pc:sldChg>
      <pc:sldChg chg="addSp delSp modSp add mod delAnim">
        <pc:chgData name="MINHO PARK" userId="ec1a24b1eb5f6df6" providerId="LiveId" clId="{ECBF770D-5131-4829-B3F9-B9D90A4F2CF8}" dt="2025-08-26T06:03:27.220" v="2433" actId="20577"/>
        <pc:sldMkLst>
          <pc:docMk/>
          <pc:sldMk cId="4069612357" sldId="363"/>
        </pc:sldMkLst>
        <pc:spChg chg="mod">
          <ac:chgData name="MINHO PARK" userId="ec1a24b1eb5f6df6" providerId="LiveId" clId="{ECBF770D-5131-4829-B3F9-B9D90A4F2CF8}" dt="2025-08-26T06:03:27.220" v="2433" actId="20577"/>
          <ac:spMkLst>
            <pc:docMk/>
            <pc:sldMk cId="4069612357" sldId="363"/>
            <ac:spMk id="2" creationId="{AD43A524-E7B1-A9D0-3CB4-9C403682DF18}"/>
          </ac:spMkLst>
        </pc:spChg>
        <pc:picChg chg="add mod">
          <ac:chgData name="MINHO PARK" userId="ec1a24b1eb5f6df6" providerId="LiveId" clId="{ECBF770D-5131-4829-B3F9-B9D90A4F2CF8}" dt="2025-08-26T06:00:18.744" v="2415" actId="1036"/>
          <ac:picMkLst>
            <pc:docMk/>
            <pc:sldMk cId="4069612357" sldId="363"/>
            <ac:picMk id="5" creationId="{C583D4D5-8B78-FFE5-308B-0B61D8295215}"/>
          </ac:picMkLst>
        </pc:picChg>
      </pc:sldChg>
      <pc:sldChg chg="addSp delSp modSp add mod">
        <pc:chgData name="MINHO PARK" userId="ec1a24b1eb5f6df6" providerId="LiveId" clId="{ECBF770D-5131-4829-B3F9-B9D90A4F2CF8}" dt="2025-08-26T06:10:28.978" v="2540" actId="20577"/>
        <pc:sldMkLst>
          <pc:docMk/>
          <pc:sldMk cId="1649929547" sldId="364"/>
        </pc:sldMkLst>
        <pc:spChg chg="mod">
          <ac:chgData name="MINHO PARK" userId="ec1a24b1eb5f6df6" providerId="LiveId" clId="{ECBF770D-5131-4829-B3F9-B9D90A4F2CF8}" dt="2025-08-26T06:03:34.194" v="2438" actId="6549"/>
          <ac:spMkLst>
            <pc:docMk/>
            <pc:sldMk cId="1649929547" sldId="364"/>
            <ac:spMk id="2" creationId="{91CF983E-5169-B63D-002E-E392E4F24129}"/>
          </ac:spMkLst>
        </pc:spChg>
        <pc:spChg chg="add mod">
          <ac:chgData name="MINHO PARK" userId="ec1a24b1eb5f6df6" providerId="LiveId" clId="{ECBF770D-5131-4829-B3F9-B9D90A4F2CF8}" dt="2025-08-26T06:05:23.284" v="2470" actId="1037"/>
          <ac:spMkLst>
            <pc:docMk/>
            <pc:sldMk cId="1649929547" sldId="364"/>
            <ac:spMk id="8" creationId="{61AA69B4-F082-15D2-1BFC-0095906FA537}"/>
          </ac:spMkLst>
        </pc:spChg>
        <pc:spChg chg="add mod">
          <ac:chgData name="MINHO PARK" userId="ec1a24b1eb5f6df6" providerId="LiveId" clId="{ECBF770D-5131-4829-B3F9-B9D90A4F2CF8}" dt="2025-08-26T06:06:01.077" v="2484" actId="1037"/>
          <ac:spMkLst>
            <pc:docMk/>
            <pc:sldMk cId="1649929547" sldId="364"/>
            <ac:spMk id="9" creationId="{177C3FC1-DFAC-C47E-698A-D38A4C14AD99}"/>
          </ac:spMkLst>
        </pc:spChg>
        <pc:spChg chg="add mod">
          <ac:chgData name="MINHO PARK" userId="ec1a24b1eb5f6df6" providerId="LiveId" clId="{ECBF770D-5131-4829-B3F9-B9D90A4F2CF8}" dt="2025-08-26T06:07:05.924" v="2495" actId="1036"/>
          <ac:spMkLst>
            <pc:docMk/>
            <pc:sldMk cId="1649929547" sldId="364"/>
            <ac:spMk id="10" creationId="{222153B4-1020-440F-4246-AAB7CD0D3511}"/>
          </ac:spMkLst>
        </pc:spChg>
        <pc:spChg chg="add mod">
          <ac:chgData name="MINHO PARK" userId="ec1a24b1eb5f6df6" providerId="LiveId" clId="{ECBF770D-5131-4829-B3F9-B9D90A4F2CF8}" dt="2025-08-26T06:07:30.300" v="2503" actId="1035"/>
          <ac:spMkLst>
            <pc:docMk/>
            <pc:sldMk cId="1649929547" sldId="364"/>
            <ac:spMk id="11" creationId="{EA7F3B1A-4C67-C03B-31CD-E43416266B38}"/>
          </ac:spMkLst>
        </pc:spChg>
        <pc:spChg chg="add mod">
          <ac:chgData name="MINHO PARK" userId="ec1a24b1eb5f6df6" providerId="LiveId" clId="{ECBF770D-5131-4829-B3F9-B9D90A4F2CF8}" dt="2025-08-26T06:08:05.789" v="2510" actId="1076"/>
          <ac:spMkLst>
            <pc:docMk/>
            <pc:sldMk cId="1649929547" sldId="364"/>
            <ac:spMk id="12" creationId="{D9967BCF-39BF-6E2D-C71C-25617772EBD4}"/>
          </ac:spMkLst>
        </pc:spChg>
        <pc:spChg chg="add mod">
          <ac:chgData name="MINHO PARK" userId="ec1a24b1eb5f6df6" providerId="LiveId" clId="{ECBF770D-5131-4829-B3F9-B9D90A4F2CF8}" dt="2025-08-26T06:10:28.978" v="2540" actId="20577"/>
          <ac:spMkLst>
            <pc:docMk/>
            <pc:sldMk cId="1649929547" sldId="364"/>
            <ac:spMk id="13" creationId="{F3C69C2E-D192-91C8-6436-8909EF38186B}"/>
          </ac:spMkLst>
        </pc:spChg>
        <pc:picChg chg="add mod">
          <ac:chgData name="MINHO PARK" userId="ec1a24b1eb5f6df6" providerId="LiveId" clId="{ECBF770D-5131-4829-B3F9-B9D90A4F2CF8}" dt="2025-08-26T06:03:18.345" v="2432" actId="1037"/>
          <ac:picMkLst>
            <pc:docMk/>
            <pc:sldMk cId="1649929547" sldId="364"/>
            <ac:picMk id="4" creationId="{0EA5A34C-B9B3-3112-0FC2-8CBE24FF1C13}"/>
          </ac:picMkLst>
        </pc:picChg>
      </pc:sldChg>
      <pc:sldChg chg="addSp modSp add mod">
        <pc:chgData name="MINHO PARK" userId="ec1a24b1eb5f6df6" providerId="LiveId" clId="{ECBF770D-5131-4829-B3F9-B9D90A4F2CF8}" dt="2025-08-26T06:15:04.691" v="2591" actId="1038"/>
        <pc:sldMkLst>
          <pc:docMk/>
          <pc:sldMk cId="1424938294" sldId="365"/>
        </pc:sldMkLst>
        <pc:spChg chg="mod">
          <ac:chgData name="MINHO PARK" userId="ec1a24b1eb5f6df6" providerId="LiveId" clId="{ECBF770D-5131-4829-B3F9-B9D90A4F2CF8}" dt="2025-08-26T06:14:08.256" v="2574" actId="255"/>
          <ac:spMkLst>
            <pc:docMk/>
            <pc:sldMk cId="1424938294" sldId="365"/>
            <ac:spMk id="13" creationId="{7B53EB74-B7B5-EBEE-BAF3-4B593EEA33F1}"/>
          </ac:spMkLst>
        </pc:spChg>
        <pc:picChg chg="add mod">
          <ac:chgData name="MINHO PARK" userId="ec1a24b1eb5f6df6" providerId="LiveId" clId="{ECBF770D-5131-4829-B3F9-B9D90A4F2CF8}" dt="2025-08-26T06:15:04.691" v="2591" actId="1038"/>
          <ac:picMkLst>
            <pc:docMk/>
            <pc:sldMk cId="1424938294" sldId="365"/>
            <ac:picMk id="5" creationId="{93F5AB85-36F0-9413-B790-EAC0E6AA6FE8}"/>
          </ac:picMkLst>
        </pc:picChg>
      </pc:sldChg>
      <pc:sldChg chg="addSp delSp modSp add mod">
        <pc:chgData name="MINHO PARK" userId="ec1a24b1eb5f6df6" providerId="LiveId" clId="{ECBF770D-5131-4829-B3F9-B9D90A4F2CF8}" dt="2025-08-26T06:35:37.958" v="2677" actId="14100"/>
        <pc:sldMkLst>
          <pc:docMk/>
          <pc:sldMk cId="3634131350" sldId="366"/>
        </pc:sldMkLst>
        <pc:picChg chg="add mod">
          <ac:chgData name="MINHO PARK" userId="ec1a24b1eb5f6df6" providerId="LiveId" clId="{ECBF770D-5131-4829-B3F9-B9D90A4F2CF8}" dt="2025-08-26T06:30:25.012" v="2608" actId="1076"/>
          <ac:picMkLst>
            <pc:docMk/>
            <pc:sldMk cId="3634131350" sldId="366"/>
            <ac:picMk id="6" creationId="{C64920F7-CB23-4327-A664-36AD60FE88E9}"/>
          </ac:picMkLst>
        </pc:picChg>
        <pc:picChg chg="add mod">
          <ac:chgData name="MINHO PARK" userId="ec1a24b1eb5f6df6" providerId="LiveId" clId="{ECBF770D-5131-4829-B3F9-B9D90A4F2CF8}" dt="2025-08-26T06:33:52.452" v="2637" actId="1076"/>
          <ac:picMkLst>
            <pc:docMk/>
            <pc:sldMk cId="3634131350" sldId="366"/>
            <ac:picMk id="8" creationId="{BCC84495-38D2-31D2-9AFC-9D183D22D9DF}"/>
          </ac:picMkLst>
        </pc:picChg>
        <pc:picChg chg="add mod">
          <ac:chgData name="MINHO PARK" userId="ec1a24b1eb5f6df6" providerId="LiveId" clId="{ECBF770D-5131-4829-B3F9-B9D90A4F2CF8}" dt="2025-08-26T06:34:07.908" v="2642" actId="1076"/>
          <ac:picMkLst>
            <pc:docMk/>
            <pc:sldMk cId="3634131350" sldId="366"/>
            <ac:picMk id="10" creationId="{AFAB7590-BF3F-6E68-1228-AA53382C5D9E}"/>
          </ac:picMkLst>
        </pc:picChg>
        <pc:cxnChg chg="add mod">
          <ac:chgData name="MINHO PARK" userId="ec1a24b1eb5f6df6" providerId="LiveId" clId="{ECBF770D-5131-4829-B3F9-B9D90A4F2CF8}" dt="2025-08-26T06:34:45.586" v="2653" actId="14100"/>
          <ac:cxnSpMkLst>
            <pc:docMk/>
            <pc:sldMk cId="3634131350" sldId="366"/>
            <ac:cxnSpMk id="11" creationId="{832C35D7-34F9-BC36-C8B3-A5D296DAA223}"/>
          </ac:cxnSpMkLst>
        </pc:cxnChg>
        <pc:cxnChg chg="add mod">
          <ac:chgData name="MINHO PARK" userId="ec1a24b1eb5f6df6" providerId="LiveId" clId="{ECBF770D-5131-4829-B3F9-B9D90A4F2CF8}" dt="2025-08-26T06:35:08.861" v="2661" actId="1037"/>
          <ac:cxnSpMkLst>
            <pc:docMk/>
            <pc:sldMk cId="3634131350" sldId="366"/>
            <ac:cxnSpMk id="14" creationId="{9B9BE2F4-70BD-A0E9-E126-B2786707C195}"/>
          </ac:cxnSpMkLst>
        </pc:cxnChg>
        <pc:cxnChg chg="add mod">
          <ac:chgData name="MINHO PARK" userId="ec1a24b1eb5f6df6" providerId="LiveId" clId="{ECBF770D-5131-4829-B3F9-B9D90A4F2CF8}" dt="2025-08-26T06:35:29.628" v="2672" actId="1038"/>
          <ac:cxnSpMkLst>
            <pc:docMk/>
            <pc:sldMk cId="3634131350" sldId="366"/>
            <ac:cxnSpMk id="16" creationId="{02B0BFC9-A489-C6AB-50FD-3C1D47DC838C}"/>
          </ac:cxnSpMkLst>
        </pc:cxnChg>
        <pc:cxnChg chg="add mod">
          <ac:chgData name="MINHO PARK" userId="ec1a24b1eb5f6df6" providerId="LiveId" clId="{ECBF770D-5131-4829-B3F9-B9D90A4F2CF8}" dt="2025-08-26T06:35:37.958" v="2677" actId="14100"/>
          <ac:cxnSpMkLst>
            <pc:docMk/>
            <pc:sldMk cId="3634131350" sldId="366"/>
            <ac:cxnSpMk id="20" creationId="{DC9C5EA3-2584-DF9B-B7DB-A8B5B1DD1B97}"/>
          </ac:cxnSpMkLst>
        </pc:cxnChg>
      </pc:sldChg>
      <pc:sldChg chg="addSp delSp modSp add mod">
        <pc:chgData name="MINHO PARK" userId="ec1a24b1eb5f6df6" providerId="LiveId" clId="{ECBF770D-5131-4829-B3F9-B9D90A4F2CF8}" dt="2025-08-26T06:32:42.808" v="2633" actId="1076"/>
        <pc:sldMkLst>
          <pc:docMk/>
          <pc:sldMk cId="1591794240" sldId="367"/>
        </pc:sldMkLst>
        <pc:spChg chg="mod">
          <ac:chgData name="MINHO PARK" userId="ec1a24b1eb5f6df6" providerId="LiveId" clId="{ECBF770D-5131-4829-B3F9-B9D90A4F2CF8}" dt="2025-08-26T06:31:35.697" v="2621" actId="113"/>
          <ac:spMkLst>
            <pc:docMk/>
            <pc:sldMk cId="1591794240" sldId="367"/>
            <ac:spMk id="3" creationId="{CD36932B-B0A6-BC3A-3BB5-AB3B30F2B021}"/>
          </ac:spMkLst>
        </pc:spChg>
        <pc:picChg chg="add mod">
          <ac:chgData name="MINHO PARK" userId="ec1a24b1eb5f6df6" providerId="LiveId" clId="{ECBF770D-5131-4829-B3F9-B9D90A4F2CF8}" dt="2025-08-26T06:32:18.380" v="2630" actId="1036"/>
          <ac:picMkLst>
            <pc:docMk/>
            <pc:sldMk cId="1591794240" sldId="367"/>
            <ac:picMk id="9" creationId="{B7525DF4-6CF1-6455-C25F-E42898791604}"/>
          </ac:picMkLst>
        </pc:picChg>
        <pc:picChg chg="add mod">
          <ac:chgData name="MINHO PARK" userId="ec1a24b1eb5f6df6" providerId="LiveId" clId="{ECBF770D-5131-4829-B3F9-B9D90A4F2CF8}" dt="2025-08-26T06:32:42.808" v="2633" actId="1076"/>
          <ac:picMkLst>
            <pc:docMk/>
            <pc:sldMk cId="1591794240" sldId="367"/>
            <ac:picMk id="15" creationId="{007448C1-3BE0-57BF-11DF-AE05DE8BEACB}"/>
          </ac:picMkLst>
        </pc:picChg>
      </pc:sldChg>
      <pc:sldChg chg="addSp delSp modSp add mod">
        <pc:chgData name="MINHO PARK" userId="ec1a24b1eb5f6df6" providerId="LiveId" clId="{ECBF770D-5131-4829-B3F9-B9D90A4F2CF8}" dt="2025-08-26T06:43:37.956" v="2735" actId="14100"/>
        <pc:sldMkLst>
          <pc:docMk/>
          <pc:sldMk cId="3921069770" sldId="368"/>
        </pc:sldMkLst>
        <pc:picChg chg="add mod">
          <ac:chgData name="MINHO PARK" userId="ec1a24b1eb5f6df6" providerId="LiveId" clId="{ECBF770D-5131-4829-B3F9-B9D90A4F2CF8}" dt="2025-08-26T06:41:16.531" v="2686" actId="1076"/>
          <ac:picMkLst>
            <pc:docMk/>
            <pc:sldMk cId="3921069770" sldId="368"/>
            <ac:picMk id="7" creationId="{B534336E-EC6B-EB48-5414-64FDB0161C37}"/>
          </ac:picMkLst>
        </pc:picChg>
        <pc:picChg chg="add mod">
          <ac:chgData name="MINHO PARK" userId="ec1a24b1eb5f6df6" providerId="LiveId" clId="{ECBF770D-5131-4829-B3F9-B9D90A4F2CF8}" dt="2025-08-26T06:41:46.366" v="2691" actId="1076"/>
          <ac:picMkLst>
            <pc:docMk/>
            <pc:sldMk cId="3921069770" sldId="368"/>
            <ac:picMk id="10" creationId="{17215CF7-6307-CD83-7963-59821735CC40}"/>
          </ac:picMkLst>
        </pc:picChg>
        <pc:cxnChg chg="add mod">
          <ac:chgData name="MINHO PARK" userId="ec1a24b1eb5f6df6" providerId="LiveId" clId="{ECBF770D-5131-4829-B3F9-B9D90A4F2CF8}" dt="2025-08-26T06:42:04.002" v="2694" actId="14100"/>
          <ac:cxnSpMkLst>
            <pc:docMk/>
            <pc:sldMk cId="3921069770" sldId="368"/>
            <ac:cxnSpMk id="11" creationId="{C6278E32-64B0-E284-033D-412717697DEC}"/>
          </ac:cxnSpMkLst>
        </pc:cxnChg>
        <pc:cxnChg chg="add mod">
          <ac:chgData name="MINHO PARK" userId="ec1a24b1eb5f6df6" providerId="LiveId" clId="{ECBF770D-5131-4829-B3F9-B9D90A4F2CF8}" dt="2025-08-26T06:43:00.118" v="2711" actId="14100"/>
          <ac:cxnSpMkLst>
            <pc:docMk/>
            <pc:sldMk cId="3921069770" sldId="368"/>
            <ac:cxnSpMk id="13" creationId="{5411F922-770F-2693-9577-80B4F39E5641}"/>
          </ac:cxnSpMkLst>
        </pc:cxnChg>
        <pc:cxnChg chg="add mod">
          <ac:chgData name="MINHO PARK" userId="ec1a24b1eb5f6df6" providerId="LiveId" clId="{ECBF770D-5131-4829-B3F9-B9D90A4F2CF8}" dt="2025-08-26T06:42:45.726" v="2703" actId="14100"/>
          <ac:cxnSpMkLst>
            <pc:docMk/>
            <pc:sldMk cId="3921069770" sldId="368"/>
            <ac:cxnSpMk id="17" creationId="{3938D70E-1C65-4F10-56F1-899837E5E63D}"/>
          </ac:cxnSpMkLst>
        </pc:cxnChg>
        <pc:cxnChg chg="add mod">
          <ac:chgData name="MINHO PARK" userId="ec1a24b1eb5f6df6" providerId="LiveId" clId="{ECBF770D-5131-4829-B3F9-B9D90A4F2CF8}" dt="2025-08-26T06:43:20.059" v="2718" actId="1036"/>
          <ac:cxnSpMkLst>
            <pc:docMk/>
            <pc:sldMk cId="3921069770" sldId="368"/>
            <ac:cxnSpMk id="21" creationId="{043ABE62-224E-16BA-64E1-EB05960CA6BB}"/>
          </ac:cxnSpMkLst>
        </pc:cxnChg>
        <pc:cxnChg chg="add mod">
          <ac:chgData name="MINHO PARK" userId="ec1a24b1eb5f6df6" providerId="LiveId" clId="{ECBF770D-5131-4829-B3F9-B9D90A4F2CF8}" dt="2025-08-26T06:43:37.956" v="2735" actId="14100"/>
          <ac:cxnSpMkLst>
            <pc:docMk/>
            <pc:sldMk cId="3921069770" sldId="368"/>
            <ac:cxnSpMk id="23" creationId="{CCB8E069-B1F0-7067-21A3-342145C22F17}"/>
          </ac:cxnSpMkLst>
        </pc:cxnChg>
      </pc:sldChg>
      <pc:sldChg chg="addSp delSp modSp add mod">
        <pc:chgData name="MINHO PARK" userId="ec1a24b1eb5f6df6" providerId="LiveId" clId="{ECBF770D-5131-4829-B3F9-B9D90A4F2CF8}" dt="2025-08-26T06:46:10.539" v="2747" actId="1036"/>
        <pc:sldMkLst>
          <pc:docMk/>
          <pc:sldMk cId="903121555" sldId="369"/>
        </pc:sldMkLst>
        <pc:picChg chg="add mod">
          <ac:chgData name="MINHO PARK" userId="ec1a24b1eb5f6df6" providerId="LiveId" clId="{ECBF770D-5131-4829-B3F9-B9D90A4F2CF8}" dt="2025-08-26T06:46:10.539" v="2747" actId="1036"/>
          <ac:picMkLst>
            <pc:docMk/>
            <pc:sldMk cId="903121555" sldId="369"/>
            <ac:picMk id="4" creationId="{7010A05A-065C-6AF9-2404-0A60D169547E}"/>
          </ac:picMkLst>
        </pc:picChg>
      </pc:sldChg>
      <pc:sldChg chg="addSp delSp modSp add mod">
        <pc:chgData name="MINHO PARK" userId="ec1a24b1eb5f6df6" providerId="LiveId" clId="{ECBF770D-5131-4829-B3F9-B9D90A4F2CF8}" dt="2025-08-27T00:06:21.076" v="2794" actId="164"/>
        <pc:sldMkLst>
          <pc:docMk/>
          <pc:sldMk cId="589658465" sldId="370"/>
        </pc:sldMkLst>
        <pc:spChg chg="mod">
          <ac:chgData name="MINHO PARK" userId="ec1a24b1eb5f6df6" providerId="LiveId" clId="{ECBF770D-5131-4829-B3F9-B9D90A4F2CF8}" dt="2025-08-27T00:04:18.418" v="2758" actId="20577"/>
          <ac:spMkLst>
            <pc:docMk/>
            <pc:sldMk cId="589658465" sldId="370"/>
            <ac:spMk id="2" creationId="{BF18CED1-3CE8-3CA9-5229-78F5F25B5362}"/>
          </ac:spMkLst>
        </pc:spChg>
        <pc:grpChg chg="add mod">
          <ac:chgData name="MINHO PARK" userId="ec1a24b1eb5f6df6" providerId="LiveId" clId="{ECBF770D-5131-4829-B3F9-B9D90A4F2CF8}" dt="2025-08-27T00:06:21.076" v="2794" actId="164"/>
          <ac:grpSpMkLst>
            <pc:docMk/>
            <pc:sldMk cId="589658465" sldId="370"/>
            <ac:grpSpMk id="10" creationId="{61621E00-EBFC-BE2C-40E9-6CA971131733}"/>
          </ac:grpSpMkLst>
        </pc:grpChg>
        <pc:picChg chg="add mod">
          <ac:chgData name="MINHO PARK" userId="ec1a24b1eb5f6df6" providerId="LiveId" clId="{ECBF770D-5131-4829-B3F9-B9D90A4F2CF8}" dt="2025-08-27T00:06:21.076" v="2794" actId="164"/>
          <ac:picMkLst>
            <pc:docMk/>
            <pc:sldMk cId="589658465" sldId="370"/>
            <ac:picMk id="4" creationId="{ECC757DB-4324-1ACA-AD9F-17AB3D65F507}"/>
          </ac:picMkLst>
        </pc:picChg>
        <pc:picChg chg="add mod">
          <ac:chgData name="MINHO PARK" userId="ec1a24b1eb5f6df6" providerId="LiveId" clId="{ECBF770D-5131-4829-B3F9-B9D90A4F2CF8}" dt="2025-08-27T00:06:21.076" v="2794" actId="164"/>
          <ac:picMkLst>
            <pc:docMk/>
            <pc:sldMk cId="589658465" sldId="370"/>
            <ac:picMk id="7" creationId="{9DAFE401-0246-8B99-F990-8327B6575414}"/>
          </ac:picMkLst>
        </pc:picChg>
        <pc:picChg chg="add mod">
          <ac:chgData name="MINHO PARK" userId="ec1a24b1eb5f6df6" providerId="LiveId" clId="{ECBF770D-5131-4829-B3F9-B9D90A4F2CF8}" dt="2025-08-27T00:06:21.076" v="2794" actId="164"/>
          <ac:picMkLst>
            <pc:docMk/>
            <pc:sldMk cId="589658465" sldId="370"/>
            <ac:picMk id="9" creationId="{770DCBB0-7969-52D3-28F3-591FF5C65134}"/>
          </ac:picMkLst>
        </pc:picChg>
      </pc:sldChg>
      <pc:sldMasterChg chg="modSldLayout">
        <pc:chgData name="MINHO PARK" userId="ec1a24b1eb5f6df6" providerId="LiveId" clId="{ECBF770D-5131-4829-B3F9-B9D90A4F2CF8}" dt="2025-08-26T04:28:07.427" v="1308" actId="20577"/>
        <pc:sldMasterMkLst>
          <pc:docMk/>
          <pc:sldMasterMk cId="0" sldId="2147483662"/>
        </pc:sldMasterMkLst>
        <pc:sldLayoutChg chg="modSp mod">
          <pc:chgData name="MINHO PARK" userId="ec1a24b1eb5f6df6" providerId="LiveId" clId="{ECBF770D-5131-4829-B3F9-B9D90A4F2CF8}" dt="2025-08-26T04:28:07.427" v="1308" actId="20577"/>
          <pc:sldLayoutMkLst>
            <pc:docMk/>
            <pc:sldMasterMk cId="0" sldId="2147483662"/>
            <pc:sldLayoutMk cId="0" sldId="2147483663"/>
          </pc:sldLayoutMkLst>
          <pc:spChg chg="mod">
            <ac:chgData name="MINHO PARK" userId="ec1a24b1eb5f6df6" providerId="LiveId" clId="{ECBF770D-5131-4829-B3F9-B9D90A4F2CF8}" dt="2025-08-26T04:28:07.427" v="1308" actId="20577"/>
            <ac:spMkLst>
              <pc:docMk/>
              <pc:sldMasterMk cId="0" sldId="2147483662"/>
              <pc:sldLayoutMk cId="0" sldId="2147483663"/>
              <ac:spMk id="6" creationId="{E16C3C3F-88B1-A993-0DFA-F3180D58A9C2}"/>
            </ac:spMkLst>
          </pc:spChg>
        </pc:sldLayoutChg>
      </pc:sldMasterChg>
    </pc:docChg>
  </pc:docChgLst>
  <pc:docChgLst>
    <pc:chgData name="MINHO PARK" userId="ec1a24b1eb5f6df6" providerId="LiveId" clId="{151D107B-3CF3-4F91-9F3C-EE56BA81F78F}"/>
    <pc:docChg chg="custSel delSld modSld">
      <pc:chgData name="MINHO PARK" userId="ec1a24b1eb5f6df6" providerId="LiveId" clId="{151D107B-3CF3-4F91-9F3C-EE56BA81F78F}" dt="2025-08-20T23:43:07.855" v="133" actId="478"/>
      <pc:docMkLst>
        <pc:docMk/>
      </pc:docMkLst>
      <pc:sldChg chg="del">
        <pc:chgData name="MINHO PARK" userId="ec1a24b1eb5f6df6" providerId="LiveId" clId="{151D107B-3CF3-4F91-9F3C-EE56BA81F78F}" dt="2025-08-20T23:40:21.282" v="0" actId="47"/>
        <pc:sldMkLst>
          <pc:docMk/>
          <pc:sldMk cId="270784832" sldId="274"/>
        </pc:sldMkLst>
      </pc:sldChg>
      <pc:sldChg chg="del">
        <pc:chgData name="MINHO PARK" userId="ec1a24b1eb5f6df6" providerId="LiveId" clId="{151D107B-3CF3-4F91-9F3C-EE56BA81F78F}" dt="2025-08-20T23:40:34.733" v="1" actId="47"/>
        <pc:sldMkLst>
          <pc:docMk/>
          <pc:sldMk cId="238384410" sldId="276"/>
        </pc:sldMkLst>
      </pc:sldChg>
      <pc:sldChg chg="del">
        <pc:chgData name="MINHO PARK" userId="ec1a24b1eb5f6df6" providerId="LiveId" clId="{151D107B-3CF3-4F91-9F3C-EE56BA81F78F}" dt="2025-08-20T23:40:34.733" v="1" actId="47"/>
        <pc:sldMkLst>
          <pc:docMk/>
          <pc:sldMk cId="2784901827" sldId="277"/>
        </pc:sldMkLst>
      </pc:sldChg>
      <pc:sldChg chg="del">
        <pc:chgData name="MINHO PARK" userId="ec1a24b1eb5f6df6" providerId="LiveId" clId="{151D107B-3CF3-4F91-9F3C-EE56BA81F78F}" dt="2025-08-20T23:40:34.733" v="1" actId="47"/>
        <pc:sldMkLst>
          <pc:docMk/>
          <pc:sldMk cId="636119834" sldId="278"/>
        </pc:sldMkLst>
      </pc:sldChg>
      <pc:sldChg chg="delSp mod">
        <pc:chgData name="MINHO PARK" userId="ec1a24b1eb5f6df6" providerId="LiveId" clId="{151D107B-3CF3-4F91-9F3C-EE56BA81F78F}" dt="2025-08-20T23:43:07.855" v="133" actId="478"/>
        <pc:sldMkLst>
          <pc:docMk/>
          <pc:sldMk cId="2888321862" sldId="279"/>
        </pc:sldMkLst>
      </pc:sldChg>
      <pc:sldChg chg="modSp mod">
        <pc:chgData name="MINHO PARK" userId="ec1a24b1eb5f6df6" providerId="LiveId" clId="{151D107B-3CF3-4F91-9F3C-EE56BA81F78F}" dt="2025-08-20T23:40:57.093" v="31" actId="27636"/>
        <pc:sldMkLst>
          <pc:docMk/>
          <pc:sldMk cId="3030023109" sldId="280"/>
        </pc:sldMkLst>
      </pc:sldChg>
      <pc:sldChg chg="del">
        <pc:chgData name="MINHO PARK" userId="ec1a24b1eb5f6df6" providerId="LiveId" clId="{151D107B-3CF3-4F91-9F3C-EE56BA81F78F}" dt="2025-08-20T23:40:34.733" v="1" actId="47"/>
        <pc:sldMkLst>
          <pc:docMk/>
          <pc:sldMk cId="2018247204" sldId="281"/>
        </pc:sldMkLst>
      </pc:sldChg>
      <pc:sldChg chg="del">
        <pc:chgData name="MINHO PARK" userId="ec1a24b1eb5f6df6" providerId="LiveId" clId="{151D107B-3CF3-4F91-9F3C-EE56BA81F78F}" dt="2025-08-20T23:40:34.733" v="1" actId="47"/>
        <pc:sldMkLst>
          <pc:docMk/>
          <pc:sldMk cId="925213981" sldId="282"/>
        </pc:sldMkLst>
      </pc:sldChg>
      <pc:sldChg chg="del">
        <pc:chgData name="MINHO PARK" userId="ec1a24b1eb5f6df6" providerId="LiveId" clId="{151D107B-3CF3-4F91-9F3C-EE56BA81F78F}" dt="2025-08-20T23:40:34.733" v="1" actId="47"/>
        <pc:sldMkLst>
          <pc:docMk/>
          <pc:sldMk cId="966877876" sldId="283"/>
        </pc:sldMkLst>
      </pc:sldChg>
      <pc:sldChg chg="modSp mod">
        <pc:chgData name="MINHO PARK" userId="ec1a24b1eb5f6df6" providerId="LiveId" clId="{151D107B-3CF3-4F91-9F3C-EE56BA81F78F}" dt="2025-08-20T23:41:16.163" v="40" actId="20577"/>
        <pc:sldMkLst>
          <pc:docMk/>
          <pc:sldMk cId="4282015703" sldId="284"/>
        </pc:sldMkLst>
      </pc:sldChg>
      <pc:sldChg chg="del">
        <pc:chgData name="MINHO PARK" userId="ec1a24b1eb5f6df6" providerId="LiveId" clId="{151D107B-3CF3-4F91-9F3C-EE56BA81F78F}" dt="2025-08-20T23:40:34.733" v="1" actId="47"/>
        <pc:sldMkLst>
          <pc:docMk/>
          <pc:sldMk cId="3261246568" sldId="285"/>
        </pc:sldMkLst>
      </pc:sldChg>
      <pc:sldChg chg="modSp mod">
        <pc:chgData name="MINHO PARK" userId="ec1a24b1eb5f6df6" providerId="LiveId" clId="{151D107B-3CF3-4F91-9F3C-EE56BA81F78F}" dt="2025-08-20T23:41:38.985" v="63" actId="20577"/>
        <pc:sldMkLst>
          <pc:docMk/>
          <pc:sldMk cId="432101039" sldId="286"/>
        </pc:sldMkLst>
      </pc:sldChg>
      <pc:sldChg chg="del">
        <pc:chgData name="MINHO PARK" userId="ec1a24b1eb5f6df6" providerId="LiveId" clId="{151D107B-3CF3-4F91-9F3C-EE56BA81F78F}" dt="2025-08-20T23:40:34.733" v="1" actId="47"/>
        <pc:sldMkLst>
          <pc:docMk/>
          <pc:sldMk cId="4132743460" sldId="287"/>
        </pc:sldMkLst>
      </pc:sldChg>
      <pc:sldChg chg="del">
        <pc:chgData name="MINHO PARK" userId="ec1a24b1eb5f6df6" providerId="LiveId" clId="{151D107B-3CF3-4F91-9F3C-EE56BA81F78F}" dt="2025-08-20T23:40:34.733" v="1" actId="47"/>
        <pc:sldMkLst>
          <pc:docMk/>
          <pc:sldMk cId="1336186476" sldId="288"/>
        </pc:sldMkLst>
      </pc:sldChg>
      <pc:sldChg chg="modSp mod">
        <pc:chgData name="MINHO PARK" userId="ec1a24b1eb5f6df6" providerId="LiveId" clId="{151D107B-3CF3-4F91-9F3C-EE56BA81F78F}" dt="2025-08-20T23:42:03.930" v="85" actId="20577"/>
        <pc:sldMkLst>
          <pc:docMk/>
          <pc:sldMk cId="1704788472" sldId="289"/>
        </pc:sldMkLst>
      </pc:sldChg>
      <pc:sldChg chg="del">
        <pc:chgData name="MINHO PARK" userId="ec1a24b1eb5f6df6" providerId="LiveId" clId="{151D107B-3CF3-4F91-9F3C-EE56BA81F78F}" dt="2025-08-20T23:40:34.733" v="1" actId="47"/>
        <pc:sldMkLst>
          <pc:docMk/>
          <pc:sldMk cId="3629753450" sldId="290"/>
        </pc:sldMkLst>
      </pc:sldChg>
      <pc:sldChg chg="del">
        <pc:chgData name="MINHO PARK" userId="ec1a24b1eb5f6df6" providerId="LiveId" clId="{151D107B-3CF3-4F91-9F3C-EE56BA81F78F}" dt="2025-08-20T23:40:34.733" v="1" actId="47"/>
        <pc:sldMkLst>
          <pc:docMk/>
          <pc:sldMk cId="1384408781" sldId="291"/>
        </pc:sldMkLst>
      </pc:sldChg>
      <pc:sldChg chg="del">
        <pc:chgData name="MINHO PARK" userId="ec1a24b1eb5f6df6" providerId="LiveId" clId="{151D107B-3CF3-4F91-9F3C-EE56BA81F78F}" dt="2025-08-20T23:40:34.733" v="1" actId="47"/>
        <pc:sldMkLst>
          <pc:docMk/>
          <pc:sldMk cId="3287465930" sldId="292"/>
        </pc:sldMkLst>
      </pc:sldChg>
      <pc:sldChg chg="del">
        <pc:chgData name="MINHO PARK" userId="ec1a24b1eb5f6df6" providerId="LiveId" clId="{151D107B-3CF3-4F91-9F3C-EE56BA81F78F}" dt="2025-08-20T23:40:34.733" v="1" actId="47"/>
        <pc:sldMkLst>
          <pc:docMk/>
          <pc:sldMk cId="1978764084" sldId="293"/>
        </pc:sldMkLst>
      </pc:sldChg>
      <pc:sldChg chg="del">
        <pc:chgData name="MINHO PARK" userId="ec1a24b1eb5f6df6" providerId="LiveId" clId="{151D107B-3CF3-4F91-9F3C-EE56BA81F78F}" dt="2025-08-20T23:40:34.733" v="1" actId="47"/>
        <pc:sldMkLst>
          <pc:docMk/>
          <pc:sldMk cId="4067588380" sldId="294"/>
        </pc:sldMkLst>
      </pc:sldChg>
      <pc:sldChg chg="del">
        <pc:chgData name="MINHO PARK" userId="ec1a24b1eb5f6df6" providerId="LiveId" clId="{151D107B-3CF3-4F91-9F3C-EE56BA81F78F}" dt="2025-08-20T23:40:34.733" v="1" actId="47"/>
        <pc:sldMkLst>
          <pc:docMk/>
          <pc:sldMk cId="2237315529" sldId="295"/>
        </pc:sldMkLst>
      </pc:sldChg>
      <pc:sldChg chg="del">
        <pc:chgData name="MINHO PARK" userId="ec1a24b1eb5f6df6" providerId="LiveId" clId="{151D107B-3CF3-4F91-9F3C-EE56BA81F78F}" dt="2025-08-20T23:40:34.733" v="1" actId="47"/>
        <pc:sldMkLst>
          <pc:docMk/>
          <pc:sldMk cId="497967417" sldId="296"/>
        </pc:sldMkLst>
      </pc:sldChg>
      <pc:sldChg chg="del">
        <pc:chgData name="MINHO PARK" userId="ec1a24b1eb5f6df6" providerId="LiveId" clId="{151D107B-3CF3-4F91-9F3C-EE56BA81F78F}" dt="2025-08-20T23:40:34.733" v="1" actId="47"/>
        <pc:sldMkLst>
          <pc:docMk/>
          <pc:sldMk cId="3288438789" sldId="297"/>
        </pc:sldMkLst>
      </pc:sldChg>
      <pc:sldChg chg="del">
        <pc:chgData name="MINHO PARK" userId="ec1a24b1eb5f6df6" providerId="LiveId" clId="{151D107B-3CF3-4F91-9F3C-EE56BA81F78F}" dt="2025-08-20T23:40:34.733" v="1" actId="47"/>
        <pc:sldMkLst>
          <pc:docMk/>
          <pc:sldMk cId="2723839894" sldId="298"/>
        </pc:sldMkLst>
      </pc:sldChg>
      <pc:sldChg chg="del">
        <pc:chgData name="MINHO PARK" userId="ec1a24b1eb5f6df6" providerId="LiveId" clId="{151D107B-3CF3-4F91-9F3C-EE56BA81F78F}" dt="2025-08-20T23:40:34.733" v="1" actId="47"/>
        <pc:sldMkLst>
          <pc:docMk/>
          <pc:sldMk cId="4269591573" sldId="299"/>
        </pc:sldMkLst>
      </pc:sldChg>
      <pc:sldChg chg="del">
        <pc:chgData name="MINHO PARK" userId="ec1a24b1eb5f6df6" providerId="LiveId" clId="{151D107B-3CF3-4F91-9F3C-EE56BA81F78F}" dt="2025-08-20T23:40:34.733" v="1" actId="47"/>
        <pc:sldMkLst>
          <pc:docMk/>
          <pc:sldMk cId="2884484129" sldId="300"/>
        </pc:sldMkLst>
      </pc:sldChg>
      <pc:sldChg chg="del">
        <pc:chgData name="MINHO PARK" userId="ec1a24b1eb5f6df6" providerId="LiveId" clId="{151D107B-3CF3-4F91-9F3C-EE56BA81F78F}" dt="2025-08-20T23:40:34.733" v="1" actId="47"/>
        <pc:sldMkLst>
          <pc:docMk/>
          <pc:sldMk cId="1595228616" sldId="301"/>
        </pc:sldMkLst>
      </pc:sldChg>
      <pc:sldChg chg="del">
        <pc:chgData name="MINHO PARK" userId="ec1a24b1eb5f6df6" providerId="LiveId" clId="{151D107B-3CF3-4F91-9F3C-EE56BA81F78F}" dt="2025-08-20T23:40:34.733" v="1" actId="47"/>
        <pc:sldMkLst>
          <pc:docMk/>
          <pc:sldMk cId="3838958511" sldId="302"/>
        </pc:sldMkLst>
      </pc:sldChg>
      <pc:sldChg chg="modSp mod">
        <pc:chgData name="MINHO PARK" userId="ec1a24b1eb5f6df6" providerId="LiveId" clId="{151D107B-3CF3-4F91-9F3C-EE56BA81F78F}" dt="2025-08-20T23:42:25.746" v="109" actId="20577"/>
        <pc:sldMkLst>
          <pc:docMk/>
          <pc:sldMk cId="3627114894" sldId="303"/>
        </pc:sldMkLst>
      </pc:sldChg>
      <pc:sldChg chg="del">
        <pc:chgData name="MINHO PARK" userId="ec1a24b1eb5f6df6" providerId="LiveId" clId="{151D107B-3CF3-4F91-9F3C-EE56BA81F78F}" dt="2025-08-20T23:40:34.733" v="1" actId="47"/>
        <pc:sldMkLst>
          <pc:docMk/>
          <pc:sldMk cId="906555636" sldId="304"/>
        </pc:sldMkLst>
      </pc:sldChg>
      <pc:sldChg chg="del">
        <pc:chgData name="MINHO PARK" userId="ec1a24b1eb5f6df6" providerId="LiveId" clId="{151D107B-3CF3-4F91-9F3C-EE56BA81F78F}" dt="2025-08-20T23:40:34.733" v="1" actId="47"/>
        <pc:sldMkLst>
          <pc:docMk/>
          <pc:sldMk cId="2235114420" sldId="305"/>
        </pc:sldMkLst>
      </pc:sldChg>
      <pc:sldChg chg="del">
        <pc:chgData name="MINHO PARK" userId="ec1a24b1eb5f6df6" providerId="LiveId" clId="{151D107B-3CF3-4F91-9F3C-EE56BA81F78F}" dt="2025-08-20T23:40:34.733" v="1" actId="47"/>
        <pc:sldMkLst>
          <pc:docMk/>
          <pc:sldMk cId="1503166875" sldId="306"/>
        </pc:sldMkLst>
      </pc:sldChg>
      <pc:sldChg chg="del">
        <pc:chgData name="MINHO PARK" userId="ec1a24b1eb5f6df6" providerId="LiveId" clId="{151D107B-3CF3-4F91-9F3C-EE56BA81F78F}" dt="2025-08-20T23:40:34.733" v="1" actId="47"/>
        <pc:sldMkLst>
          <pc:docMk/>
          <pc:sldMk cId="3505618489" sldId="307"/>
        </pc:sldMkLst>
      </pc:sldChg>
      <pc:sldChg chg="del">
        <pc:chgData name="MINHO PARK" userId="ec1a24b1eb5f6df6" providerId="LiveId" clId="{151D107B-3CF3-4F91-9F3C-EE56BA81F78F}" dt="2025-08-20T23:40:34.733" v="1" actId="47"/>
        <pc:sldMkLst>
          <pc:docMk/>
          <pc:sldMk cId="3673663545" sldId="308"/>
        </pc:sldMkLst>
      </pc:sldChg>
      <pc:sldChg chg="del">
        <pc:chgData name="MINHO PARK" userId="ec1a24b1eb5f6df6" providerId="LiveId" clId="{151D107B-3CF3-4F91-9F3C-EE56BA81F78F}" dt="2025-08-20T23:40:34.733" v="1" actId="47"/>
        <pc:sldMkLst>
          <pc:docMk/>
          <pc:sldMk cId="768446749" sldId="309"/>
        </pc:sldMkLst>
      </pc:sldChg>
      <pc:sldChg chg="del">
        <pc:chgData name="MINHO PARK" userId="ec1a24b1eb5f6df6" providerId="LiveId" clId="{151D107B-3CF3-4F91-9F3C-EE56BA81F78F}" dt="2025-08-20T23:40:34.733" v="1" actId="47"/>
        <pc:sldMkLst>
          <pc:docMk/>
          <pc:sldMk cId="391293352" sldId="310"/>
        </pc:sldMkLst>
      </pc:sldChg>
      <pc:sldChg chg="del">
        <pc:chgData name="MINHO PARK" userId="ec1a24b1eb5f6df6" providerId="LiveId" clId="{151D107B-3CF3-4F91-9F3C-EE56BA81F78F}" dt="2025-08-20T23:40:34.733" v="1" actId="47"/>
        <pc:sldMkLst>
          <pc:docMk/>
          <pc:sldMk cId="2652835928" sldId="311"/>
        </pc:sldMkLst>
      </pc:sldChg>
      <pc:sldChg chg="modSp mod">
        <pc:chgData name="MINHO PARK" userId="ec1a24b1eb5f6df6" providerId="LiveId" clId="{151D107B-3CF3-4F91-9F3C-EE56BA81F78F}" dt="2025-08-20T23:42:47.402" v="124" actId="20577"/>
        <pc:sldMkLst>
          <pc:docMk/>
          <pc:sldMk cId="1312390700" sldId="312"/>
        </pc:sldMkLst>
      </pc:sldChg>
      <pc:sldChg chg="del">
        <pc:chgData name="MINHO PARK" userId="ec1a24b1eb5f6df6" providerId="LiveId" clId="{151D107B-3CF3-4F91-9F3C-EE56BA81F78F}" dt="2025-08-20T23:40:34.733" v="1" actId="47"/>
        <pc:sldMkLst>
          <pc:docMk/>
          <pc:sldMk cId="687584552" sldId="313"/>
        </pc:sldMkLst>
      </pc:sldChg>
      <pc:sldChg chg="del">
        <pc:chgData name="MINHO PARK" userId="ec1a24b1eb5f6df6" providerId="LiveId" clId="{151D107B-3CF3-4F91-9F3C-EE56BA81F78F}" dt="2025-08-20T23:40:34.733" v="1" actId="47"/>
        <pc:sldMkLst>
          <pc:docMk/>
          <pc:sldMk cId="946545722" sldId="314"/>
        </pc:sldMkLst>
      </pc:sldChg>
      <pc:sldChg chg="del">
        <pc:chgData name="MINHO PARK" userId="ec1a24b1eb5f6df6" providerId="LiveId" clId="{151D107B-3CF3-4F91-9F3C-EE56BA81F78F}" dt="2025-08-20T23:40:34.733" v="1" actId="47"/>
        <pc:sldMkLst>
          <pc:docMk/>
          <pc:sldMk cId="1174234585" sldId="315"/>
        </pc:sldMkLst>
      </pc:sldChg>
      <pc:sldChg chg="del">
        <pc:chgData name="MINHO PARK" userId="ec1a24b1eb5f6df6" providerId="LiveId" clId="{151D107B-3CF3-4F91-9F3C-EE56BA81F78F}" dt="2025-08-20T23:40:34.733" v="1" actId="47"/>
        <pc:sldMkLst>
          <pc:docMk/>
          <pc:sldMk cId="3486536146" sldId="316"/>
        </pc:sldMkLst>
      </pc:sldChg>
      <pc:sldChg chg="del">
        <pc:chgData name="MINHO PARK" userId="ec1a24b1eb5f6df6" providerId="LiveId" clId="{151D107B-3CF3-4F91-9F3C-EE56BA81F78F}" dt="2025-08-20T23:40:34.733" v="1" actId="47"/>
        <pc:sldMkLst>
          <pc:docMk/>
          <pc:sldMk cId="3596173217" sldId="318"/>
        </pc:sldMkLst>
      </pc:sldChg>
      <pc:sldChg chg="del">
        <pc:chgData name="MINHO PARK" userId="ec1a24b1eb5f6df6" providerId="LiveId" clId="{151D107B-3CF3-4F91-9F3C-EE56BA81F78F}" dt="2025-08-20T23:40:34.733" v="1" actId="47"/>
        <pc:sldMkLst>
          <pc:docMk/>
          <pc:sldMk cId="2572381719" sldId="319"/>
        </pc:sldMkLst>
      </pc:sldChg>
      <pc:sldChg chg="modSp mod">
        <pc:chgData name="MINHO PARK" userId="ec1a24b1eb5f6df6" providerId="LiveId" clId="{151D107B-3CF3-4F91-9F3C-EE56BA81F78F}" dt="2025-08-20T23:43:00.312" v="132" actId="20577"/>
        <pc:sldMkLst>
          <pc:docMk/>
          <pc:sldMk cId="989060438" sldId="320"/>
        </pc:sldMkLst>
      </pc:sldChg>
      <pc:sldChg chg="del">
        <pc:chgData name="MINHO PARK" userId="ec1a24b1eb5f6df6" providerId="LiveId" clId="{151D107B-3CF3-4F91-9F3C-EE56BA81F78F}" dt="2025-08-20T23:40:34.733" v="1" actId="47"/>
        <pc:sldMkLst>
          <pc:docMk/>
          <pc:sldMk cId="1002318560" sldId="321"/>
        </pc:sldMkLst>
      </pc:sldChg>
      <pc:sldChg chg="del">
        <pc:chgData name="MINHO PARK" userId="ec1a24b1eb5f6df6" providerId="LiveId" clId="{151D107B-3CF3-4F91-9F3C-EE56BA81F78F}" dt="2025-08-20T23:40:34.733" v="1" actId="47"/>
        <pc:sldMkLst>
          <pc:docMk/>
          <pc:sldMk cId="3652911184" sldId="322"/>
        </pc:sldMkLst>
      </pc:sldChg>
      <pc:sldChg chg="del">
        <pc:chgData name="MINHO PARK" userId="ec1a24b1eb5f6df6" providerId="LiveId" clId="{151D107B-3CF3-4F91-9F3C-EE56BA81F78F}" dt="2025-08-20T23:40:34.733" v="1" actId="47"/>
        <pc:sldMkLst>
          <pc:docMk/>
          <pc:sldMk cId="1115900805" sldId="323"/>
        </pc:sldMkLst>
      </pc:sldChg>
      <pc:sldChg chg="del">
        <pc:chgData name="MINHO PARK" userId="ec1a24b1eb5f6df6" providerId="LiveId" clId="{151D107B-3CF3-4F91-9F3C-EE56BA81F78F}" dt="2025-08-20T23:40:34.733" v="1" actId="47"/>
        <pc:sldMkLst>
          <pc:docMk/>
          <pc:sldMk cId="953749680" sldId="324"/>
        </pc:sldMkLst>
      </pc:sldChg>
      <pc:sldChg chg="del">
        <pc:chgData name="MINHO PARK" userId="ec1a24b1eb5f6df6" providerId="LiveId" clId="{151D107B-3CF3-4F91-9F3C-EE56BA81F78F}" dt="2025-08-20T23:40:34.733" v="1" actId="47"/>
        <pc:sldMkLst>
          <pc:docMk/>
          <pc:sldMk cId="2589981788" sldId="325"/>
        </pc:sldMkLst>
      </pc:sldChg>
    </pc:docChg>
  </pc:docChgLst>
  <pc:docChgLst>
    <pc:chgData name="MINHO PARK" userId="ec1a24b1eb5f6df6" providerId="LiveId" clId="{4E8F9FE4-FC00-4780-AC73-DE54AD7741D4}"/>
    <pc:docChg chg="undo custSel addSld delSld modSld sldOrd modMainMaster">
      <pc:chgData name="MINHO PARK" userId="ec1a24b1eb5f6df6" providerId="LiveId" clId="{4E8F9FE4-FC00-4780-AC73-DE54AD7741D4}" dt="2025-08-18T07:40:15.839" v="2730" actId="47"/>
      <pc:docMkLst>
        <pc:docMk/>
      </pc:docMkLst>
      <pc:sldChg chg="modSp mod">
        <pc:chgData name="MINHO PARK" userId="ec1a24b1eb5f6df6" providerId="LiveId" clId="{4E8F9FE4-FC00-4780-AC73-DE54AD7741D4}" dt="2025-08-18T06:24:07.247" v="100" actId="255"/>
        <pc:sldMkLst>
          <pc:docMk/>
          <pc:sldMk cId="1504224030" sldId="273"/>
        </pc:sldMkLst>
      </pc:sldChg>
      <pc:sldChg chg="addSp delSp modSp mod">
        <pc:chgData name="MINHO PARK" userId="ec1a24b1eb5f6df6" providerId="LiveId" clId="{4E8F9FE4-FC00-4780-AC73-DE54AD7741D4}" dt="2025-08-18T07:26:32.037" v="2368" actId="20577"/>
        <pc:sldMkLst>
          <pc:docMk/>
          <pc:sldMk cId="270784832" sldId="274"/>
        </pc:sldMkLst>
      </pc:sldChg>
      <pc:sldChg chg="del">
        <pc:chgData name="MINHO PARK" userId="ec1a24b1eb5f6df6" providerId="LiveId" clId="{4E8F9FE4-FC00-4780-AC73-DE54AD7741D4}" dt="2025-08-18T07:40:15.839" v="2730" actId="47"/>
        <pc:sldMkLst>
          <pc:docMk/>
          <pc:sldMk cId="4147705440" sldId="275"/>
        </pc:sldMkLst>
      </pc:sldChg>
      <pc:sldChg chg="modSp add mod">
        <pc:chgData name="MINHO PARK" userId="ec1a24b1eb5f6df6" providerId="LiveId" clId="{4E8F9FE4-FC00-4780-AC73-DE54AD7741D4}" dt="2025-08-18T06:47:18.995" v="543" actId="20577"/>
        <pc:sldMkLst>
          <pc:docMk/>
          <pc:sldMk cId="238384410" sldId="276"/>
        </pc:sldMkLst>
      </pc:sldChg>
      <pc:sldChg chg="addSp modSp add mod">
        <pc:chgData name="MINHO PARK" userId="ec1a24b1eb5f6df6" providerId="LiveId" clId="{4E8F9FE4-FC00-4780-AC73-DE54AD7741D4}" dt="2025-08-18T07:02:22.192" v="1160" actId="20577"/>
        <pc:sldMkLst>
          <pc:docMk/>
          <pc:sldMk cId="4143830121" sldId="277"/>
        </pc:sldMkLst>
      </pc:sldChg>
      <pc:sldChg chg="addSp delSp modSp add mod">
        <pc:chgData name="MINHO PARK" userId="ec1a24b1eb5f6df6" providerId="LiveId" clId="{4E8F9FE4-FC00-4780-AC73-DE54AD7741D4}" dt="2025-08-18T07:02:29.252" v="1167" actId="20577"/>
        <pc:sldMkLst>
          <pc:docMk/>
          <pc:sldMk cId="3122498078" sldId="278"/>
        </pc:sldMkLst>
      </pc:sldChg>
      <pc:sldChg chg="addSp delSp modSp add mod">
        <pc:chgData name="MINHO PARK" userId="ec1a24b1eb5f6df6" providerId="LiveId" clId="{4E8F9FE4-FC00-4780-AC73-DE54AD7741D4}" dt="2025-08-18T07:09:38.322" v="1234" actId="14100"/>
        <pc:sldMkLst>
          <pc:docMk/>
          <pc:sldMk cId="409793747" sldId="279"/>
        </pc:sldMkLst>
      </pc:sldChg>
      <pc:sldChg chg="addSp delSp modSp add mod ord">
        <pc:chgData name="MINHO PARK" userId="ec1a24b1eb5f6df6" providerId="LiveId" clId="{4E8F9FE4-FC00-4780-AC73-DE54AD7741D4}" dt="2025-08-18T07:39:46.223" v="2727" actId="478"/>
        <pc:sldMkLst>
          <pc:docMk/>
          <pc:sldMk cId="3368938239" sldId="280"/>
        </pc:sldMkLst>
      </pc:sldChg>
      <pc:sldChg chg="addSp delSp modSp add mod">
        <pc:chgData name="MINHO PARK" userId="ec1a24b1eb5f6df6" providerId="LiveId" clId="{4E8F9FE4-FC00-4780-AC73-DE54AD7741D4}" dt="2025-08-18T07:26:44.126" v="2369" actId="478"/>
        <pc:sldMkLst>
          <pc:docMk/>
          <pc:sldMk cId="3385595442" sldId="281"/>
        </pc:sldMkLst>
      </pc:sldChg>
      <pc:sldChg chg="add del">
        <pc:chgData name="MINHO PARK" userId="ec1a24b1eb5f6df6" providerId="LiveId" clId="{4E8F9FE4-FC00-4780-AC73-DE54AD7741D4}" dt="2025-08-18T07:40:13.937" v="2729" actId="47"/>
        <pc:sldMkLst>
          <pc:docMk/>
          <pc:sldMk cId="2487709367" sldId="282"/>
        </pc:sldMkLst>
      </pc:sldChg>
      <pc:sldMasterChg chg="addSp delSp modSp mod modSldLayout">
        <pc:chgData name="MINHO PARK" userId="ec1a24b1eb5f6df6" providerId="LiveId" clId="{4E8F9FE4-FC00-4780-AC73-DE54AD7741D4}" dt="2025-08-18T06:35:00.103" v="208" actId="14100"/>
        <pc:sldMasterMkLst>
          <pc:docMk/>
          <pc:sldMasterMk cId="0" sldId="2147483662"/>
        </pc:sldMasterMkLst>
        <pc:sldLayoutChg chg="addSp delSp modSp mod">
          <pc:chgData name="MINHO PARK" userId="ec1a24b1eb5f6df6" providerId="LiveId" clId="{4E8F9FE4-FC00-4780-AC73-DE54AD7741D4}" dt="2025-08-18T06:17:50.630" v="16" actId="1076"/>
          <pc:sldLayoutMkLst>
            <pc:docMk/>
            <pc:sldMasterMk cId="0" sldId="2147483662"/>
            <pc:sldLayoutMk cId="0" sldId="2147483663"/>
          </pc:sldLayoutMkLst>
        </pc:sldLayoutChg>
        <pc:sldLayoutChg chg="modSp mod">
          <pc:chgData name="MINHO PARK" userId="ec1a24b1eb5f6df6" providerId="LiveId" clId="{4E8F9FE4-FC00-4780-AC73-DE54AD7741D4}" dt="2025-08-18T06:35:00.103" v="208" actId="14100"/>
          <pc:sldLayoutMkLst>
            <pc:docMk/>
            <pc:sldMasterMk cId="0" sldId="2147483662"/>
            <pc:sldLayoutMk cId="0" sldId="2147483665"/>
          </pc:sldLayoutMkLst>
        </pc:sldLayoutChg>
      </pc:sldMasterChg>
    </pc:docChg>
  </pc:docChgLst>
  <pc:docChgLst>
    <pc:chgData name="MINHO PARK" userId="ec1a24b1eb5f6df6" providerId="LiveId" clId="{DC3A0B78-274D-4398-A67C-36F312C3FCE3}"/>
    <pc:docChg chg="custSel addSld modSld modMainMaster">
      <pc:chgData name="MINHO PARK" userId="ec1a24b1eb5f6df6" providerId="LiveId" clId="{DC3A0B78-274D-4398-A67C-36F312C3FCE3}" dt="2025-08-24T03:14:15.383" v="177" actId="20577"/>
      <pc:docMkLst>
        <pc:docMk/>
      </pc:docMkLst>
      <pc:sldChg chg="modSp add mod">
        <pc:chgData name="MINHO PARK" userId="ec1a24b1eb5f6df6" providerId="LiveId" clId="{DC3A0B78-274D-4398-A67C-36F312C3FCE3}" dt="2025-08-24T03:14:15.383" v="177" actId="20577"/>
        <pc:sldMkLst>
          <pc:docMk/>
          <pc:sldMk cId="594364145" sldId="330"/>
        </pc:sldMkLst>
      </pc:sldChg>
      <pc:sldMasterChg chg="modSldLayout">
        <pc:chgData name="MINHO PARK" userId="ec1a24b1eb5f6df6" providerId="LiveId" clId="{DC3A0B78-274D-4398-A67C-36F312C3FCE3}" dt="2025-08-24T01:15:46.801" v="4"/>
        <pc:sldMasterMkLst>
          <pc:docMk/>
          <pc:sldMasterMk cId="0" sldId="2147483662"/>
        </pc:sldMasterMkLst>
        <pc:sldLayoutChg chg="addSp delSp modSp mod">
          <pc:chgData name="MINHO PARK" userId="ec1a24b1eb5f6df6" providerId="LiveId" clId="{DC3A0B78-274D-4398-A67C-36F312C3FCE3}" dt="2025-08-24T01:15:46.801" v="4"/>
          <pc:sldLayoutMkLst>
            <pc:docMk/>
            <pc:sldMasterMk cId="0" sldId="2147483662"/>
            <pc:sldLayoutMk cId="0" sldId="2147483663"/>
          </pc:sldLayoutMkLst>
          <pc:spChg chg="add mod">
            <ac:chgData name="MINHO PARK" userId="ec1a24b1eb5f6df6" providerId="LiveId" clId="{DC3A0B78-274D-4398-A67C-36F312C3FCE3}" dt="2025-08-24T01:15:46.801" v="4"/>
            <ac:spMkLst>
              <pc:docMk/>
              <pc:sldMasterMk cId="0" sldId="2147483662"/>
              <pc:sldLayoutMk cId="0" sldId="2147483663"/>
              <ac:spMk id="6" creationId="{E16C3C3F-88B1-A993-0DFA-F3180D58A9C2}"/>
            </ac:spMkLst>
          </pc:spChg>
          <pc:picChg chg="add mod">
            <ac:chgData name="MINHO PARK" userId="ec1a24b1eb5f6df6" providerId="LiveId" clId="{DC3A0B78-274D-4398-A67C-36F312C3FCE3}" dt="2025-08-24T01:15:46.801" v="4"/>
            <ac:picMkLst>
              <pc:docMk/>
              <pc:sldMasterMk cId="0" sldId="2147483662"/>
              <pc:sldLayoutMk cId="0" sldId="2147483663"/>
              <ac:picMk id="5" creationId="{436F795F-5BDB-2DED-927D-E4FF22FD2306}"/>
            </ac:picMkLst>
          </pc:picChg>
        </pc:sldLayoutChg>
      </pc:sldMasterChg>
    </pc:docChg>
  </pc:docChgLst>
  <pc:docChgLst>
    <pc:chgData name="MINHO PARK" userId="ec1a24b1eb5f6df6" providerId="LiveId" clId="{5F490BB3-F41C-42CD-8678-A28FD3A24737}"/>
    <pc:docChg chg="undo custSel addSld modSld">
      <pc:chgData name="MINHO PARK" userId="ec1a24b1eb5f6df6" providerId="LiveId" clId="{5F490BB3-F41C-42CD-8678-A28FD3A24737}" dt="2025-09-21T12:48:32.744" v="210"/>
      <pc:docMkLst>
        <pc:docMk/>
      </pc:docMkLst>
      <pc:sldChg chg="addSp modSp mod">
        <pc:chgData name="MINHO PARK" userId="ec1a24b1eb5f6df6" providerId="LiveId" clId="{5F490BB3-F41C-42CD-8678-A28FD3A24737}" dt="2025-09-17T06:09:42.273" v="10" actId="20577"/>
        <pc:sldMkLst>
          <pc:docMk/>
          <pc:sldMk cId="2888321862" sldId="279"/>
        </pc:sldMkLst>
        <pc:spChg chg="mod">
          <ac:chgData name="MINHO PARK" userId="ec1a24b1eb5f6df6" providerId="LiveId" clId="{5F490BB3-F41C-42CD-8678-A28FD3A24737}" dt="2025-09-17T06:09:42.273" v="10" actId="20577"/>
          <ac:spMkLst>
            <pc:docMk/>
            <pc:sldMk cId="2888321862" sldId="279"/>
            <ac:spMk id="3" creationId="{455436E8-6D92-8A25-61C9-A8AC04F3A295}"/>
          </ac:spMkLst>
        </pc:spChg>
        <pc:picChg chg="add mod">
          <ac:chgData name="MINHO PARK" userId="ec1a24b1eb5f6df6" providerId="LiveId" clId="{5F490BB3-F41C-42CD-8678-A28FD3A24737}" dt="2025-09-17T06:07:47.635" v="2" actId="1076"/>
          <ac:picMkLst>
            <pc:docMk/>
            <pc:sldMk cId="2888321862" sldId="279"/>
            <ac:picMk id="4" creationId="{692A8410-B53E-FA63-9A30-C9C445226466}"/>
          </ac:picMkLst>
        </pc:picChg>
      </pc:sldChg>
      <pc:sldChg chg="modSp mod">
        <pc:chgData name="MINHO PARK" userId="ec1a24b1eb5f6df6" providerId="LiveId" clId="{5F490BB3-F41C-42CD-8678-A28FD3A24737}" dt="2025-09-21T12:48:32.744" v="210"/>
        <pc:sldMkLst>
          <pc:docMk/>
          <pc:sldMk cId="4282015703" sldId="284"/>
        </pc:sldMkLst>
        <pc:spChg chg="mod">
          <ac:chgData name="MINHO PARK" userId="ec1a24b1eb5f6df6" providerId="LiveId" clId="{5F490BB3-F41C-42CD-8678-A28FD3A24737}" dt="2025-09-21T12:48:32.744" v="210"/>
          <ac:spMkLst>
            <pc:docMk/>
            <pc:sldMk cId="4282015703" sldId="284"/>
            <ac:spMk id="3" creationId="{EF511001-51A1-75C7-C13F-482BEFE69C1A}"/>
          </ac:spMkLst>
        </pc:spChg>
      </pc:sldChg>
      <pc:sldChg chg="modSp mod">
        <pc:chgData name="MINHO PARK" userId="ec1a24b1eb5f6df6" providerId="LiveId" clId="{5F490BB3-F41C-42CD-8678-A28FD3A24737}" dt="2025-09-17T06:35:46.840" v="22" actId="20577"/>
        <pc:sldMkLst>
          <pc:docMk/>
          <pc:sldMk cId="2033238726" sldId="333"/>
        </pc:sldMkLst>
        <pc:spChg chg="mod">
          <ac:chgData name="MINHO PARK" userId="ec1a24b1eb5f6df6" providerId="LiveId" clId="{5F490BB3-F41C-42CD-8678-A28FD3A24737}" dt="2025-09-17T06:35:46.840" v="22" actId="20577"/>
          <ac:spMkLst>
            <pc:docMk/>
            <pc:sldMk cId="2033238726" sldId="333"/>
            <ac:spMk id="3" creationId="{AE596048-DB00-19E4-EDA6-174483EE0BE6}"/>
          </ac:spMkLst>
        </pc:spChg>
        <pc:cxnChg chg="mod">
          <ac:chgData name="MINHO PARK" userId="ec1a24b1eb5f6df6" providerId="LiveId" clId="{5F490BB3-F41C-42CD-8678-A28FD3A24737}" dt="2025-09-17T06:34:59.150" v="21" actId="208"/>
          <ac:cxnSpMkLst>
            <pc:docMk/>
            <pc:sldMk cId="2033238726" sldId="333"/>
            <ac:cxnSpMk id="11" creationId="{F720DD95-677A-9E42-A35F-EAF8AB2311FD}"/>
          </ac:cxnSpMkLst>
        </pc:cxnChg>
        <pc:cxnChg chg="mod">
          <ac:chgData name="MINHO PARK" userId="ec1a24b1eb5f6df6" providerId="LiveId" clId="{5F490BB3-F41C-42CD-8678-A28FD3A24737}" dt="2025-09-17T06:34:59.150" v="21" actId="208"/>
          <ac:cxnSpMkLst>
            <pc:docMk/>
            <pc:sldMk cId="2033238726" sldId="333"/>
            <ac:cxnSpMk id="14" creationId="{B940B89A-CACE-9030-7012-62F1FCA840FB}"/>
          </ac:cxnSpMkLst>
        </pc:cxnChg>
      </pc:sldChg>
      <pc:sldChg chg="modSp mod">
        <pc:chgData name="MINHO PARK" userId="ec1a24b1eb5f6df6" providerId="LiveId" clId="{5F490BB3-F41C-42CD-8678-A28FD3A24737}" dt="2025-09-17T06:15:36.758" v="20" actId="1036"/>
        <pc:sldMkLst>
          <pc:docMk/>
          <pc:sldMk cId="1151979564" sldId="337"/>
        </pc:sldMkLst>
        <pc:spChg chg="mod">
          <ac:chgData name="MINHO PARK" userId="ec1a24b1eb5f6df6" providerId="LiveId" clId="{5F490BB3-F41C-42CD-8678-A28FD3A24737}" dt="2025-09-17T06:15:36.758" v="20" actId="1036"/>
          <ac:spMkLst>
            <pc:docMk/>
            <pc:sldMk cId="1151979564" sldId="337"/>
            <ac:spMk id="34" creationId="{909BB21A-02A7-7879-C1FA-696020A27D38}"/>
          </ac:spMkLst>
        </pc:spChg>
      </pc:sldChg>
      <pc:sldChg chg="addSp modSp mod">
        <pc:chgData name="MINHO PARK" userId="ec1a24b1eb5f6df6" providerId="LiveId" clId="{5F490BB3-F41C-42CD-8678-A28FD3A24737}" dt="2025-09-21T11:23:36" v="105" actId="1076"/>
        <pc:sldMkLst>
          <pc:docMk/>
          <pc:sldMk cId="1146333581" sldId="338"/>
        </pc:sldMkLst>
        <pc:spChg chg="add mod">
          <ac:chgData name="MINHO PARK" userId="ec1a24b1eb5f6df6" providerId="LiveId" clId="{5F490BB3-F41C-42CD-8678-A28FD3A24737}" dt="2025-09-21T11:21:54.910" v="103" actId="14100"/>
          <ac:spMkLst>
            <pc:docMk/>
            <pc:sldMk cId="1146333581" sldId="338"/>
            <ac:spMk id="4" creationId="{5771B070-DF30-B23F-980A-0618D224588E}"/>
          </ac:spMkLst>
        </pc:spChg>
        <pc:picChg chg="mod">
          <ac:chgData name="MINHO PARK" userId="ec1a24b1eb5f6df6" providerId="LiveId" clId="{5F490BB3-F41C-42CD-8678-A28FD3A24737}" dt="2025-09-21T11:23:36" v="105" actId="1076"/>
          <ac:picMkLst>
            <pc:docMk/>
            <pc:sldMk cId="1146333581" sldId="338"/>
            <ac:picMk id="9220" creationId="{CAA53513-4706-8223-2C04-E1F2F5AC23A8}"/>
          </ac:picMkLst>
        </pc:picChg>
      </pc:sldChg>
      <pc:sldChg chg="modSp mod">
        <pc:chgData name="MINHO PARK" userId="ec1a24b1eb5f6df6" providerId="LiveId" clId="{5F490BB3-F41C-42CD-8678-A28FD3A24737}" dt="2025-09-21T12:13:29.613" v="111" actId="20577"/>
        <pc:sldMkLst>
          <pc:docMk/>
          <pc:sldMk cId="677122506" sldId="342"/>
        </pc:sldMkLst>
        <pc:spChg chg="mod">
          <ac:chgData name="MINHO PARK" userId="ec1a24b1eb5f6df6" providerId="LiveId" clId="{5F490BB3-F41C-42CD-8678-A28FD3A24737}" dt="2025-09-21T12:13:29.613" v="111" actId="20577"/>
          <ac:spMkLst>
            <pc:docMk/>
            <pc:sldMk cId="677122506" sldId="342"/>
            <ac:spMk id="3" creationId="{7AF9AB25-D58F-E456-D2CC-5FC07E9CCC37}"/>
          </ac:spMkLst>
        </pc:spChg>
      </pc:sldChg>
      <pc:sldChg chg="addSp modSp mod">
        <pc:chgData name="MINHO PARK" userId="ec1a24b1eb5f6df6" providerId="LiveId" clId="{5F490BB3-F41C-42CD-8678-A28FD3A24737}" dt="2025-09-21T12:24:37.359" v="138" actId="1076"/>
        <pc:sldMkLst>
          <pc:docMk/>
          <pc:sldMk cId="2437729117" sldId="345"/>
        </pc:sldMkLst>
        <pc:spChg chg="add mod">
          <ac:chgData name="MINHO PARK" userId="ec1a24b1eb5f6df6" providerId="LiveId" clId="{5F490BB3-F41C-42CD-8678-A28FD3A24737}" dt="2025-09-21T12:24:37.359" v="138" actId="1076"/>
          <ac:spMkLst>
            <pc:docMk/>
            <pc:sldMk cId="2437729117" sldId="345"/>
            <ac:spMk id="3" creationId="{94A59C9E-C68F-8118-98D1-E5E61CC33A57}"/>
          </ac:spMkLst>
        </pc:spChg>
        <pc:picChg chg="add mod">
          <ac:chgData name="MINHO PARK" userId="ec1a24b1eb5f6df6" providerId="LiveId" clId="{5F490BB3-F41C-42CD-8678-A28FD3A24737}" dt="2025-09-21T12:24:14.536" v="124" actId="1037"/>
          <ac:picMkLst>
            <pc:docMk/>
            <pc:sldMk cId="2437729117" sldId="345"/>
            <ac:picMk id="1026" creationId="{94A82C5D-C2F5-8877-91FE-9841884FC568}"/>
          </ac:picMkLst>
        </pc:picChg>
      </pc:sldChg>
      <pc:sldChg chg="modSp mod">
        <pc:chgData name="MINHO PARK" userId="ec1a24b1eb5f6df6" providerId="LiveId" clId="{5F490BB3-F41C-42CD-8678-A28FD3A24737}" dt="2025-09-21T12:32:33.250" v="157" actId="1038"/>
        <pc:sldMkLst>
          <pc:docMk/>
          <pc:sldMk cId="2369900171" sldId="346"/>
        </pc:sldMkLst>
        <pc:picChg chg="mod">
          <ac:chgData name="MINHO PARK" userId="ec1a24b1eb5f6df6" providerId="LiveId" clId="{5F490BB3-F41C-42CD-8678-A28FD3A24737}" dt="2025-09-21T12:32:33.250" v="157" actId="1038"/>
          <ac:picMkLst>
            <pc:docMk/>
            <pc:sldMk cId="2369900171" sldId="346"/>
            <ac:picMk id="3" creationId="{90EB5FDC-793F-6D67-939C-780FC792585D}"/>
          </ac:picMkLst>
        </pc:picChg>
      </pc:sldChg>
      <pc:sldChg chg="addSp modSp mod">
        <pc:chgData name="MINHO PARK" userId="ec1a24b1eb5f6df6" providerId="LiveId" clId="{5F490BB3-F41C-42CD-8678-A28FD3A24737}" dt="2025-09-17T06:40:03.524" v="34" actId="1035"/>
        <pc:sldMkLst>
          <pc:docMk/>
          <pc:sldMk cId="328957847" sldId="350"/>
        </pc:sldMkLst>
        <pc:cxnChg chg="add mod">
          <ac:chgData name="MINHO PARK" userId="ec1a24b1eb5f6df6" providerId="LiveId" clId="{5F490BB3-F41C-42CD-8678-A28FD3A24737}" dt="2025-09-17T06:40:03.524" v="34" actId="1035"/>
          <ac:cxnSpMkLst>
            <pc:docMk/>
            <pc:sldMk cId="328957847" sldId="350"/>
            <ac:cxnSpMk id="15" creationId="{6D74FB36-F047-DA37-BE65-76EA646B7E90}"/>
          </ac:cxnSpMkLst>
        </pc:cxnChg>
      </pc:sldChg>
      <pc:sldChg chg="addSp modSp mod">
        <pc:chgData name="MINHO PARK" userId="ec1a24b1eb5f6df6" providerId="LiveId" clId="{5F490BB3-F41C-42CD-8678-A28FD3A24737}" dt="2025-09-17T06:40:48.946" v="36" actId="1076"/>
        <pc:sldMkLst>
          <pc:docMk/>
          <pc:sldMk cId="3379720639" sldId="351"/>
        </pc:sldMkLst>
        <pc:cxnChg chg="add mod">
          <ac:chgData name="MINHO PARK" userId="ec1a24b1eb5f6df6" providerId="LiveId" clId="{5F490BB3-F41C-42CD-8678-A28FD3A24737}" dt="2025-09-17T06:40:48.946" v="36" actId="1076"/>
          <ac:cxnSpMkLst>
            <pc:docMk/>
            <pc:sldMk cId="3379720639" sldId="351"/>
            <ac:cxnSpMk id="3" creationId="{76879873-D9D1-C1AE-3784-677221FF31A1}"/>
          </ac:cxnSpMkLst>
        </pc:cxnChg>
      </pc:sldChg>
      <pc:sldChg chg="addSp modSp mod">
        <pc:chgData name="MINHO PARK" userId="ec1a24b1eb5f6df6" providerId="LiveId" clId="{5F490BB3-F41C-42CD-8678-A28FD3A24737}" dt="2025-09-17T06:45:38.330" v="40" actId="1037"/>
        <pc:sldMkLst>
          <pc:docMk/>
          <pc:sldMk cId="1379349491" sldId="354"/>
        </pc:sldMkLst>
        <pc:cxnChg chg="add mod">
          <ac:chgData name="MINHO PARK" userId="ec1a24b1eb5f6df6" providerId="LiveId" clId="{5F490BB3-F41C-42CD-8678-A28FD3A24737}" dt="2025-09-17T06:45:38.330" v="40" actId="1037"/>
          <ac:cxnSpMkLst>
            <pc:docMk/>
            <pc:sldMk cId="1379349491" sldId="354"/>
            <ac:cxnSpMk id="2" creationId="{7B7F9507-192D-DE56-F03B-547567258EE5}"/>
          </ac:cxnSpMkLst>
        </pc:cxnChg>
      </pc:sldChg>
      <pc:sldChg chg="addSp modSp mod">
        <pc:chgData name="MINHO PARK" userId="ec1a24b1eb5f6df6" providerId="LiveId" clId="{5F490BB3-F41C-42CD-8678-A28FD3A24737}" dt="2025-09-17T07:14:24.693" v="49" actId="1037"/>
        <pc:sldMkLst>
          <pc:docMk/>
          <pc:sldMk cId="1112726194" sldId="358"/>
        </pc:sldMkLst>
        <pc:picChg chg="mod">
          <ac:chgData name="MINHO PARK" userId="ec1a24b1eb5f6df6" providerId="LiveId" clId="{5F490BB3-F41C-42CD-8678-A28FD3A24737}" dt="2025-09-17T07:14:24.693" v="49" actId="1037"/>
          <ac:picMkLst>
            <pc:docMk/>
            <pc:sldMk cId="1112726194" sldId="358"/>
            <ac:picMk id="4" creationId="{4513C540-4613-CFA4-0F68-79CFD1408E8B}"/>
          </ac:picMkLst>
        </pc:picChg>
        <pc:picChg chg="mod">
          <ac:chgData name="MINHO PARK" userId="ec1a24b1eb5f6df6" providerId="LiveId" clId="{5F490BB3-F41C-42CD-8678-A28FD3A24737}" dt="2025-09-17T07:14:24.693" v="49" actId="1037"/>
          <ac:picMkLst>
            <pc:docMk/>
            <pc:sldMk cId="1112726194" sldId="358"/>
            <ac:picMk id="7" creationId="{58A25431-C30E-86D1-8666-0BBC74C75B7D}"/>
          </ac:picMkLst>
        </pc:picChg>
      </pc:sldChg>
      <pc:sldChg chg="modSp mod">
        <pc:chgData name="MINHO PARK" userId="ec1a24b1eb5f6df6" providerId="LiveId" clId="{5F490BB3-F41C-42CD-8678-A28FD3A24737}" dt="2025-09-17T07:13:36.698" v="41" actId="14100"/>
        <pc:sldMkLst>
          <pc:docMk/>
          <pc:sldMk cId="1649929547" sldId="364"/>
        </pc:sldMkLst>
        <pc:spChg chg="mod">
          <ac:chgData name="MINHO PARK" userId="ec1a24b1eb5f6df6" providerId="LiveId" clId="{5F490BB3-F41C-42CD-8678-A28FD3A24737}" dt="2025-09-17T07:13:36.698" v="41" actId="14100"/>
          <ac:spMkLst>
            <pc:docMk/>
            <pc:sldMk cId="1649929547" sldId="364"/>
            <ac:spMk id="12" creationId="{D9967BCF-39BF-6E2D-C71C-25617772EBD4}"/>
          </ac:spMkLst>
        </pc:spChg>
      </pc:sldChg>
      <pc:sldChg chg="modSp mod">
        <pc:chgData name="MINHO PARK" userId="ec1a24b1eb5f6df6" providerId="LiveId" clId="{5F490BB3-F41C-42CD-8678-A28FD3A24737}" dt="2025-09-17T07:13:40.962" v="42" actId="14100"/>
        <pc:sldMkLst>
          <pc:docMk/>
          <pc:sldMk cId="1424938294" sldId="365"/>
        </pc:sldMkLst>
        <pc:spChg chg="mod">
          <ac:chgData name="MINHO PARK" userId="ec1a24b1eb5f6df6" providerId="LiveId" clId="{5F490BB3-F41C-42CD-8678-A28FD3A24737}" dt="2025-09-17T07:13:40.962" v="42" actId="14100"/>
          <ac:spMkLst>
            <pc:docMk/>
            <pc:sldMk cId="1424938294" sldId="365"/>
            <ac:spMk id="12" creationId="{8C006365-4952-63F1-7136-B8B760180021}"/>
          </ac:spMkLst>
        </pc:spChg>
      </pc:sldChg>
      <pc:sldChg chg="addSp modSp mod">
        <pc:chgData name="MINHO PARK" userId="ec1a24b1eb5f6df6" providerId="LiveId" clId="{5F490BB3-F41C-42CD-8678-A28FD3A24737}" dt="2025-09-21T11:52:39.199" v="110" actId="14100"/>
        <pc:sldMkLst>
          <pc:docMk/>
          <pc:sldMk cId="1591794240" sldId="367"/>
        </pc:sldMkLst>
        <pc:spChg chg="mod">
          <ac:chgData name="MINHO PARK" userId="ec1a24b1eb5f6df6" providerId="LiveId" clId="{5F490BB3-F41C-42CD-8678-A28FD3A24737}" dt="2025-09-17T06:37:26.236" v="24" actId="14100"/>
          <ac:spMkLst>
            <pc:docMk/>
            <pc:sldMk cId="1591794240" sldId="367"/>
            <ac:spMk id="3" creationId="{CD36932B-B0A6-BC3A-3BB5-AB3B30F2B021}"/>
          </ac:spMkLst>
        </pc:spChg>
        <pc:cxnChg chg="add mod">
          <ac:chgData name="MINHO PARK" userId="ec1a24b1eb5f6df6" providerId="LiveId" clId="{5F490BB3-F41C-42CD-8678-A28FD3A24737}" dt="2025-09-21T11:52:29.053" v="107" actId="208"/>
          <ac:cxnSpMkLst>
            <pc:docMk/>
            <pc:sldMk cId="1591794240" sldId="367"/>
            <ac:cxnSpMk id="5" creationId="{1C04BC26-13C6-9821-2C12-B283FE336AA1}"/>
          </ac:cxnSpMkLst>
        </pc:cxnChg>
        <pc:cxnChg chg="add mod">
          <ac:chgData name="MINHO PARK" userId="ec1a24b1eb5f6df6" providerId="LiveId" clId="{5F490BB3-F41C-42CD-8678-A28FD3A24737}" dt="2025-09-21T11:52:39.199" v="110" actId="14100"/>
          <ac:cxnSpMkLst>
            <pc:docMk/>
            <pc:sldMk cId="1591794240" sldId="367"/>
            <ac:cxnSpMk id="6" creationId="{F409C0F8-9348-A70C-C971-547459E33457}"/>
          </ac:cxnSpMkLst>
        </pc:cxnChg>
      </pc:sldChg>
      <pc:sldChg chg="modNotesTx">
        <pc:chgData name="MINHO PARK" userId="ec1a24b1eb5f6df6" providerId="LiveId" clId="{5F490BB3-F41C-42CD-8678-A28FD3A24737}" dt="2025-09-21T12:37:17.264" v="158" actId="20577"/>
        <pc:sldMkLst>
          <pc:docMk/>
          <pc:sldMk cId="589658465" sldId="370"/>
        </pc:sldMkLst>
      </pc:sldChg>
      <pc:sldChg chg="addSp delSp modSp add mod modAnim modNotesTx">
        <pc:chgData name="MINHO PARK" userId="ec1a24b1eb5f6df6" providerId="LiveId" clId="{5F490BB3-F41C-42CD-8678-A28FD3A24737}" dt="2025-09-21T12:48:24.118" v="201" actId="14100"/>
        <pc:sldMkLst>
          <pc:docMk/>
          <pc:sldMk cId="896232378" sldId="371"/>
        </pc:sldMkLst>
        <pc:spChg chg="mod">
          <ac:chgData name="MINHO PARK" userId="ec1a24b1eb5f6df6" providerId="LiveId" clId="{5F490BB3-F41C-42CD-8678-A28FD3A24737}" dt="2025-09-21T12:47:48.289" v="183" actId="20577"/>
          <ac:spMkLst>
            <pc:docMk/>
            <pc:sldMk cId="896232378" sldId="371"/>
            <ac:spMk id="2" creationId="{DE425BFA-ABCC-CA4F-3991-9ADF75CD4D25}"/>
          </ac:spMkLst>
        </pc:spChg>
        <pc:picChg chg="add mod">
          <ac:chgData name="MINHO PARK" userId="ec1a24b1eb5f6df6" providerId="LiveId" clId="{5F490BB3-F41C-42CD-8678-A28FD3A24737}" dt="2025-09-21T12:48:24.118" v="201" actId="14100"/>
          <ac:picMkLst>
            <pc:docMk/>
            <pc:sldMk cId="896232378" sldId="371"/>
            <ac:picMk id="3" creationId="{0364B8B1-725D-7ADE-448A-5BC4DB12E864}"/>
          </ac:picMkLst>
        </pc:picChg>
        <pc:picChg chg="del">
          <ac:chgData name="MINHO PARK" userId="ec1a24b1eb5f6df6" providerId="LiveId" clId="{5F490BB3-F41C-42CD-8678-A28FD3A24737}" dt="2025-09-21T12:47:37.832" v="161" actId="478"/>
          <ac:picMkLst>
            <pc:docMk/>
            <pc:sldMk cId="896232378" sldId="371"/>
            <ac:picMk id="4" creationId="{62DDFC3B-DA38-4B2F-EB80-1A2738F9C62C}"/>
          </ac:picMkLst>
        </pc:picChg>
        <pc:picChg chg="del">
          <ac:chgData name="MINHO PARK" userId="ec1a24b1eb5f6df6" providerId="LiveId" clId="{5F490BB3-F41C-42CD-8678-A28FD3A24737}" dt="2025-09-21T12:47:37.328" v="160" actId="478"/>
          <ac:picMkLst>
            <pc:docMk/>
            <pc:sldMk cId="896232378" sldId="371"/>
            <ac:picMk id="7" creationId="{BC743DA3-B42C-7253-31EA-DE9D464ECD8A}"/>
          </ac:picMkLst>
        </pc:picChg>
      </pc:sldChg>
    </pc:docChg>
  </pc:docChgLst>
  <pc:docChgLst>
    <pc:chgData name="MINHO PARK" userId="ec1a24b1eb5f6df6" providerId="LiveId" clId="{83668191-4485-40C0-B85D-F9248DBB16D2}"/>
    <pc:docChg chg="custSel delSld modSld">
      <pc:chgData name="MINHO PARK" userId="ec1a24b1eb5f6df6" providerId="LiveId" clId="{83668191-4485-40C0-B85D-F9248DBB16D2}" dt="2025-08-18T07:49:13.388" v="184"/>
      <pc:docMkLst>
        <pc:docMk/>
      </pc:docMkLst>
      <pc:sldChg chg="modSp mod">
        <pc:chgData name="MINHO PARK" userId="ec1a24b1eb5f6df6" providerId="LiveId" clId="{83668191-4485-40C0-B85D-F9248DBB16D2}" dt="2025-08-18T07:44:59.458" v="65" actId="20577"/>
        <pc:sldMkLst>
          <pc:docMk/>
          <pc:sldMk cId="1504224030" sldId="273"/>
        </pc:sldMkLst>
      </pc:sldChg>
      <pc:sldChg chg="modSp mod">
        <pc:chgData name="MINHO PARK" userId="ec1a24b1eb5f6df6" providerId="LiveId" clId="{83668191-4485-40C0-B85D-F9248DBB16D2}" dt="2025-08-18T07:49:13.388" v="184"/>
        <pc:sldMkLst>
          <pc:docMk/>
          <pc:sldMk cId="238384410" sldId="276"/>
        </pc:sldMkLst>
      </pc:sldChg>
      <pc:sldChg chg="del">
        <pc:chgData name="MINHO PARK" userId="ec1a24b1eb5f6df6" providerId="LiveId" clId="{83668191-4485-40C0-B85D-F9248DBB16D2}" dt="2025-08-18T07:43:57.079" v="23" actId="47"/>
        <pc:sldMkLst>
          <pc:docMk/>
          <pc:sldMk cId="4143830121" sldId="277"/>
        </pc:sldMkLst>
      </pc:sldChg>
      <pc:sldChg chg="del">
        <pc:chgData name="MINHO PARK" userId="ec1a24b1eb5f6df6" providerId="LiveId" clId="{83668191-4485-40C0-B85D-F9248DBB16D2}" dt="2025-08-18T07:43:57.310" v="24" actId="47"/>
        <pc:sldMkLst>
          <pc:docMk/>
          <pc:sldMk cId="3122498078" sldId="278"/>
        </pc:sldMkLst>
      </pc:sldChg>
      <pc:sldChg chg="del">
        <pc:chgData name="MINHO PARK" userId="ec1a24b1eb5f6df6" providerId="LiveId" clId="{83668191-4485-40C0-B85D-F9248DBB16D2}" dt="2025-08-18T07:43:57.789" v="25" actId="47"/>
        <pc:sldMkLst>
          <pc:docMk/>
          <pc:sldMk cId="409793747" sldId="279"/>
        </pc:sldMkLst>
      </pc:sldChg>
      <pc:sldChg chg="del">
        <pc:chgData name="MINHO PARK" userId="ec1a24b1eb5f6df6" providerId="LiveId" clId="{83668191-4485-40C0-B85D-F9248DBB16D2}" dt="2025-08-18T07:44:00.607" v="27" actId="47"/>
        <pc:sldMkLst>
          <pc:docMk/>
          <pc:sldMk cId="3368938239" sldId="280"/>
        </pc:sldMkLst>
      </pc:sldChg>
      <pc:sldChg chg="del">
        <pc:chgData name="MINHO PARK" userId="ec1a24b1eb5f6df6" providerId="LiveId" clId="{83668191-4485-40C0-B85D-F9248DBB16D2}" dt="2025-08-18T07:43:58.366" v="26" actId="47"/>
        <pc:sldMkLst>
          <pc:docMk/>
          <pc:sldMk cId="3385595442" sldId="281"/>
        </pc:sldMkLst>
      </pc:sldChg>
    </pc:docChg>
  </pc:docChgLst>
  <pc:docChgLst>
    <pc:chgData name="MINHO PARK" userId="ec1a24b1eb5f6df6" providerId="LiveId" clId="{B8C1BF8A-CBA4-4A13-9530-918D1EB03142}"/>
    <pc:docChg chg="undo custSel addSld delSld modSld sldOrd">
      <pc:chgData name="MINHO PARK" userId="ec1a24b1eb5f6df6" providerId="LiveId" clId="{B8C1BF8A-CBA4-4A13-9530-918D1EB03142}" dt="2025-08-20T00:25:41.049" v="5765" actId="20577"/>
      <pc:docMkLst>
        <pc:docMk/>
      </pc:docMkLst>
      <pc:sldChg chg="addSp delSp modSp mod">
        <pc:chgData name="MINHO PARK" userId="ec1a24b1eb5f6df6" providerId="LiveId" clId="{B8C1BF8A-CBA4-4A13-9530-918D1EB03142}" dt="2025-08-19T02:12:41.335" v="1539" actId="1076"/>
        <pc:sldMkLst>
          <pc:docMk/>
          <pc:sldMk cId="238384410" sldId="276"/>
        </pc:sldMkLst>
      </pc:sldChg>
      <pc:sldChg chg="addSp delSp modSp add mod ord">
        <pc:chgData name="MINHO PARK" userId="ec1a24b1eb5f6df6" providerId="LiveId" clId="{B8C1BF8A-CBA4-4A13-9530-918D1EB03142}" dt="2025-08-19T02:01:59.571" v="1452" actId="1076"/>
        <pc:sldMkLst>
          <pc:docMk/>
          <pc:sldMk cId="2784901827" sldId="277"/>
        </pc:sldMkLst>
      </pc:sldChg>
      <pc:sldChg chg="addSp delSp modSp add mod">
        <pc:chgData name="MINHO PARK" userId="ec1a24b1eb5f6df6" providerId="LiveId" clId="{B8C1BF8A-CBA4-4A13-9530-918D1EB03142}" dt="2025-08-19T01:34:31.982" v="889" actId="1076"/>
        <pc:sldMkLst>
          <pc:docMk/>
          <pc:sldMk cId="636119834" sldId="278"/>
        </pc:sldMkLst>
      </pc:sldChg>
      <pc:sldChg chg="addSp modSp add mod">
        <pc:chgData name="MINHO PARK" userId="ec1a24b1eb5f6df6" providerId="LiveId" clId="{B8C1BF8A-CBA4-4A13-9530-918D1EB03142}" dt="2025-08-19T00:22:41.471" v="108" actId="1035"/>
        <pc:sldMkLst>
          <pc:docMk/>
          <pc:sldMk cId="2888321862" sldId="279"/>
        </pc:sldMkLst>
      </pc:sldChg>
      <pc:sldChg chg="modSp add mod">
        <pc:chgData name="MINHO PARK" userId="ec1a24b1eb5f6df6" providerId="LiveId" clId="{B8C1BF8A-CBA4-4A13-9530-918D1EB03142}" dt="2025-08-19T01:28:54.486" v="764" actId="27636"/>
        <pc:sldMkLst>
          <pc:docMk/>
          <pc:sldMk cId="3030023109" sldId="280"/>
        </pc:sldMkLst>
      </pc:sldChg>
      <pc:sldChg chg="addSp delSp modSp add mod">
        <pc:chgData name="MINHO PARK" userId="ec1a24b1eb5f6df6" providerId="LiveId" clId="{B8C1BF8A-CBA4-4A13-9530-918D1EB03142}" dt="2025-08-19T02:27:52.406" v="1837"/>
        <pc:sldMkLst>
          <pc:docMk/>
          <pc:sldMk cId="2018247204" sldId="281"/>
        </pc:sldMkLst>
      </pc:sldChg>
      <pc:sldChg chg="addSp delSp modSp add mod">
        <pc:chgData name="MINHO PARK" userId="ec1a24b1eb5f6df6" providerId="LiveId" clId="{B8C1BF8A-CBA4-4A13-9530-918D1EB03142}" dt="2025-08-19T01:56:58.934" v="1395" actId="1076"/>
        <pc:sldMkLst>
          <pc:docMk/>
          <pc:sldMk cId="925213981" sldId="282"/>
        </pc:sldMkLst>
      </pc:sldChg>
      <pc:sldChg chg="addSp delSp modSp add mod">
        <pc:chgData name="MINHO PARK" userId="ec1a24b1eb5f6df6" providerId="LiveId" clId="{B8C1BF8A-CBA4-4A13-9530-918D1EB03142}" dt="2025-08-19T01:43:47.804" v="1158" actId="1076"/>
        <pc:sldMkLst>
          <pc:docMk/>
          <pc:sldMk cId="966877876" sldId="283"/>
        </pc:sldMkLst>
      </pc:sldChg>
      <pc:sldChg chg="addSp delSp modSp add mod">
        <pc:chgData name="MINHO PARK" userId="ec1a24b1eb5f6df6" providerId="LiveId" clId="{B8C1BF8A-CBA4-4A13-9530-918D1EB03142}" dt="2025-08-19T01:53:31.376" v="1268"/>
        <pc:sldMkLst>
          <pc:docMk/>
          <pc:sldMk cId="4282015703" sldId="284"/>
        </pc:sldMkLst>
      </pc:sldChg>
      <pc:sldChg chg="addSp delSp modSp add mod">
        <pc:chgData name="MINHO PARK" userId="ec1a24b1eb5f6df6" providerId="LiveId" clId="{B8C1BF8A-CBA4-4A13-9530-918D1EB03142}" dt="2025-08-19T01:57:14.841" v="1396" actId="1076"/>
        <pc:sldMkLst>
          <pc:docMk/>
          <pc:sldMk cId="3261246568" sldId="285"/>
        </pc:sldMkLst>
      </pc:sldChg>
      <pc:sldChg chg="addSp modSp add mod">
        <pc:chgData name="MINHO PARK" userId="ec1a24b1eb5f6df6" providerId="LiveId" clId="{B8C1BF8A-CBA4-4A13-9530-918D1EB03142}" dt="2025-08-19T04:21:50.726" v="2200" actId="20577"/>
        <pc:sldMkLst>
          <pc:docMk/>
          <pc:sldMk cId="432101039" sldId="286"/>
        </pc:sldMkLst>
      </pc:sldChg>
      <pc:sldChg chg="addSp delSp modSp add mod">
        <pc:chgData name="MINHO PARK" userId="ec1a24b1eb5f6df6" providerId="LiveId" clId="{B8C1BF8A-CBA4-4A13-9530-918D1EB03142}" dt="2025-08-19T02:29:39.543" v="1982" actId="21"/>
        <pc:sldMkLst>
          <pc:docMk/>
          <pc:sldMk cId="4132743460" sldId="287"/>
        </pc:sldMkLst>
      </pc:sldChg>
      <pc:sldChg chg="addSp delSp modSp add mod">
        <pc:chgData name="MINHO PARK" userId="ec1a24b1eb5f6df6" providerId="LiveId" clId="{B8C1BF8A-CBA4-4A13-9530-918D1EB03142}" dt="2025-08-19T04:09:54.954" v="2174" actId="14100"/>
        <pc:sldMkLst>
          <pc:docMk/>
          <pc:sldMk cId="1336186476" sldId="288"/>
        </pc:sldMkLst>
      </pc:sldChg>
      <pc:sldChg chg="modSp add mod">
        <pc:chgData name="MINHO PARK" userId="ec1a24b1eb5f6df6" providerId="LiveId" clId="{B8C1BF8A-CBA4-4A13-9530-918D1EB03142}" dt="2025-08-19T06:17:07.759" v="3577" actId="27636"/>
        <pc:sldMkLst>
          <pc:docMk/>
          <pc:sldMk cId="1704788472" sldId="289"/>
        </pc:sldMkLst>
      </pc:sldChg>
      <pc:sldChg chg="addSp delSp modSp add mod">
        <pc:chgData name="MINHO PARK" userId="ec1a24b1eb5f6df6" providerId="LiveId" clId="{B8C1BF8A-CBA4-4A13-9530-918D1EB03142}" dt="2025-08-19T05:05:01.995" v="2665" actId="21"/>
        <pc:sldMkLst>
          <pc:docMk/>
          <pc:sldMk cId="3629753450" sldId="290"/>
        </pc:sldMkLst>
      </pc:sldChg>
      <pc:sldChg chg="modSp add mod ord">
        <pc:chgData name="MINHO PARK" userId="ec1a24b1eb5f6df6" providerId="LiveId" clId="{B8C1BF8A-CBA4-4A13-9530-918D1EB03142}" dt="2025-08-19T23:39:02.024" v="5558" actId="20577"/>
        <pc:sldMkLst>
          <pc:docMk/>
          <pc:sldMk cId="1384408781" sldId="291"/>
        </pc:sldMkLst>
      </pc:sldChg>
      <pc:sldChg chg="addSp delSp modSp add mod">
        <pc:chgData name="MINHO PARK" userId="ec1a24b1eb5f6df6" providerId="LiveId" clId="{B8C1BF8A-CBA4-4A13-9530-918D1EB03142}" dt="2025-08-19T05:08:24.363" v="2722" actId="20577"/>
        <pc:sldMkLst>
          <pc:docMk/>
          <pc:sldMk cId="3287465930" sldId="292"/>
        </pc:sldMkLst>
      </pc:sldChg>
      <pc:sldChg chg="addSp delSp modSp add mod">
        <pc:chgData name="MINHO PARK" userId="ec1a24b1eb5f6df6" providerId="LiveId" clId="{B8C1BF8A-CBA4-4A13-9530-918D1EB03142}" dt="2025-08-19T05:18:13.774" v="2852" actId="20577"/>
        <pc:sldMkLst>
          <pc:docMk/>
          <pc:sldMk cId="1978764084" sldId="293"/>
        </pc:sldMkLst>
      </pc:sldChg>
      <pc:sldChg chg="delSp modSp add mod">
        <pc:chgData name="MINHO PARK" userId="ec1a24b1eb5f6df6" providerId="LiveId" clId="{B8C1BF8A-CBA4-4A13-9530-918D1EB03142}" dt="2025-08-19T23:52:13.162" v="5628" actId="113"/>
        <pc:sldMkLst>
          <pc:docMk/>
          <pc:sldMk cId="4067588380" sldId="294"/>
        </pc:sldMkLst>
      </pc:sldChg>
      <pc:sldChg chg="modSp add mod">
        <pc:chgData name="MINHO PARK" userId="ec1a24b1eb5f6df6" providerId="LiveId" clId="{B8C1BF8A-CBA4-4A13-9530-918D1EB03142}" dt="2025-08-19T23:53:47.884" v="5629" actId="113"/>
        <pc:sldMkLst>
          <pc:docMk/>
          <pc:sldMk cId="2237315529" sldId="295"/>
        </pc:sldMkLst>
      </pc:sldChg>
      <pc:sldChg chg="modSp add mod">
        <pc:chgData name="MINHO PARK" userId="ec1a24b1eb5f6df6" providerId="LiveId" clId="{B8C1BF8A-CBA4-4A13-9530-918D1EB03142}" dt="2025-08-19T23:55:08.027" v="5630" actId="113"/>
        <pc:sldMkLst>
          <pc:docMk/>
          <pc:sldMk cId="497967417" sldId="296"/>
        </pc:sldMkLst>
      </pc:sldChg>
      <pc:sldChg chg="modSp add mod">
        <pc:chgData name="MINHO PARK" userId="ec1a24b1eb5f6df6" providerId="LiveId" clId="{B8C1BF8A-CBA4-4A13-9530-918D1EB03142}" dt="2025-08-19T23:56:29.362" v="5631" actId="113"/>
        <pc:sldMkLst>
          <pc:docMk/>
          <pc:sldMk cId="3288438789" sldId="297"/>
        </pc:sldMkLst>
      </pc:sldChg>
      <pc:sldChg chg="delSp modSp add mod">
        <pc:chgData name="MINHO PARK" userId="ec1a24b1eb5f6df6" providerId="LiveId" clId="{B8C1BF8A-CBA4-4A13-9530-918D1EB03142}" dt="2025-08-19T05:36:30.880" v="3276" actId="20577"/>
        <pc:sldMkLst>
          <pc:docMk/>
          <pc:sldMk cId="2723839894" sldId="298"/>
        </pc:sldMkLst>
      </pc:sldChg>
      <pc:sldChg chg="addSp delSp modSp add mod">
        <pc:chgData name="MINHO PARK" userId="ec1a24b1eb5f6df6" providerId="LiveId" clId="{B8C1BF8A-CBA4-4A13-9530-918D1EB03142}" dt="2025-08-19T05:47:28.570" v="3351" actId="478"/>
        <pc:sldMkLst>
          <pc:docMk/>
          <pc:sldMk cId="4269591573" sldId="299"/>
        </pc:sldMkLst>
      </pc:sldChg>
      <pc:sldChg chg="addSp delSp modSp add mod">
        <pc:chgData name="MINHO PARK" userId="ec1a24b1eb5f6df6" providerId="LiveId" clId="{B8C1BF8A-CBA4-4A13-9530-918D1EB03142}" dt="2025-08-19T05:53:08.961" v="3389" actId="1076"/>
        <pc:sldMkLst>
          <pc:docMk/>
          <pc:sldMk cId="2884484129" sldId="300"/>
        </pc:sldMkLst>
      </pc:sldChg>
      <pc:sldChg chg="addSp delSp modSp add mod ord">
        <pc:chgData name="MINHO PARK" userId="ec1a24b1eb5f6df6" providerId="LiveId" clId="{B8C1BF8A-CBA4-4A13-9530-918D1EB03142}" dt="2025-08-19T06:42:30.227" v="3702" actId="1076"/>
        <pc:sldMkLst>
          <pc:docMk/>
          <pc:sldMk cId="1595228616" sldId="301"/>
        </pc:sldMkLst>
      </pc:sldChg>
      <pc:sldChg chg="addSp delSp modSp add mod">
        <pc:chgData name="MINHO PARK" userId="ec1a24b1eb5f6df6" providerId="LiveId" clId="{B8C1BF8A-CBA4-4A13-9530-918D1EB03142}" dt="2025-08-19T06:43:03.591" v="3715" actId="14100"/>
        <pc:sldMkLst>
          <pc:docMk/>
          <pc:sldMk cId="3838958511" sldId="302"/>
        </pc:sldMkLst>
      </pc:sldChg>
      <pc:sldChg chg="modSp add mod">
        <pc:chgData name="MINHO PARK" userId="ec1a24b1eb5f6df6" providerId="LiveId" clId="{B8C1BF8A-CBA4-4A13-9530-918D1EB03142}" dt="2025-08-19T10:46:39.255" v="4537" actId="27636"/>
        <pc:sldMkLst>
          <pc:docMk/>
          <pc:sldMk cId="3627114894" sldId="303"/>
        </pc:sldMkLst>
      </pc:sldChg>
      <pc:sldChg chg="addSp delSp modSp add mod">
        <pc:chgData name="MINHO PARK" userId="ec1a24b1eb5f6df6" providerId="LiveId" clId="{B8C1BF8A-CBA4-4A13-9530-918D1EB03142}" dt="2025-08-19T06:45:39.617" v="3738" actId="1076"/>
        <pc:sldMkLst>
          <pc:docMk/>
          <pc:sldMk cId="906555636" sldId="304"/>
        </pc:sldMkLst>
      </pc:sldChg>
      <pc:sldChg chg="addSp delSp modSp add mod">
        <pc:chgData name="MINHO PARK" userId="ec1a24b1eb5f6df6" providerId="LiveId" clId="{B8C1BF8A-CBA4-4A13-9530-918D1EB03142}" dt="2025-08-20T00:06:36.456" v="5654" actId="1076"/>
        <pc:sldMkLst>
          <pc:docMk/>
          <pc:sldMk cId="2235114420" sldId="305"/>
        </pc:sldMkLst>
      </pc:sldChg>
      <pc:sldChg chg="modSp add mod">
        <pc:chgData name="MINHO PARK" userId="ec1a24b1eb5f6df6" providerId="LiveId" clId="{B8C1BF8A-CBA4-4A13-9530-918D1EB03142}" dt="2025-08-20T00:01:04.341" v="5632" actId="113"/>
        <pc:sldMkLst>
          <pc:docMk/>
          <pc:sldMk cId="1503166875" sldId="306"/>
        </pc:sldMkLst>
      </pc:sldChg>
      <pc:sldChg chg="modSp add mod">
        <pc:chgData name="MINHO PARK" userId="ec1a24b1eb5f6df6" providerId="LiveId" clId="{B8C1BF8A-CBA4-4A13-9530-918D1EB03142}" dt="2025-08-20T00:02:32.794" v="5633" actId="113"/>
        <pc:sldMkLst>
          <pc:docMk/>
          <pc:sldMk cId="3505618489" sldId="307"/>
        </pc:sldMkLst>
      </pc:sldChg>
      <pc:sldChg chg="modSp add mod">
        <pc:chgData name="MINHO PARK" userId="ec1a24b1eb5f6df6" providerId="LiveId" clId="{B8C1BF8A-CBA4-4A13-9530-918D1EB03142}" dt="2025-08-20T00:06:56.662" v="5655" actId="113"/>
        <pc:sldMkLst>
          <pc:docMk/>
          <pc:sldMk cId="3673663545" sldId="308"/>
        </pc:sldMkLst>
      </pc:sldChg>
      <pc:sldChg chg="modSp add mod">
        <pc:chgData name="MINHO PARK" userId="ec1a24b1eb5f6df6" providerId="LiveId" clId="{B8C1BF8A-CBA4-4A13-9530-918D1EB03142}" dt="2025-08-20T00:08:37.730" v="5656" actId="113"/>
        <pc:sldMkLst>
          <pc:docMk/>
          <pc:sldMk cId="768446749" sldId="309"/>
        </pc:sldMkLst>
      </pc:sldChg>
      <pc:sldChg chg="modSp add mod">
        <pc:chgData name="MINHO PARK" userId="ec1a24b1eb5f6df6" providerId="LiveId" clId="{B8C1BF8A-CBA4-4A13-9530-918D1EB03142}" dt="2025-08-20T00:09:08.939" v="5657" actId="113"/>
        <pc:sldMkLst>
          <pc:docMk/>
          <pc:sldMk cId="391293352" sldId="310"/>
        </pc:sldMkLst>
      </pc:sldChg>
      <pc:sldChg chg="addSp delSp modSp add mod">
        <pc:chgData name="MINHO PARK" userId="ec1a24b1eb5f6df6" providerId="LiveId" clId="{B8C1BF8A-CBA4-4A13-9530-918D1EB03142}" dt="2025-08-20T00:14:44.020" v="5659" actId="20577"/>
        <pc:sldMkLst>
          <pc:docMk/>
          <pc:sldMk cId="2652835928" sldId="311"/>
        </pc:sldMkLst>
      </pc:sldChg>
      <pc:sldChg chg="modSp add mod">
        <pc:chgData name="MINHO PARK" userId="ec1a24b1eb5f6df6" providerId="LiveId" clId="{B8C1BF8A-CBA4-4A13-9530-918D1EB03142}" dt="2025-08-19T11:57:23.553" v="5117"/>
        <pc:sldMkLst>
          <pc:docMk/>
          <pc:sldMk cId="1312390700" sldId="312"/>
        </pc:sldMkLst>
      </pc:sldChg>
      <pc:sldChg chg="delSp modSp add mod">
        <pc:chgData name="MINHO PARK" userId="ec1a24b1eb5f6df6" providerId="LiveId" clId="{B8C1BF8A-CBA4-4A13-9530-918D1EB03142}" dt="2025-08-19T23:39:11.699" v="5564" actId="20577"/>
        <pc:sldMkLst>
          <pc:docMk/>
          <pc:sldMk cId="687584552" sldId="313"/>
        </pc:sldMkLst>
      </pc:sldChg>
      <pc:sldChg chg="addSp delSp modSp add mod">
        <pc:chgData name="MINHO PARK" userId="ec1a24b1eb5f6df6" providerId="LiveId" clId="{B8C1BF8A-CBA4-4A13-9530-918D1EB03142}" dt="2025-08-19T23:39:06.259" v="5560" actId="20577"/>
        <pc:sldMkLst>
          <pc:docMk/>
          <pc:sldMk cId="946545722" sldId="314"/>
        </pc:sldMkLst>
      </pc:sldChg>
      <pc:sldChg chg="addSp delSp modSp add mod ord modAnim">
        <pc:chgData name="MINHO PARK" userId="ec1a24b1eb5f6df6" providerId="LiveId" clId="{B8C1BF8A-CBA4-4A13-9530-918D1EB03142}" dt="2025-08-19T11:13:07.531" v="4936" actId="20577"/>
        <pc:sldMkLst>
          <pc:docMk/>
          <pc:sldMk cId="1174234585" sldId="315"/>
        </pc:sldMkLst>
      </pc:sldChg>
      <pc:sldChg chg="addSp delSp modSp add mod">
        <pc:chgData name="MINHO PARK" userId="ec1a24b1eb5f6df6" providerId="LiveId" clId="{B8C1BF8A-CBA4-4A13-9530-918D1EB03142}" dt="2025-08-19T11:28:32.194" v="4964" actId="1076"/>
        <pc:sldMkLst>
          <pc:docMk/>
          <pc:sldMk cId="3486536146" sldId="316"/>
        </pc:sldMkLst>
      </pc:sldChg>
      <pc:sldChg chg="add del">
        <pc:chgData name="MINHO PARK" userId="ec1a24b1eb5f6df6" providerId="LiveId" clId="{B8C1BF8A-CBA4-4A13-9530-918D1EB03142}" dt="2025-08-19T11:30:49.009" v="4975" actId="47"/>
        <pc:sldMkLst>
          <pc:docMk/>
          <pc:sldMk cId="1266186354" sldId="317"/>
        </pc:sldMkLst>
      </pc:sldChg>
      <pc:sldChg chg="addSp delSp modSp add mod ord">
        <pc:chgData name="MINHO PARK" userId="ec1a24b1eb5f6df6" providerId="LiveId" clId="{B8C1BF8A-CBA4-4A13-9530-918D1EB03142}" dt="2025-08-20T00:19:10.166" v="5764" actId="1037"/>
        <pc:sldMkLst>
          <pc:docMk/>
          <pc:sldMk cId="3596173217" sldId="318"/>
        </pc:sldMkLst>
      </pc:sldChg>
      <pc:sldChg chg="addSp delSp modSp add mod">
        <pc:chgData name="MINHO PARK" userId="ec1a24b1eb5f6df6" providerId="LiveId" clId="{B8C1BF8A-CBA4-4A13-9530-918D1EB03142}" dt="2025-08-19T12:08:16.585" v="5160" actId="1076"/>
        <pc:sldMkLst>
          <pc:docMk/>
          <pc:sldMk cId="2572381719" sldId="319"/>
        </pc:sldMkLst>
      </pc:sldChg>
      <pc:sldChg chg="modSp add mod">
        <pc:chgData name="MINHO PARK" userId="ec1a24b1eb5f6df6" providerId="LiveId" clId="{B8C1BF8A-CBA4-4A13-9530-918D1EB03142}" dt="2025-08-20T00:25:41.049" v="5765" actId="20577"/>
        <pc:sldMkLst>
          <pc:docMk/>
          <pc:sldMk cId="989060438" sldId="320"/>
        </pc:sldMkLst>
      </pc:sldChg>
      <pc:sldChg chg="addSp delSp modSp add mod">
        <pc:chgData name="MINHO PARK" userId="ec1a24b1eb5f6df6" providerId="LiveId" clId="{B8C1BF8A-CBA4-4A13-9530-918D1EB03142}" dt="2025-08-19T12:46:55.679" v="5412" actId="207"/>
        <pc:sldMkLst>
          <pc:docMk/>
          <pc:sldMk cId="1002318560" sldId="321"/>
        </pc:sldMkLst>
      </pc:sldChg>
      <pc:sldChg chg="modSp add mod">
        <pc:chgData name="MINHO PARK" userId="ec1a24b1eb5f6df6" providerId="LiveId" clId="{B8C1BF8A-CBA4-4A13-9530-918D1EB03142}" dt="2025-08-19T23:46:23.528" v="5611" actId="113"/>
        <pc:sldMkLst>
          <pc:docMk/>
          <pc:sldMk cId="3652911184" sldId="322"/>
        </pc:sldMkLst>
      </pc:sldChg>
      <pc:sldChg chg="modSp add mod">
        <pc:chgData name="MINHO PARK" userId="ec1a24b1eb5f6df6" providerId="LiveId" clId="{B8C1BF8A-CBA4-4A13-9530-918D1EB03142}" dt="2025-08-19T23:51:30.538" v="5627" actId="113"/>
        <pc:sldMkLst>
          <pc:docMk/>
          <pc:sldMk cId="1115900805" sldId="323"/>
        </pc:sldMkLst>
      </pc:sldChg>
      <pc:sldChg chg="addSp delSp modSp add mod">
        <pc:chgData name="MINHO PARK" userId="ec1a24b1eb5f6df6" providerId="LiveId" clId="{B8C1BF8A-CBA4-4A13-9530-918D1EB03142}" dt="2025-08-19T23:44:34.077" v="5610" actId="14734"/>
        <pc:sldMkLst>
          <pc:docMk/>
          <pc:sldMk cId="953749680" sldId="324"/>
        </pc:sldMkLst>
      </pc:sldChg>
      <pc:sldChg chg="modSp add mod">
        <pc:chgData name="MINHO PARK" userId="ec1a24b1eb5f6df6" providerId="LiveId" clId="{B8C1BF8A-CBA4-4A13-9530-918D1EB03142}" dt="2025-08-19T23:50:32.015" v="5626"/>
        <pc:sldMkLst>
          <pc:docMk/>
          <pc:sldMk cId="2589981788" sldId="32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AEB4E0B-10DA-0748-9772-375F167C48C3}" type="datetimeFigureOut">
              <a:rPr lang="en-US" smtClean="0"/>
              <a:t>9/21/2025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E224B6-AC52-144B-AED6-B20AEBA9C630}" type="slidenum">
              <a:rPr lang="en-US" smtClean="0"/>
              <a:t>‹#›</a:t>
            </a:fld>
            <a:endParaRPr lang="en-US"/>
          </a:p>
        </p:txBody>
      </p:sp>
    </p:spTree>
    <p:extLst>
      <p:ext uri="{BB962C8B-B14F-4D97-AF65-F5344CB8AC3E}">
        <p14:creationId xmlns:p14="http://schemas.microsoft.com/office/powerpoint/2010/main" val="402398924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defTabSz="447919">
              <a:defRPr/>
            </a:pPr>
            <a:endParaRPr lang="en-US" dirty="0"/>
          </a:p>
        </p:txBody>
      </p:sp>
      <p:sp>
        <p:nvSpPr>
          <p:cNvPr id="4" name="Slide Number Placeholder 3"/>
          <p:cNvSpPr>
            <a:spLocks noGrp="1"/>
          </p:cNvSpPr>
          <p:nvPr>
            <p:ph type="sldNum" sz="quarter" idx="10"/>
          </p:nvPr>
        </p:nvSpPr>
        <p:spPr/>
        <p:txBody>
          <a:bodyPr/>
          <a:lstStyle/>
          <a:p>
            <a:fld id="{1063461B-20B2-0D4B-AD29-BCDFF9922967}" type="slidenum">
              <a:rPr lang="en-US" smtClean="0">
                <a:solidFill>
                  <a:prstClr val="black"/>
                </a:solidFill>
                <a:latin typeface="Calibri"/>
              </a:rPr>
              <a:pPr/>
              <a:t>1</a:t>
            </a:fld>
            <a:endParaRPr lang="en-US">
              <a:solidFill>
                <a:prstClr val="black"/>
              </a:solidFill>
              <a:latin typeface="Calibri"/>
            </a:endParaRPr>
          </a:p>
        </p:txBody>
      </p:sp>
    </p:spTree>
    <p:extLst>
      <p:ext uri="{BB962C8B-B14F-4D97-AF65-F5344CB8AC3E}">
        <p14:creationId xmlns:p14="http://schemas.microsoft.com/office/powerpoint/2010/main" val="33666464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4D398-628B-8C69-229D-1BD79319288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2C7F153-37E4-8506-67DE-44F80154292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885E66E-A270-1501-3C7C-3FAE0E3139E9}"/>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94B37539-4299-6B9F-5CAB-1E1FC80EC24D}"/>
              </a:ext>
            </a:extLst>
          </p:cNvPr>
          <p:cNvSpPr>
            <a:spLocks noGrp="1"/>
          </p:cNvSpPr>
          <p:nvPr>
            <p:ph type="sldNum" sz="quarter" idx="5"/>
          </p:nvPr>
        </p:nvSpPr>
        <p:spPr/>
        <p:txBody>
          <a:bodyPr/>
          <a:lstStyle/>
          <a:p>
            <a:fld id="{52E224B6-AC52-144B-AED6-B20AEBA9C630}" type="slidenum">
              <a:rPr lang="en-US" smtClean="0"/>
              <a:t>37</a:t>
            </a:fld>
            <a:endParaRPr lang="en-US"/>
          </a:p>
        </p:txBody>
      </p:sp>
    </p:spTree>
    <p:extLst>
      <p:ext uri="{BB962C8B-B14F-4D97-AF65-F5344CB8AC3E}">
        <p14:creationId xmlns:p14="http://schemas.microsoft.com/office/powerpoint/2010/main" val="1618180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periphery :</a:t>
            </a:r>
            <a:r>
              <a:rPr lang="ko-KR" altLang="en-US" dirty="0"/>
              <a:t> </a:t>
            </a:r>
            <a:r>
              <a:rPr lang="en-US" altLang="ko-KR" dirty="0"/>
              <a:t>(</a:t>
            </a:r>
            <a:r>
              <a:rPr lang="ko-KR" altLang="en-US" dirty="0"/>
              <a:t>어떤 범위의</a:t>
            </a:r>
            <a:r>
              <a:rPr lang="en-US" altLang="ko-KR" dirty="0"/>
              <a:t>) </a:t>
            </a:r>
            <a:r>
              <a:rPr lang="ko-KR" altLang="en-US" dirty="0"/>
              <a:t>주변</a:t>
            </a:r>
            <a:endParaRPr lang="en-US" altLang="ko-KR" dirty="0"/>
          </a:p>
          <a:p>
            <a:r>
              <a:rPr lang="en-US" altLang="ko-KR" dirty="0"/>
              <a:t>adjacent :</a:t>
            </a:r>
            <a:r>
              <a:rPr lang="ko-KR" altLang="en-US" dirty="0"/>
              <a:t> 인접한</a:t>
            </a:r>
            <a:r>
              <a:rPr lang="en-US" altLang="ko-KR" dirty="0"/>
              <a:t>, </a:t>
            </a:r>
            <a:r>
              <a:rPr lang="ko-KR" altLang="en-US" dirty="0"/>
              <a:t>가까운</a:t>
            </a:r>
          </a:p>
        </p:txBody>
      </p:sp>
      <p:sp>
        <p:nvSpPr>
          <p:cNvPr id="4" name="슬라이드 번호 개체 틀 3"/>
          <p:cNvSpPr>
            <a:spLocks noGrp="1"/>
          </p:cNvSpPr>
          <p:nvPr>
            <p:ph type="sldNum" sz="quarter" idx="5"/>
          </p:nvPr>
        </p:nvSpPr>
        <p:spPr/>
        <p:txBody>
          <a:bodyPr/>
          <a:lstStyle/>
          <a:p>
            <a:fld id="{52E224B6-AC52-144B-AED6-B20AEBA9C630}" type="slidenum">
              <a:rPr lang="en-US" smtClean="0"/>
              <a:t>38</a:t>
            </a:fld>
            <a:endParaRPr lang="en-US"/>
          </a:p>
        </p:txBody>
      </p:sp>
    </p:spTree>
    <p:extLst>
      <p:ext uri="{BB962C8B-B14F-4D97-AF65-F5344CB8AC3E}">
        <p14:creationId xmlns:p14="http://schemas.microsoft.com/office/powerpoint/2010/main" val="7411201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sporadic : </a:t>
            </a:r>
            <a:r>
              <a:rPr lang="ko-KR" altLang="en-US" dirty="0"/>
              <a:t>산발적인</a:t>
            </a:r>
            <a:r>
              <a:rPr lang="en-US" altLang="ko-KR" dirty="0"/>
              <a:t>, </a:t>
            </a:r>
            <a:r>
              <a:rPr lang="ko-KR" altLang="en-US" dirty="0"/>
              <a:t>이따금 발생하는</a:t>
            </a:r>
            <a:endParaRPr lang="en-US" altLang="ko-KR" dirty="0"/>
          </a:p>
          <a:p>
            <a:r>
              <a:rPr lang="nb-NO" altLang="ko-KR" dirty="0" err="1"/>
              <a:t>momentarily</a:t>
            </a:r>
            <a:r>
              <a:rPr lang="nb-NO" altLang="ko-KR" dirty="0"/>
              <a:t> :</a:t>
            </a:r>
            <a:r>
              <a:rPr lang="ko-KR" altLang="en-US" dirty="0"/>
              <a:t> 잠깐 </a:t>
            </a:r>
            <a:r>
              <a:rPr lang="en-US" altLang="ko-KR" dirty="0"/>
              <a:t>(</a:t>
            </a:r>
            <a:r>
              <a:rPr lang="ko-KR" altLang="en-US" dirty="0"/>
              <a:t>동안</a:t>
            </a:r>
            <a:r>
              <a:rPr lang="en-US" altLang="ko-KR" dirty="0"/>
              <a:t>)</a:t>
            </a:r>
          </a:p>
          <a:p>
            <a:r>
              <a:rPr lang="en-US" altLang="ko-KR" dirty="0"/>
              <a:t>impair :</a:t>
            </a:r>
            <a:r>
              <a:rPr lang="ko-KR" altLang="en-US" dirty="0"/>
              <a:t> 손상</a:t>
            </a:r>
            <a:r>
              <a:rPr lang="en-US" altLang="ko-KR" dirty="0"/>
              <a:t>[</a:t>
            </a:r>
            <a:r>
              <a:rPr lang="ko-KR" altLang="en-US" dirty="0"/>
              <a:t>악화</a:t>
            </a:r>
            <a:r>
              <a:rPr lang="en-US" altLang="ko-KR" dirty="0"/>
              <a:t>]</a:t>
            </a:r>
            <a:r>
              <a:rPr lang="ko-KR" altLang="en-US" dirty="0"/>
              <a:t>시키다</a:t>
            </a:r>
          </a:p>
        </p:txBody>
      </p:sp>
      <p:sp>
        <p:nvSpPr>
          <p:cNvPr id="4" name="슬라이드 번호 개체 틀 3"/>
          <p:cNvSpPr>
            <a:spLocks noGrp="1"/>
          </p:cNvSpPr>
          <p:nvPr>
            <p:ph type="sldNum" sz="quarter" idx="5"/>
          </p:nvPr>
        </p:nvSpPr>
        <p:spPr/>
        <p:txBody>
          <a:bodyPr/>
          <a:lstStyle/>
          <a:p>
            <a:fld id="{52E224B6-AC52-144B-AED6-B20AEBA9C630}" type="slidenum">
              <a:rPr lang="en-US" smtClean="0"/>
              <a:t>39</a:t>
            </a:fld>
            <a:endParaRPr lang="en-US"/>
          </a:p>
        </p:txBody>
      </p:sp>
    </p:spTree>
    <p:extLst>
      <p:ext uri="{BB962C8B-B14F-4D97-AF65-F5344CB8AC3E}">
        <p14:creationId xmlns:p14="http://schemas.microsoft.com/office/powerpoint/2010/main" val="4741307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C70AA-37B4-7A0D-5BDB-5A01651C997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8D13678-2420-304B-8DE3-440FF7A21AB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A66223E-BB88-CFE0-D9DE-DC4D3459B62A}"/>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C3A7A573-A7C3-08E4-F42D-5C3620B03A0D}"/>
              </a:ext>
            </a:extLst>
          </p:cNvPr>
          <p:cNvSpPr>
            <a:spLocks noGrp="1"/>
          </p:cNvSpPr>
          <p:nvPr>
            <p:ph type="sldNum" sz="quarter" idx="5"/>
          </p:nvPr>
        </p:nvSpPr>
        <p:spPr/>
        <p:txBody>
          <a:bodyPr/>
          <a:lstStyle/>
          <a:p>
            <a:fld id="{52E224B6-AC52-144B-AED6-B20AEBA9C630}" type="slidenum">
              <a:rPr lang="en-US" smtClean="0"/>
              <a:t>40</a:t>
            </a:fld>
            <a:endParaRPr lang="en-US"/>
          </a:p>
        </p:txBody>
      </p:sp>
    </p:spTree>
    <p:extLst>
      <p:ext uri="{BB962C8B-B14F-4D97-AF65-F5344CB8AC3E}">
        <p14:creationId xmlns:p14="http://schemas.microsoft.com/office/powerpoint/2010/main" val="4275106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DF923-1157-AB2B-DC66-CBE08F7CF4C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867C04C-B8CC-BCDA-A29B-4AF8DC87C03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E95FF5A-9620-E2EB-D7F6-0231F0930F6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79A73A42-0282-C137-E0F8-EF1EEDF2467C}"/>
              </a:ext>
            </a:extLst>
          </p:cNvPr>
          <p:cNvSpPr>
            <a:spLocks noGrp="1"/>
          </p:cNvSpPr>
          <p:nvPr>
            <p:ph type="sldNum" sz="quarter" idx="5"/>
          </p:nvPr>
        </p:nvSpPr>
        <p:spPr/>
        <p:txBody>
          <a:bodyPr/>
          <a:lstStyle/>
          <a:p>
            <a:fld id="{52E224B6-AC52-144B-AED6-B20AEBA9C630}" type="slidenum">
              <a:rPr lang="en-US" smtClean="0"/>
              <a:t>41</a:t>
            </a:fld>
            <a:endParaRPr lang="en-US"/>
          </a:p>
        </p:txBody>
      </p:sp>
    </p:spTree>
    <p:extLst>
      <p:ext uri="{BB962C8B-B14F-4D97-AF65-F5344CB8AC3E}">
        <p14:creationId xmlns:p14="http://schemas.microsoft.com/office/powerpoint/2010/main" val="10702604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32CD-8F92-629A-0CAE-7E92377168D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B1F71B8-6408-93ED-AC1F-55259A64C09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3F4B3E1-D2A3-CF3D-A8D9-CDF6C3EE24E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4BC4D588-D762-DE86-EC07-E208FB1A0B41}"/>
              </a:ext>
            </a:extLst>
          </p:cNvPr>
          <p:cNvSpPr>
            <a:spLocks noGrp="1"/>
          </p:cNvSpPr>
          <p:nvPr>
            <p:ph type="sldNum" sz="quarter" idx="5"/>
          </p:nvPr>
        </p:nvSpPr>
        <p:spPr/>
        <p:txBody>
          <a:bodyPr/>
          <a:lstStyle/>
          <a:p>
            <a:fld id="{52E224B6-AC52-144B-AED6-B20AEBA9C630}" type="slidenum">
              <a:rPr lang="en-US" smtClean="0"/>
              <a:t>42</a:t>
            </a:fld>
            <a:endParaRPr lang="en-US"/>
          </a:p>
        </p:txBody>
      </p:sp>
    </p:spTree>
    <p:extLst>
      <p:ext uri="{BB962C8B-B14F-4D97-AF65-F5344CB8AC3E}">
        <p14:creationId xmlns:p14="http://schemas.microsoft.com/office/powerpoint/2010/main" val="32352436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4DBB0-7FBF-1BB2-6B2B-F4FE4CEE70A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B68C7F7-8AA2-1962-0AB7-26BF3CD70ED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D3C380F-2977-BF5D-1179-3448678161F7}"/>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CC3FBE1F-6677-40F5-563D-DF3B68EFF937}"/>
              </a:ext>
            </a:extLst>
          </p:cNvPr>
          <p:cNvSpPr>
            <a:spLocks noGrp="1"/>
          </p:cNvSpPr>
          <p:nvPr>
            <p:ph type="sldNum" sz="quarter" idx="5"/>
          </p:nvPr>
        </p:nvSpPr>
        <p:spPr/>
        <p:txBody>
          <a:bodyPr/>
          <a:lstStyle/>
          <a:p>
            <a:fld id="{52E224B6-AC52-144B-AED6-B20AEBA9C630}" type="slidenum">
              <a:rPr lang="en-US" smtClean="0"/>
              <a:t>43</a:t>
            </a:fld>
            <a:endParaRPr lang="en-US"/>
          </a:p>
        </p:txBody>
      </p:sp>
    </p:spTree>
    <p:extLst>
      <p:ext uri="{BB962C8B-B14F-4D97-AF65-F5344CB8AC3E}">
        <p14:creationId xmlns:p14="http://schemas.microsoft.com/office/powerpoint/2010/main" val="39860941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7C5C7-0BE9-2D07-E2B5-B61A0EB9DBE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0A3BD00-18CF-2122-DC39-40D7621EC56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993A4EF8-BE45-C3BC-E9F2-788C118D688D}"/>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8EF506EC-1081-1356-1783-D8C3824F61EE}"/>
              </a:ext>
            </a:extLst>
          </p:cNvPr>
          <p:cNvSpPr>
            <a:spLocks noGrp="1"/>
          </p:cNvSpPr>
          <p:nvPr>
            <p:ph type="sldNum" sz="quarter" idx="5"/>
          </p:nvPr>
        </p:nvSpPr>
        <p:spPr/>
        <p:txBody>
          <a:bodyPr/>
          <a:lstStyle/>
          <a:p>
            <a:fld id="{52E224B6-AC52-144B-AED6-B20AEBA9C630}" type="slidenum">
              <a:rPr lang="en-US" smtClean="0"/>
              <a:t>44</a:t>
            </a:fld>
            <a:endParaRPr lang="en-US"/>
          </a:p>
        </p:txBody>
      </p:sp>
    </p:spTree>
    <p:extLst>
      <p:ext uri="{BB962C8B-B14F-4D97-AF65-F5344CB8AC3E}">
        <p14:creationId xmlns:p14="http://schemas.microsoft.com/office/powerpoint/2010/main" val="30297111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465793" y="1286865"/>
            <a:ext cx="8361663" cy="593689"/>
          </a:xfrm>
        </p:spPr>
        <p:txBody>
          <a:bodyPr wrap="square" anchor="ctr" anchorCtr="0">
            <a:spAutoFit/>
          </a:bodyPr>
          <a:lstStyle>
            <a:lvl1pPr algn="l">
              <a:lnSpc>
                <a:spcPct val="90000"/>
              </a:lnSpc>
              <a:defRPr sz="3600" b="0" i="0">
                <a:ln>
                  <a:noFill/>
                </a:ln>
                <a:solidFill>
                  <a:schemeClr val="tx1">
                    <a:lumMod val="75000"/>
                    <a:lumOff val="25000"/>
                  </a:schemeClr>
                </a:solidFill>
                <a:effectLst/>
                <a:latin typeface="Calibri" panose="020F0502020204030204" pitchFamily="34" charset="0"/>
                <a:cs typeface="Calibri" panose="020F0502020204030204" pitchFamily="34" charset="0"/>
              </a:defRPr>
            </a:lvl1pPr>
          </a:lstStyle>
          <a:p>
            <a:r>
              <a:rPr lang="en-US" dirty="0"/>
              <a:t>Click  to edit Master title style</a:t>
            </a:r>
          </a:p>
        </p:txBody>
      </p:sp>
      <p:sp>
        <p:nvSpPr>
          <p:cNvPr id="3" name="Subtitle 2"/>
          <p:cNvSpPr>
            <a:spLocks noGrp="1"/>
          </p:cNvSpPr>
          <p:nvPr>
            <p:ph type="subTitle" idx="1"/>
          </p:nvPr>
        </p:nvSpPr>
        <p:spPr bwMode="gray">
          <a:xfrm>
            <a:off x="465793" y="2274235"/>
            <a:ext cx="7817185" cy="426592"/>
          </a:xfrm>
        </p:spPr>
        <p:txBody>
          <a:bodyPr wrap="square" anchor="t" anchorCtr="0">
            <a:spAutoFit/>
          </a:bodyPr>
          <a:lstStyle>
            <a:lvl1pPr marL="0" indent="0" algn="l">
              <a:lnSpc>
                <a:spcPct val="90000"/>
              </a:lnSpc>
              <a:spcBef>
                <a:spcPts val="0"/>
              </a:spcBef>
              <a:buNone/>
              <a:defRPr sz="2400" b="0" i="0">
                <a:solidFill>
                  <a:schemeClr val="tx1">
                    <a:lumMod val="65000"/>
                    <a:lumOff val="35000"/>
                  </a:schemeClr>
                </a:solidFill>
                <a:effectLst/>
                <a:latin typeface="Calibri" panose="020F0502020204030204" pitchFamily="34" charset="0"/>
                <a:cs typeface="Calibri" panose="020F050202020403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5" name="그림 4" descr="폰트, 텍스트, 그래픽, 스크린샷이(가) 표시된 사진&#10;&#10;AI 생성 콘텐츠는 정확하지 않을 수 있습니다.">
            <a:extLst>
              <a:ext uri="{FF2B5EF4-FFF2-40B4-BE49-F238E27FC236}">
                <a16:creationId xmlns:a16="http://schemas.microsoft.com/office/drawing/2014/main" id="{436F795F-5BDB-2DED-927D-E4FF22FD2306}"/>
              </a:ext>
            </a:extLst>
          </p:cNvPr>
          <p:cNvPicPr>
            <a:picLocks noChangeAspect="1"/>
          </p:cNvPicPr>
          <p:nvPr userDrawn="1"/>
        </p:nvPicPr>
        <p:blipFill>
          <a:blip r:embed="rId2"/>
          <a:stretch>
            <a:fillRect/>
          </a:stretch>
        </p:blipFill>
        <p:spPr>
          <a:xfrm>
            <a:off x="5464353" y="3952645"/>
            <a:ext cx="3194222" cy="689755"/>
          </a:xfrm>
          <a:prstGeom prst="rect">
            <a:avLst/>
          </a:prstGeom>
        </p:spPr>
      </p:pic>
      <p:sp>
        <p:nvSpPr>
          <p:cNvPr id="6" name="Subtitle 2">
            <a:extLst>
              <a:ext uri="{FF2B5EF4-FFF2-40B4-BE49-F238E27FC236}">
                <a16:creationId xmlns:a16="http://schemas.microsoft.com/office/drawing/2014/main" id="{E16C3C3F-88B1-A993-0DFA-F3180D58A9C2}"/>
              </a:ext>
            </a:extLst>
          </p:cNvPr>
          <p:cNvSpPr txBox="1">
            <a:spLocks/>
          </p:cNvSpPr>
          <p:nvPr userDrawn="1"/>
        </p:nvSpPr>
        <p:spPr bwMode="gray">
          <a:xfrm>
            <a:off x="5962919" y="4650808"/>
            <a:ext cx="2788277" cy="476028"/>
          </a:xfrm>
          <a:prstGeom prst="rect">
            <a:avLst/>
          </a:prstGeom>
        </p:spPr>
        <p:txBody>
          <a:bodyPr vert="horz" wrap="square" lIns="91440" tIns="45720" rIns="91440" bIns="45720" rtlCol="0" anchor="t" anchorCtr="0">
            <a:spAutoFit/>
          </a:bodyPr>
          <a:lstStyle>
            <a:lvl1pPr marL="0" indent="0" algn="l" defTabSz="457200" rtl="0" eaLnBrk="1" latinLnBrk="0" hangingPunct="1">
              <a:lnSpc>
                <a:spcPct val="90000"/>
              </a:lnSpc>
              <a:spcBef>
                <a:spcPts val="0"/>
              </a:spcBef>
              <a:spcAft>
                <a:spcPts val="400"/>
              </a:spcAft>
              <a:buSzPct val="110000"/>
              <a:buFont typeface="Arial"/>
              <a:buNone/>
              <a:defRPr sz="2400" b="0" i="0" kern="1200">
                <a:solidFill>
                  <a:schemeClr val="tx1">
                    <a:lumMod val="65000"/>
                    <a:lumOff val="35000"/>
                  </a:schemeClr>
                </a:solidFill>
                <a:effectLst/>
                <a:latin typeface="Helvetica Light"/>
                <a:ea typeface="+mn-ea"/>
                <a:cs typeface="Helvetica Light"/>
              </a:defRPr>
            </a:lvl1pPr>
            <a:lvl2pPr marL="457200" indent="0" algn="ctr" defTabSz="457200" rtl="0" eaLnBrk="1" latinLnBrk="0" hangingPunct="1">
              <a:lnSpc>
                <a:spcPct val="90000"/>
              </a:lnSpc>
              <a:spcBef>
                <a:spcPts val="0"/>
              </a:spcBef>
              <a:spcAft>
                <a:spcPts val="400"/>
              </a:spcAft>
              <a:buFont typeface="Arial"/>
              <a:buNone/>
              <a:defRPr sz="1800" b="0" i="0" kern="1200">
                <a:solidFill>
                  <a:schemeClr val="tx1">
                    <a:tint val="75000"/>
                  </a:schemeClr>
                </a:solidFill>
                <a:latin typeface="Helvetica Light"/>
                <a:ea typeface="+mn-ea"/>
                <a:cs typeface="Helvetica Light"/>
              </a:defRPr>
            </a:lvl2pPr>
            <a:lvl3pPr marL="914400" indent="0" algn="ctr" defTabSz="454025" rtl="0" eaLnBrk="1" latinLnBrk="0" hangingPunct="1">
              <a:lnSpc>
                <a:spcPct val="90000"/>
              </a:lnSpc>
              <a:spcBef>
                <a:spcPts val="0"/>
              </a:spcBef>
              <a:spcAft>
                <a:spcPts val="400"/>
              </a:spcAft>
              <a:buSzPct val="80000"/>
              <a:buFont typeface="Arial"/>
              <a:buNone/>
              <a:defRPr sz="1800" b="0" i="0" kern="1200">
                <a:solidFill>
                  <a:schemeClr val="tx1">
                    <a:tint val="75000"/>
                  </a:schemeClr>
                </a:solidFill>
                <a:latin typeface="Helvetica Light"/>
                <a:ea typeface="+mn-ea"/>
                <a:cs typeface="Helvetica Light"/>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r"/>
            <a:r>
              <a:rPr lang="en-US" sz="1200" dirty="0">
                <a:latin typeface="Calibri" panose="020F0502020204030204" pitchFamily="34" charset="0"/>
                <a:cs typeface="Calibri" panose="020F0502020204030204" pitchFamily="34" charset="0"/>
              </a:rPr>
              <a:t>Made by Minho Park (Ph.D.)</a:t>
            </a:r>
          </a:p>
          <a:p>
            <a:pPr algn="r"/>
            <a:r>
              <a:rPr lang="en-US" sz="1200" dirty="0">
                <a:latin typeface="Calibri" panose="020F0502020204030204" pitchFamily="34" charset="0"/>
                <a:cs typeface="Calibri" panose="020F0502020204030204" pitchFamily="34" charset="0"/>
              </a:rPr>
              <a:t>https://orcid.org/0000-0002-6900-4566</a:t>
            </a:r>
          </a:p>
        </p:txBody>
      </p:sp>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296447"/>
            <a:ext cx="6400800" cy="543739"/>
          </a:xfrm>
        </p:spPr>
        <p:txBody>
          <a:bodyPr/>
          <a:lstStyle/>
          <a:p>
            <a:r>
              <a:rPr lang="en-US" dirty="0"/>
              <a:t>Click to edit Master title style</a:t>
            </a:r>
          </a:p>
        </p:txBody>
      </p:sp>
      <p:sp>
        <p:nvSpPr>
          <p:cNvPr id="4" name="Text Placeholder 3"/>
          <p:cNvSpPr>
            <a:spLocks noGrp="1"/>
          </p:cNvSpPr>
          <p:nvPr>
            <p:ph type="body" sz="quarter" idx="10"/>
          </p:nvPr>
        </p:nvSpPr>
        <p:spPr>
          <a:xfrm>
            <a:off x="304800" y="1101144"/>
            <a:ext cx="8534400" cy="3528811"/>
          </a:xfrm>
        </p:spPr>
        <p:txBody>
          <a:bodyPr/>
          <a:lstStyle>
            <a:lvl1pPr>
              <a:defRPr>
                <a:solidFill>
                  <a:srgbClr val="262626"/>
                </a:solidFill>
              </a:defRPr>
            </a:lvl1pPr>
            <a:lvl2pPr>
              <a:defRPr>
                <a:solidFill>
                  <a:srgbClr val="262626"/>
                </a:solidFill>
              </a:defRPr>
            </a:lvl2pPr>
            <a:lvl3pPr>
              <a:defRPr>
                <a:solidFill>
                  <a:srgbClr val="262626"/>
                </a:solidFill>
              </a:defRPr>
            </a:lvl3pPr>
          </a:lstStyle>
          <a:p>
            <a:pPr lvl="0"/>
            <a:r>
              <a:rPr lang="en-US" dirty="0"/>
              <a:t>Click to edit Master text styles</a:t>
            </a:r>
          </a:p>
          <a:p>
            <a:pPr lvl="1"/>
            <a:r>
              <a:rPr lang="en-US" dirty="0"/>
              <a:t>Second level</a:t>
            </a:r>
          </a:p>
          <a:p>
            <a:pPr lvl="2"/>
            <a:r>
              <a:rPr lang="en-US" dirty="0"/>
              <a:t>Third level</a:t>
            </a:r>
          </a:p>
        </p:txBody>
      </p:sp>
      <p:sp>
        <p:nvSpPr>
          <p:cNvPr id="3" name="TextBox 2"/>
          <p:cNvSpPr txBox="1"/>
          <p:nvPr userDrawn="1"/>
        </p:nvSpPr>
        <p:spPr>
          <a:xfrm>
            <a:off x="7813598" y="638982"/>
            <a:ext cx="184666" cy="346249"/>
          </a:xfrm>
          <a:prstGeom prst="rect">
            <a:avLst/>
          </a:prstGeom>
          <a:noFill/>
        </p:spPr>
        <p:txBody>
          <a:bodyPr wrap="none" rtlCol="0">
            <a:spAutoFit/>
          </a:bodyPr>
          <a:lstStyle/>
          <a:p>
            <a:pPr>
              <a:lnSpc>
                <a:spcPct val="90000"/>
              </a:lnSpc>
            </a:pPr>
            <a:endParaRPr lang="en-US" dirty="0">
              <a:solidFill>
                <a:srgbClr val="696253"/>
              </a:solidFill>
              <a:latin typeface="Calibri"/>
            </a:endParaRPr>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288201"/>
            <a:ext cx="6400800" cy="543739"/>
          </a:xfrm>
          <a:prstGeom prst="rect">
            <a:avLst/>
          </a:prstGeom>
        </p:spPr>
        <p:txBody>
          <a:bodyPr vert="horz" wrap="square" lIns="91440" tIns="45720" rIns="91440" bIns="45720" rtlCol="0" anchor="b" anchorCtr="0">
            <a:spAutoFit/>
          </a:bodyPr>
          <a:lstStyle/>
          <a:p>
            <a:r>
              <a:rPr lang="en-US" dirty="0"/>
              <a:t>Click to edit Master title style</a:t>
            </a:r>
          </a:p>
        </p:txBody>
      </p:sp>
      <p:sp>
        <p:nvSpPr>
          <p:cNvPr id="3" name="Text Placeholder 2"/>
          <p:cNvSpPr>
            <a:spLocks noGrp="1"/>
          </p:cNvSpPr>
          <p:nvPr>
            <p:ph type="body" idx="1"/>
          </p:nvPr>
        </p:nvSpPr>
        <p:spPr>
          <a:xfrm>
            <a:off x="304800" y="1129715"/>
            <a:ext cx="8534400" cy="346490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11" name="Rectangle 10"/>
          <p:cNvSpPr/>
          <p:nvPr userDrawn="1"/>
        </p:nvSpPr>
        <p:spPr bwMode="ltGray">
          <a:xfrm>
            <a:off x="0" y="0"/>
            <a:ext cx="204115" cy="5143500"/>
          </a:xfrm>
          <a:prstGeom prst="rect">
            <a:avLst/>
          </a:prstGeom>
          <a:solidFill>
            <a:srgbClr val="00356B"/>
          </a:solidFill>
          <a:ln>
            <a:solidFill>
              <a:srgbClr val="003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Calibri"/>
            </a:endParaRPr>
          </a:p>
        </p:txBody>
      </p:sp>
      <p:sp>
        <p:nvSpPr>
          <p:cNvPr id="7" name="Footer Placeholder 6"/>
          <p:cNvSpPr>
            <a:spLocks noGrp="1"/>
          </p:cNvSpPr>
          <p:nvPr>
            <p:ph type="ftr" sz="quarter" idx="3"/>
          </p:nvPr>
        </p:nvSpPr>
        <p:spPr>
          <a:xfrm>
            <a:off x="3124200" y="4709541"/>
            <a:ext cx="2895600" cy="274637"/>
          </a:xfrm>
          <a:prstGeom prst="rect">
            <a:avLst/>
          </a:prstGeom>
        </p:spPr>
        <p:txBody>
          <a:bodyPr vert="horz" lIns="91440" tIns="45720" rIns="91440" bIns="45720" rtlCol="0" anchor="ctr"/>
          <a:lstStyle>
            <a:lvl1pPr algn="ctr">
              <a:defRPr sz="1200" b="0" i="0">
                <a:solidFill>
                  <a:schemeClr val="tx1">
                    <a:tint val="75000"/>
                  </a:schemeClr>
                </a:solidFill>
                <a:latin typeface="Calibri" panose="020F0502020204030204" pitchFamily="34" charset="0"/>
                <a:cs typeface="Calibri" panose="020F0502020204030204" pitchFamily="34" charset="0"/>
              </a:defRPr>
            </a:lvl1pPr>
          </a:lstStyle>
          <a:p>
            <a:endParaRPr lang="en-US" dirty="0"/>
          </a:p>
        </p:txBody>
      </p:sp>
      <p:sp>
        <p:nvSpPr>
          <p:cNvPr id="17" name="Slide Number Placeholder 16"/>
          <p:cNvSpPr>
            <a:spLocks noGrp="1"/>
          </p:cNvSpPr>
          <p:nvPr>
            <p:ph type="sldNum" sz="quarter" idx="4"/>
          </p:nvPr>
        </p:nvSpPr>
        <p:spPr>
          <a:xfrm>
            <a:off x="304800" y="4731861"/>
            <a:ext cx="703583" cy="274637"/>
          </a:xfrm>
          <a:prstGeom prst="rect">
            <a:avLst/>
          </a:prstGeom>
        </p:spPr>
        <p:txBody>
          <a:bodyPr vert="horz" lIns="91440" tIns="45720" rIns="91440" bIns="45720" rtlCol="0" anchor="ctr"/>
          <a:lstStyle>
            <a:lvl1pPr algn="l">
              <a:defRPr sz="1200" b="0" i="0">
                <a:solidFill>
                  <a:schemeClr val="tx1">
                    <a:tint val="75000"/>
                  </a:schemeClr>
                </a:solidFill>
                <a:latin typeface="Calibri" panose="020F0502020204030204" pitchFamily="34" charset="0"/>
                <a:cs typeface="Calibri" panose="020F0502020204030204" pitchFamily="34" charset="0"/>
              </a:defRPr>
            </a:lvl1pPr>
          </a:lstStyle>
          <a:p>
            <a:fld id="{06B11E49-4B21-4C47-B00C-A5D83590719D}" type="slidenum">
              <a:rPr lang="en-US" smtClean="0"/>
              <a:pPr/>
              <a:t>‹#›</a:t>
            </a:fld>
            <a:endParaRPr lang="en-US" dirty="0"/>
          </a:p>
        </p:txBody>
      </p:sp>
      <p:pic>
        <p:nvPicPr>
          <p:cNvPr id="4" name="그림 3" descr="폰트, 텍스트, 그래픽, 스크린샷이(가) 표시된 사진&#10;&#10;AI 생성 콘텐츠는 정확하지 않을 수 있습니다.">
            <a:extLst>
              <a:ext uri="{FF2B5EF4-FFF2-40B4-BE49-F238E27FC236}">
                <a16:creationId xmlns:a16="http://schemas.microsoft.com/office/drawing/2014/main" id="{3AC8EC1D-A342-60E2-047F-93FE9ECDEA0C}"/>
              </a:ext>
            </a:extLst>
          </p:cNvPr>
          <p:cNvPicPr>
            <a:picLocks noChangeAspect="1"/>
          </p:cNvPicPr>
          <p:nvPr userDrawn="1"/>
        </p:nvPicPr>
        <p:blipFill>
          <a:blip r:embed="rId4"/>
          <a:stretch>
            <a:fillRect/>
          </a:stretch>
        </p:blipFill>
        <p:spPr>
          <a:xfrm>
            <a:off x="7130021" y="4672947"/>
            <a:ext cx="1709179" cy="369077"/>
          </a:xfrm>
          <a:prstGeom prst="rect">
            <a:avLst/>
          </a:prstGeom>
        </p:spPr>
      </p:pic>
    </p:spTree>
  </p:cSld>
  <p:clrMap bg1="lt1" tx1="dk1" bg2="lt2" tx2="dk2" accent1="accent1" accent2="accent2" accent3="accent3" accent4="accent4" accent5="accent5" accent6="accent6" hlink="hlink" folHlink="folHlink"/>
  <p:sldLayoutIdLst>
    <p:sldLayoutId id="2147483663" r:id="rId1"/>
    <p:sldLayoutId id="2147483665" r:id="rId2"/>
  </p:sldLayoutIdLst>
  <p:transition>
    <p:wipe dir="r"/>
  </p:transition>
  <p:txStyles>
    <p:titleStyle>
      <a:lvl1pPr algn="l" defTabSz="457200" rtl="0" eaLnBrk="1" latinLnBrk="0" hangingPunct="1">
        <a:lnSpc>
          <a:spcPct val="90000"/>
        </a:lnSpc>
        <a:spcBef>
          <a:spcPct val="0"/>
        </a:spcBef>
        <a:buNone/>
        <a:defRPr sz="3200" b="0" i="0" kern="1200">
          <a:solidFill>
            <a:srgbClr val="00356B"/>
          </a:solidFill>
          <a:latin typeface="Calibri" panose="020F0502020204030204" pitchFamily="34" charset="0"/>
          <a:ea typeface="+mj-ea"/>
          <a:cs typeface="Calibri" panose="020F0502020204030204" pitchFamily="34" charset="0"/>
        </a:defRPr>
      </a:lvl1pPr>
    </p:titleStyle>
    <p:body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Calibri" panose="020F0502020204030204" pitchFamily="34" charset="0"/>
          <a:ea typeface="+mn-ea"/>
          <a:cs typeface="Calibri" panose="020F0502020204030204" pitchFamily="34" charset="0"/>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Calibri" panose="020F0502020204030204" pitchFamily="34" charset="0"/>
          <a:ea typeface="+mn-ea"/>
          <a:cs typeface="Calibri" panose="020F0502020204030204" pitchFamily="34" charset="0"/>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Calibri" panose="020F0502020204030204" pitchFamily="34" charset="0"/>
          <a:ea typeface="+mn-ea"/>
          <a:cs typeface="Calibri" panose="020F0502020204030204" pitchFamily="34" charset="0"/>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gif"/><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gif"/><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gif"/><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2.xml"/><Relationship Id="rId1" Type="http://schemas.openxmlformats.org/officeDocument/2006/relationships/video" Target="https://www.youtube.com/embed/1nkETQrKBEA?feature=oembed"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2.xml"/><Relationship Id="rId1" Type="http://schemas.openxmlformats.org/officeDocument/2006/relationships/video" Target="https://www.youtube.com/embed/X4vNbVxz0Xc?feature=oembed"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slideLayout" Target="../slideLayouts/slideLayout2.xml"/><Relationship Id="rId1" Type="http://schemas.openxmlformats.org/officeDocument/2006/relationships/video" Target="https://www.youtube.com/embed/Y-MqzY0j0_E?feature=oembed"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slideLayout" Target="../slideLayouts/slideLayout2.xml"/><Relationship Id="rId1" Type="http://schemas.openxmlformats.org/officeDocument/2006/relationships/video" Target="https://www.youtube.com/embed/_cI1Wv17oWg?feature=oembed" TargetMode="External"/><Relationship Id="rId4" Type="http://schemas.openxmlformats.org/officeDocument/2006/relationships/image" Target="../media/image45.png"/></Relationships>
</file>

<file path=ppt/slides/_rels/slide3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slideLayout" Target="../slideLayouts/slideLayout2.xml"/><Relationship Id="rId1" Type="http://schemas.openxmlformats.org/officeDocument/2006/relationships/video" Target="https://www.youtube.com/embed/HKmjQ3fI0jY?feature=oembed"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ideo" Target="https://www.youtube.com/embed/ARFYhjszrpk?feature=oembed" TargetMode="External"/><Relationship Id="rId4" Type="http://schemas.openxmlformats.org/officeDocument/2006/relationships/image" Target="../media/image56.jpeg"/></Relationships>
</file>

<file path=ppt/slides/_rels/slide4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zeppelin-cat.dk/wp-content/uploads/2025/06/M32-008.pdf" TargetMode="External"/><Relationship Id="rId2" Type="http://schemas.openxmlformats.org/officeDocument/2006/relationships/hyperlink" Target="https://www.niddk.nih.gov/news/media-library/17826" TargetMode="External"/><Relationship Id="rId1" Type="http://schemas.openxmlformats.org/officeDocument/2006/relationships/slideLayout" Target="../slideLayouts/slideLayout2.xml"/><Relationship Id="rId5" Type="http://schemas.openxmlformats.org/officeDocument/2006/relationships/hyperlink" Target="https://convalve.eu/language/en/how-ball-valves-work/" TargetMode="External"/><Relationship Id="rId4" Type="http://schemas.openxmlformats.org/officeDocument/2006/relationships/hyperlink" Target="https://ko.wikipedia.org/wiki/ABB_%EA%B7%B8%EB%A3%B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381741" y="651623"/>
            <a:ext cx="8255450" cy="2751522"/>
          </a:xfrm>
          <a:prstGeom prst="rect">
            <a:avLst/>
          </a:prstGeom>
        </p:spPr>
        <p:txBody>
          <a:bodyPr vert="horz" wrap="square" lIns="91440" tIns="45720" rIns="91440" bIns="45720" rtlCol="0" anchor="ctr" anchorCtr="0">
            <a:spAutoFit/>
          </a:bodyPr>
          <a:lstStyle>
            <a:lvl1pPr algn="l" defTabSz="457200" rtl="0" eaLnBrk="1" latinLnBrk="0" hangingPunct="1">
              <a:lnSpc>
                <a:spcPct val="90000"/>
              </a:lnSpc>
              <a:spcBef>
                <a:spcPct val="0"/>
              </a:spcBef>
              <a:buNone/>
              <a:defRPr sz="4200" i="0" kern="1200">
                <a:solidFill>
                  <a:schemeClr val="bg1"/>
                </a:solidFill>
                <a:effectLst>
                  <a:outerShdw blurRad="38100" dist="38100" dir="2700000" algn="tl">
                    <a:srgbClr val="000000">
                      <a:alpha val="43137"/>
                    </a:srgbClr>
                  </a:outerShdw>
                </a:effectLst>
                <a:latin typeface="Calibri"/>
                <a:ea typeface="+mj-ea"/>
                <a:cs typeface="Calibri"/>
              </a:defRPr>
            </a:lvl1pPr>
          </a:lstStyle>
          <a:p>
            <a:r>
              <a:rPr lang="en-US" sz="4800" dirty="0">
                <a:solidFill>
                  <a:schemeClr val="tx1">
                    <a:lumMod val="75000"/>
                    <a:lumOff val="25000"/>
                  </a:schemeClr>
                </a:solidFill>
                <a:effectLst/>
                <a:latin typeface="Calibri" panose="020F0502020204030204" pitchFamily="34" charset="0"/>
                <a:cs typeface="Calibri" panose="020F0502020204030204" pitchFamily="34" charset="0"/>
              </a:rPr>
              <a:t>KMOU </a:t>
            </a:r>
            <a:r>
              <a:rPr lang="en-US" sz="2800" dirty="0">
                <a:solidFill>
                  <a:schemeClr val="tx1">
                    <a:lumMod val="75000"/>
                    <a:lumOff val="25000"/>
                  </a:schemeClr>
                </a:solidFill>
                <a:effectLst/>
                <a:latin typeface="Calibri" panose="020F0502020204030204" pitchFamily="34" charset="0"/>
                <a:cs typeface="Calibri" panose="020F0502020204030204" pitchFamily="34" charset="0"/>
              </a:rPr>
              <a:t>Division of Marine System Engineering</a:t>
            </a:r>
          </a:p>
          <a:p>
            <a:endParaRPr lang="en-US" sz="4800" dirty="0">
              <a:solidFill>
                <a:schemeClr val="tx1">
                  <a:lumMod val="75000"/>
                  <a:lumOff val="25000"/>
                </a:schemeClr>
              </a:solidFill>
              <a:effectLst/>
              <a:latin typeface="Calibri" panose="020F0502020204030204" pitchFamily="34" charset="0"/>
              <a:cs typeface="Calibri" panose="020F0502020204030204" pitchFamily="34" charset="0"/>
            </a:endParaRPr>
          </a:p>
          <a:p>
            <a:r>
              <a:rPr lang="en-US" sz="4800" dirty="0">
                <a:solidFill>
                  <a:schemeClr val="tx1">
                    <a:lumMod val="75000"/>
                    <a:lumOff val="25000"/>
                  </a:schemeClr>
                </a:solidFill>
                <a:effectLst/>
                <a:latin typeface="Calibri" panose="020F0502020204030204" pitchFamily="34" charset="0"/>
                <a:cs typeface="Calibri" panose="020F0502020204030204" pitchFamily="34" charset="0"/>
              </a:rPr>
              <a:t>Introduction to </a:t>
            </a:r>
          </a:p>
          <a:p>
            <a:r>
              <a:rPr lang="en-US" sz="4800" dirty="0">
                <a:solidFill>
                  <a:schemeClr val="tx1">
                    <a:lumMod val="75000"/>
                    <a:lumOff val="25000"/>
                  </a:schemeClr>
                </a:solidFill>
                <a:effectLst/>
                <a:latin typeface="Calibri" panose="020F0502020204030204" pitchFamily="34" charset="0"/>
                <a:cs typeface="Calibri" panose="020F0502020204030204" pitchFamily="34" charset="0"/>
              </a:rPr>
              <a:t>Internal Combustion Engine </a:t>
            </a:r>
          </a:p>
        </p:txBody>
      </p:sp>
    </p:spTree>
    <p:extLst>
      <p:ext uri="{BB962C8B-B14F-4D97-AF65-F5344CB8AC3E}">
        <p14:creationId xmlns:p14="http://schemas.microsoft.com/office/powerpoint/2010/main" val="1504224030"/>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F878F-7F04-302E-DFC7-67881DDE47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316DC8-8326-FB47-1CE0-3EB5455CCA08}"/>
              </a:ext>
            </a:extLst>
          </p:cNvPr>
          <p:cNvSpPr>
            <a:spLocks noGrp="1"/>
          </p:cNvSpPr>
          <p:nvPr>
            <p:ph type="title"/>
          </p:nvPr>
        </p:nvSpPr>
        <p:spPr>
          <a:xfrm>
            <a:off x="304799" y="304655"/>
            <a:ext cx="8392313" cy="535531"/>
          </a:xfrm>
        </p:spPr>
        <p:txBody>
          <a:bodyPr/>
          <a:lstStyle/>
          <a:p>
            <a:r>
              <a:rPr lang="en-US" dirty="0"/>
              <a:t>Lesson content for each week</a:t>
            </a:r>
          </a:p>
        </p:txBody>
      </p:sp>
      <p:graphicFrame>
        <p:nvGraphicFramePr>
          <p:cNvPr id="6" name="표 5">
            <a:extLst>
              <a:ext uri="{FF2B5EF4-FFF2-40B4-BE49-F238E27FC236}">
                <a16:creationId xmlns:a16="http://schemas.microsoft.com/office/drawing/2014/main" id="{5FD0B75C-39E0-9245-D3CD-1F0BED02C249}"/>
              </a:ext>
            </a:extLst>
          </p:cNvPr>
          <p:cNvGraphicFramePr>
            <a:graphicFrameLocks noGrp="1"/>
          </p:cNvGraphicFramePr>
          <p:nvPr>
            <p:extLst>
              <p:ext uri="{D42A27DB-BD31-4B8C-83A1-F6EECF244321}">
                <p14:modId xmlns:p14="http://schemas.microsoft.com/office/powerpoint/2010/main" val="934196204"/>
              </p:ext>
            </p:extLst>
          </p:nvPr>
        </p:nvGraphicFramePr>
        <p:xfrm>
          <a:off x="354071" y="826436"/>
          <a:ext cx="8463358" cy="4145280"/>
        </p:xfrm>
        <a:graphic>
          <a:graphicData uri="http://schemas.openxmlformats.org/drawingml/2006/table">
            <a:tbl>
              <a:tblPr firstRow="1" bandRow="1">
                <a:tableStyleId>{2D5ABB26-0587-4C30-8999-92F81FD0307C}</a:tableStyleId>
              </a:tblPr>
              <a:tblGrid>
                <a:gridCol w="4231679">
                  <a:extLst>
                    <a:ext uri="{9D8B030D-6E8A-4147-A177-3AD203B41FA5}">
                      <a16:colId xmlns:a16="http://schemas.microsoft.com/office/drawing/2014/main" val="576110043"/>
                    </a:ext>
                  </a:extLst>
                </a:gridCol>
                <a:gridCol w="4231679">
                  <a:extLst>
                    <a:ext uri="{9D8B030D-6E8A-4147-A177-3AD203B41FA5}">
                      <a16:colId xmlns:a16="http://schemas.microsoft.com/office/drawing/2014/main" val="12346094"/>
                    </a:ext>
                  </a:extLst>
                </a:gridCol>
              </a:tblGrid>
              <a:tr h="518160">
                <a:tc>
                  <a:txBody>
                    <a:bodyPr/>
                    <a:lstStyle/>
                    <a:p>
                      <a:pPr latinLnBrk="1"/>
                      <a:r>
                        <a:rPr lang="en-US" altLang="ko-KR" sz="1400" dirty="0"/>
                        <a:t>Ch0_Introduction to the Class</a:t>
                      </a:r>
                      <a:endParaRPr lang="en-US" altLang="ko-KR" sz="1400" dirty="0">
                        <a:latin typeface="Calibri" panose="020F0502020204030204" pitchFamily="34" charset="0"/>
                      </a:endParaRPr>
                    </a:p>
                  </a:txBody>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Ch6_Piston Fittings and Crankshaft</a:t>
                      </a:r>
                      <a:endParaRPr lang="en-US" altLang="ko-KR" sz="1400" dirty="0">
                        <a:solidFill>
                          <a:srgbClr val="000000"/>
                        </a:solidFill>
                        <a:latin typeface="Calibri" panose="020F0502020204030204" pitchFamily="34" charset="0"/>
                      </a:endParaRPr>
                    </a:p>
                  </a:txBody>
                  <a:tcPr/>
                </a:tc>
                <a:extLst>
                  <a:ext uri="{0D108BD9-81ED-4DB2-BD59-A6C34878D82A}">
                    <a16:rowId xmlns:a16="http://schemas.microsoft.com/office/drawing/2014/main" val="581925853"/>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Ch1_Overview of the Internal Combustion Engine</a:t>
                      </a:r>
                      <a:endParaRPr lang="en-US" altLang="ko-KR" sz="1400" dirty="0">
                        <a:solidFill>
                          <a:srgbClr val="000000"/>
                        </a:solidFill>
                        <a:latin typeface="Calibri" panose="020F0502020204030204" pitchFamily="34" charset="0"/>
                      </a:endParaRPr>
                    </a:p>
                  </a:txBody>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Ch7_Lube Oil System</a:t>
                      </a:r>
                      <a:endParaRPr lang="en-US" altLang="ko-KR" sz="1400" dirty="0">
                        <a:solidFill>
                          <a:srgbClr val="000000"/>
                        </a:solidFill>
                        <a:latin typeface="Calibri" panose="020F0502020204030204" pitchFamily="34" charset="0"/>
                      </a:endParaRPr>
                    </a:p>
                  </a:txBody>
                  <a:tcPr/>
                </a:tc>
                <a:extLst>
                  <a:ext uri="{0D108BD9-81ED-4DB2-BD59-A6C34878D82A}">
                    <a16:rowId xmlns:a16="http://schemas.microsoft.com/office/drawing/2014/main" val="2279872474"/>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Ch2_Thermodynamics and Compressed Air System</a:t>
                      </a:r>
                      <a:endParaRPr lang="en-US" altLang="ko-KR" sz="1400" dirty="0">
                        <a:solidFill>
                          <a:srgbClr val="000000"/>
                        </a:solidFill>
                        <a:latin typeface="Calibri" panose="020F0502020204030204" pitchFamily="34" charset="0"/>
                      </a:endParaRPr>
                    </a:p>
                  </a:txBody>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Ch8_Cooling Water System</a:t>
                      </a:r>
                      <a:endParaRPr lang="en-US" altLang="ko-KR" sz="1400" dirty="0">
                        <a:solidFill>
                          <a:srgbClr val="000000"/>
                        </a:solidFill>
                        <a:latin typeface="Calibri" panose="020F0502020204030204" pitchFamily="34" charset="0"/>
                      </a:endParaRPr>
                    </a:p>
                  </a:txBody>
                  <a:tcPr/>
                </a:tc>
                <a:extLst>
                  <a:ext uri="{0D108BD9-81ED-4DB2-BD59-A6C34878D82A}">
                    <a16:rowId xmlns:a16="http://schemas.microsoft.com/office/drawing/2014/main" val="2189124132"/>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Ch3_Marine Fuels and Internal Fuel Oil System</a:t>
                      </a:r>
                      <a:endParaRPr lang="en-US" altLang="ko-KR" sz="1400" dirty="0">
                        <a:solidFill>
                          <a:srgbClr val="000000"/>
                        </a:solidFill>
                        <a:latin typeface="Calibri" panose="020F0502020204030204" pitchFamily="34" charset="0"/>
                      </a:endParaRPr>
                    </a:p>
                  </a:txBody>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Ch9_Introduction to the Main Engine</a:t>
                      </a:r>
                      <a:endParaRPr lang="en-US" altLang="ko-KR" sz="1400" dirty="0">
                        <a:solidFill>
                          <a:srgbClr val="000000"/>
                        </a:solidFill>
                        <a:latin typeface="Calibri" panose="020F0502020204030204" pitchFamily="34" charset="0"/>
                      </a:endParaRPr>
                    </a:p>
                  </a:txBody>
                  <a:tcPr/>
                </a:tc>
                <a:extLst>
                  <a:ext uri="{0D108BD9-81ED-4DB2-BD59-A6C34878D82A}">
                    <a16:rowId xmlns:a16="http://schemas.microsoft.com/office/drawing/2014/main" val="3434192298"/>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Ch4_Intake and Exhaust System</a:t>
                      </a:r>
                      <a:endParaRPr lang="en-US" altLang="ko-KR" sz="1400" dirty="0">
                        <a:solidFill>
                          <a:srgbClr val="000000"/>
                        </a:solidFill>
                        <a:latin typeface="Calibri" panose="020F0502020204030204" pitchFamily="34" charset="0"/>
                      </a:endParaRPr>
                    </a:p>
                  </a:txBody>
                  <a:tcPr/>
                </a:tc>
                <a:tc>
                  <a:txBody>
                    <a:bodyPr/>
                    <a:lstStyle/>
                    <a:p>
                      <a:pPr latinLnBrk="1"/>
                      <a:r>
                        <a:rPr lang="en-US" altLang="ko-KR" sz="1400" dirty="0">
                          <a:solidFill>
                            <a:srgbClr val="000000"/>
                          </a:solidFill>
                        </a:rPr>
                        <a:t>Ch10_Alternative Fuels and Alternative Fuel Systems</a:t>
                      </a:r>
                      <a:endParaRPr lang="ko-KR" altLang="en-US" sz="1400" dirty="0">
                        <a:latin typeface="Calibri" panose="020F0502020204030204" pitchFamily="34" charset="0"/>
                      </a:endParaRPr>
                    </a:p>
                  </a:txBody>
                  <a:tcPr/>
                </a:tc>
                <a:extLst>
                  <a:ext uri="{0D108BD9-81ED-4DB2-BD59-A6C34878D82A}">
                    <a16:rowId xmlns:a16="http://schemas.microsoft.com/office/drawing/2014/main" val="181752057"/>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b="1" dirty="0">
                          <a:solidFill>
                            <a:srgbClr val="FF0000"/>
                          </a:solidFill>
                        </a:rPr>
                        <a:t>Ch5_Turbocharger</a:t>
                      </a:r>
                      <a:endParaRPr lang="en-US" altLang="ko-KR" sz="1400" b="1" dirty="0">
                        <a:solidFill>
                          <a:srgbClr val="FF0000"/>
                        </a:solidFill>
                        <a:latin typeface="Calibri" panose="020F0502020204030204" pitchFamily="34" charset="0"/>
                      </a:endParaRPr>
                    </a:p>
                  </a:txBody>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Ch11_Environmental Regulations and Exhaust Gas Aftertreatment Systems</a:t>
                      </a:r>
                      <a:endParaRPr lang="ko-KR" altLang="en-US" sz="1400" dirty="0">
                        <a:latin typeface="Calibri" panose="020F0502020204030204" pitchFamily="34" charset="0"/>
                      </a:endParaRPr>
                    </a:p>
                  </a:txBody>
                  <a:tcPr/>
                </a:tc>
                <a:extLst>
                  <a:ext uri="{0D108BD9-81ED-4DB2-BD59-A6C34878D82A}">
                    <a16:rowId xmlns:a16="http://schemas.microsoft.com/office/drawing/2014/main" val="3122996524"/>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b="1" dirty="0">
                          <a:solidFill>
                            <a:srgbClr val="000000"/>
                          </a:solidFill>
                        </a:rPr>
                        <a:t>Midterm</a:t>
                      </a:r>
                      <a:endParaRPr lang="en-US" altLang="ko-KR" sz="1400" b="1" dirty="0">
                        <a:solidFill>
                          <a:srgbClr val="000000"/>
                        </a:solidFill>
                        <a:latin typeface="Calibri" panose="020F0502020204030204" pitchFamily="34" charset="0"/>
                      </a:endParaRPr>
                    </a:p>
                  </a:txBody>
                  <a:tcPr/>
                </a:tc>
                <a:tc>
                  <a:txBody>
                    <a:bodyPr/>
                    <a:lstStyle/>
                    <a:p>
                      <a:pPr latinLnBrk="1"/>
                      <a:r>
                        <a:rPr lang="en-US" altLang="ko-KR" sz="1400" dirty="0">
                          <a:solidFill>
                            <a:srgbClr val="000000"/>
                          </a:solidFill>
                        </a:rPr>
                        <a:t>Ch12_Tools, Apprentice Engineer Duties, and Career Direction</a:t>
                      </a:r>
                      <a:endParaRPr lang="ko-KR" altLang="en-US" sz="1400" dirty="0">
                        <a:latin typeface="Calibri" panose="020F0502020204030204" pitchFamily="34" charset="0"/>
                      </a:endParaRPr>
                    </a:p>
                  </a:txBody>
                  <a:tcPr/>
                </a:tc>
                <a:extLst>
                  <a:ext uri="{0D108BD9-81ED-4DB2-BD59-A6C34878D82A}">
                    <a16:rowId xmlns:a16="http://schemas.microsoft.com/office/drawing/2014/main" val="3564919555"/>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endParaRPr lang="en-US" altLang="ko-KR" sz="1400" dirty="0">
                        <a:solidFill>
                          <a:srgbClr val="000000"/>
                        </a:solidFill>
                        <a:latin typeface="Calibri" panose="020F0502020204030204" pitchFamily="34" charset="0"/>
                      </a:endParaRPr>
                    </a:p>
                  </a:txBody>
                  <a:tcPr/>
                </a:tc>
                <a:tc>
                  <a:txBody>
                    <a:bodyPr/>
                    <a:lstStyle/>
                    <a:p>
                      <a:pPr latinLnBrk="1"/>
                      <a:r>
                        <a:rPr lang="en-US" altLang="ko-KR" sz="1400" b="1" dirty="0"/>
                        <a:t>Final Exam</a:t>
                      </a:r>
                      <a:endParaRPr lang="ko-KR" altLang="en-US" sz="1400" b="1" dirty="0">
                        <a:latin typeface="Calibri" panose="020F0502020204030204" pitchFamily="34" charset="0"/>
                      </a:endParaRPr>
                    </a:p>
                  </a:txBody>
                  <a:tcPr/>
                </a:tc>
                <a:extLst>
                  <a:ext uri="{0D108BD9-81ED-4DB2-BD59-A6C34878D82A}">
                    <a16:rowId xmlns:a16="http://schemas.microsoft.com/office/drawing/2014/main" val="488745633"/>
                  </a:ext>
                </a:extLst>
              </a:tr>
            </a:tbl>
          </a:graphicData>
        </a:graphic>
      </p:graphicFrame>
    </p:spTree>
    <p:extLst>
      <p:ext uri="{BB962C8B-B14F-4D97-AF65-F5344CB8AC3E}">
        <p14:creationId xmlns:p14="http://schemas.microsoft.com/office/powerpoint/2010/main" val="3225628892"/>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59490-2444-8121-E313-D5C422D98E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281FB-56EF-730F-4518-B039B44BF21A}"/>
              </a:ext>
            </a:extLst>
          </p:cNvPr>
          <p:cNvSpPr>
            <a:spLocks noGrp="1"/>
          </p:cNvSpPr>
          <p:nvPr>
            <p:ph type="title"/>
          </p:nvPr>
        </p:nvSpPr>
        <p:spPr>
          <a:xfrm>
            <a:off x="304799" y="304655"/>
            <a:ext cx="8392313" cy="535531"/>
          </a:xfrm>
        </p:spPr>
        <p:txBody>
          <a:bodyPr/>
          <a:lstStyle/>
          <a:p>
            <a:r>
              <a:rPr lang="en-US" dirty="0"/>
              <a:t>What is Turbocharger (T/C)?  </a:t>
            </a:r>
          </a:p>
        </p:txBody>
      </p:sp>
      <p:sp>
        <p:nvSpPr>
          <p:cNvPr id="3" name="Text Placeholder 2">
            <a:extLst>
              <a:ext uri="{FF2B5EF4-FFF2-40B4-BE49-F238E27FC236}">
                <a16:creationId xmlns:a16="http://schemas.microsoft.com/office/drawing/2014/main" id="{455436E8-6D92-8A25-61C9-A8AC04F3A295}"/>
              </a:ext>
            </a:extLst>
          </p:cNvPr>
          <p:cNvSpPr>
            <a:spLocks noGrp="1"/>
          </p:cNvSpPr>
          <p:nvPr>
            <p:ph type="body" sz="quarter" idx="10"/>
          </p:nvPr>
        </p:nvSpPr>
        <p:spPr>
          <a:xfrm>
            <a:off x="304800" y="1101144"/>
            <a:ext cx="5174725" cy="3528811"/>
          </a:xfrm>
        </p:spPr>
        <p:txBody>
          <a:bodyPr>
            <a:normAutofit/>
          </a:bodyPr>
          <a:lstStyle/>
          <a:p>
            <a:pPr marL="0" indent="0">
              <a:spcAft>
                <a:spcPts val="1000"/>
              </a:spcAft>
              <a:buNone/>
            </a:pPr>
            <a:r>
              <a:rPr lang="en-US" altLang="ko-KR" sz="1400" dirty="0"/>
              <a:t>Most of the G/E turbochargers used on ships are made by ABB.</a:t>
            </a:r>
            <a:endParaRPr lang="en-US" sz="1400" dirty="0">
              <a:solidFill>
                <a:srgbClr val="000000"/>
              </a:solidFill>
            </a:endParaRPr>
          </a:p>
          <a:p>
            <a:pPr marL="0" indent="0">
              <a:spcAft>
                <a:spcPts val="1000"/>
              </a:spcAft>
              <a:buNone/>
            </a:pPr>
            <a:r>
              <a:rPr lang="en-US" sz="1400" dirty="0">
                <a:solidFill>
                  <a:srgbClr val="000000"/>
                </a:solidFill>
              </a:rPr>
              <a:t>Therefore, this chapter explains ABB's T/C.</a:t>
            </a:r>
          </a:p>
          <a:p>
            <a:pPr marL="0" indent="0">
              <a:spcAft>
                <a:spcPts val="1000"/>
              </a:spcAft>
              <a:buNone/>
            </a:pPr>
            <a:r>
              <a:rPr lang="en-US" altLang="ko-KR" sz="1400" dirty="0"/>
              <a:t>T/Cs are intended for turbocharging internal combustion engines.</a:t>
            </a:r>
          </a:p>
          <a:p>
            <a:pPr marL="0" indent="0">
              <a:spcAft>
                <a:spcPts val="1000"/>
              </a:spcAft>
              <a:buNone/>
            </a:pPr>
            <a:r>
              <a:rPr lang="en-US" altLang="ko-KR" sz="1400" dirty="0"/>
              <a:t>The T/C is used to generate the volume of air and the charging pressure required to operate the engine.</a:t>
            </a:r>
            <a:endParaRPr lang="en-US" altLang="ko-KR" sz="1400" dirty="0">
              <a:solidFill>
                <a:srgbClr val="000000"/>
              </a:solidFill>
            </a:endParaRPr>
          </a:p>
          <a:p>
            <a:pPr marL="0" indent="0">
              <a:spcAft>
                <a:spcPts val="1000"/>
              </a:spcAft>
              <a:buNone/>
            </a:pPr>
            <a:endParaRPr lang="en-US" sz="1600" dirty="0">
              <a:solidFill>
                <a:srgbClr val="000000"/>
              </a:solidFill>
            </a:endParaRPr>
          </a:p>
          <a:p>
            <a:pPr marL="0" indent="0">
              <a:spcAft>
                <a:spcPts val="1000"/>
              </a:spcAft>
              <a:buNone/>
            </a:pPr>
            <a:endParaRPr lang="en-US" sz="1600" dirty="0">
              <a:solidFill>
                <a:srgbClr val="000000"/>
              </a:solidFill>
            </a:endParaRPr>
          </a:p>
        </p:txBody>
      </p:sp>
      <p:pic>
        <p:nvPicPr>
          <p:cNvPr id="1026" name="Picture 2" descr="How Does A Turbocharger Work? | Turbo Dynamics">
            <a:extLst>
              <a:ext uri="{FF2B5EF4-FFF2-40B4-BE49-F238E27FC236}">
                <a16:creationId xmlns:a16="http://schemas.microsoft.com/office/drawing/2014/main" id="{5D3080F2-127A-FA9F-212B-F1403EB6E0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974" y="2839453"/>
            <a:ext cx="2848065" cy="229717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Wartsila – 6L20 – Complete Engine – Malwi Marine">
            <a:extLst>
              <a:ext uri="{FF2B5EF4-FFF2-40B4-BE49-F238E27FC236}">
                <a16:creationId xmlns:a16="http://schemas.microsoft.com/office/drawing/2014/main" id="{E2819AD5-628C-EE52-DC5D-6BA0B40C32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2671" y="0"/>
            <a:ext cx="2901329" cy="246792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D272D018-9E03-1170-EE66-CFEFC5C6E2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4" y="2571753"/>
            <a:ext cx="3428996" cy="257174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nimated GIF of a turbocharged engine : r/cars">
            <a:extLst>
              <a:ext uri="{FF2B5EF4-FFF2-40B4-BE49-F238E27FC236}">
                <a16:creationId xmlns:a16="http://schemas.microsoft.com/office/drawing/2014/main" id="{CD68A540-4772-5941-3EB1-6D56612A1D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25925" y="2695074"/>
            <a:ext cx="1848192" cy="244885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ABB 그룹 - 위키백과, 우리 모두의 백과사전">
            <a:extLst>
              <a:ext uri="{FF2B5EF4-FFF2-40B4-BE49-F238E27FC236}">
                <a16:creationId xmlns:a16="http://schemas.microsoft.com/office/drawing/2014/main" id="{692A8410-B53E-FA63-9A30-C9C4452264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5022" y="1091147"/>
            <a:ext cx="716076" cy="285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8321862"/>
      </p:ext>
    </p:extLst>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B8AAA-CE82-0943-F092-937EFC4E47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25EB6B-8455-7F0B-7B0B-4F0583ACB891}"/>
              </a:ext>
            </a:extLst>
          </p:cNvPr>
          <p:cNvSpPr>
            <a:spLocks noGrp="1"/>
          </p:cNvSpPr>
          <p:nvPr>
            <p:ph type="title"/>
          </p:nvPr>
        </p:nvSpPr>
        <p:spPr>
          <a:xfrm>
            <a:off x="304799" y="304655"/>
            <a:ext cx="8392313" cy="535531"/>
          </a:xfrm>
        </p:spPr>
        <p:txBody>
          <a:bodyPr/>
          <a:lstStyle/>
          <a:p>
            <a:r>
              <a:rPr lang="en-US" dirty="0"/>
              <a:t>Turbocharger (T/C)  </a:t>
            </a:r>
          </a:p>
        </p:txBody>
      </p:sp>
      <p:sp>
        <p:nvSpPr>
          <p:cNvPr id="3" name="Text Placeholder 2">
            <a:extLst>
              <a:ext uri="{FF2B5EF4-FFF2-40B4-BE49-F238E27FC236}">
                <a16:creationId xmlns:a16="http://schemas.microsoft.com/office/drawing/2014/main" id="{D55529B5-3101-5182-6DA9-C2227F53FC24}"/>
              </a:ext>
            </a:extLst>
          </p:cNvPr>
          <p:cNvSpPr>
            <a:spLocks noGrp="1"/>
          </p:cNvSpPr>
          <p:nvPr>
            <p:ph type="body" sz="quarter" idx="10"/>
          </p:nvPr>
        </p:nvSpPr>
        <p:spPr>
          <a:xfrm>
            <a:off x="304800" y="1101144"/>
            <a:ext cx="4356760" cy="3939227"/>
          </a:xfrm>
        </p:spPr>
        <p:txBody>
          <a:bodyPr>
            <a:normAutofit/>
          </a:bodyPr>
          <a:lstStyle/>
          <a:p>
            <a:pPr marL="0" indent="0">
              <a:spcAft>
                <a:spcPts val="1000"/>
              </a:spcAft>
              <a:buNone/>
            </a:pPr>
            <a:r>
              <a:rPr lang="en-US" altLang="ko-KR" sz="1600" dirty="0"/>
              <a:t>The T/C is a turbomachine consisting of the following main components: </a:t>
            </a:r>
          </a:p>
          <a:p>
            <a:pPr marL="0" indent="0">
              <a:spcAft>
                <a:spcPts val="1000"/>
              </a:spcAft>
              <a:buNone/>
            </a:pPr>
            <a:r>
              <a:rPr lang="en-US" altLang="ko-KR" sz="1600" dirty="0">
                <a:latin typeface="Bauhaus 93" panose="04030905020B02020C02" pitchFamily="82" charset="0"/>
              </a:rPr>
              <a:t>O </a:t>
            </a:r>
            <a:r>
              <a:rPr lang="en-US" altLang="ko-KR" sz="1600" dirty="0"/>
              <a:t>turbine </a:t>
            </a:r>
          </a:p>
          <a:p>
            <a:pPr marL="0" indent="0">
              <a:spcAft>
                <a:spcPts val="1000"/>
              </a:spcAft>
              <a:buNone/>
            </a:pPr>
            <a:r>
              <a:rPr lang="en-US" altLang="ko-KR" sz="1600" dirty="0">
                <a:latin typeface="Bauhaus 93" panose="04030905020B02020C02" pitchFamily="82" charset="0"/>
              </a:rPr>
              <a:t>O </a:t>
            </a:r>
            <a:r>
              <a:rPr lang="en-US" altLang="ko-KR" sz="1600" dirty="0"/>
              <a:t>compressor </a:t>
            </a:r>
          </a:p>
          <a:p>
            <a:pPr marL="0" indent="0">
              <a:spcAft>
                <a:spcPts val="1000"/>
              </a:spcAft>
              <a:buNone/>
            </a:pPr>
            <a:r>
              <a:rPr lang="en-US" altLang="ko-KR" sz="1600" dirty="0"/>
              <a:t>These are mounted on a common shaft.</a:t>
            </a:r>
          </a:p>
          <a:p>
            <a:pPr marL="0" indent="0">
              <a:spcAft>
                <a:spcPts val="1000"/>
              </a:spcAft>
              <a:buNone/>
            </a:pPr>
            <a:r>
              <a:rPr lang="en-US" altLang="ko-KR" sz="1600" dirty="0"/>
              <a:t>The exhaust gas from the diesel or gas engine flows through the gas inlet casing (9) and nozzle ring (8) to the turbine (7).</a:t>
            </a:r>
          </a:p>
          <a:p>
            <a:pPr marL="0" indent="0">
              <a:spcAft>
                <a:spcPts val="1000"/>
              </a:spcAft>
              <a:buNone/>
            </a:pPr>
            <a:r>
              <a:rPr lang="en-US" altLang="ko-KR" sz="1600" dirty="0"/>
              <a:t>The turbine (7) uses the energy contained in the exhaust gas to drive the compressor wheel (11). The compressor draws in fresh air, compresses it and then forces it into the engine's cylinders.</a:t>
            </a:r>
            <a:endParaRPr lang="en-US" sz="1600" dirty="0">
              <a:solidFill>
                <a:srgbClr val="000000"/>
              </a:solidFill>
            </a:endParaRPr>
          </a:p>
        </p:txBody>
      </p:sp>
      <p:pic>
        <p:nvPicPr>
          <p:cNvPr id="5" name="그림 4">
            <a:extLst>
              <a:ext uri="{FF2B5EF4-FFF2-40B4-BE49-F238E27FC236}">
                <a16:creationId xmlns:a16="http://schemas.microsoft.com/office/drawing/2014/main" id="{B7C0AECC-C887-5270-2444-913D569796E8}"/>
              </a:ext>
            </a:extLst>
          </p:cNvPr>
          <p:cNvPicPr>
            <a:picLocks noChangeAspect="1"/>
          </p:cNvPicPr>
          <p:nvPr/>
        </p:nvPicPr>
        <p:blipFill>
          <a:blip r:embed="rId2"/>
          <a:stretch>
            <a:fillRect/>
          </a:stretch>
        </p:blipFill>
        <p:spPr>
          <a:xfrm>
            <a:off x="5045296" y="201526"/>
            <a:ext cx="4098704" cy="4838845"/>
          </a:xfrm>
          <a:prstGeom prst="rect">
            <a:avLst/>
          </a:prstGeom>
        </p:spPr>
      </p:pic>
      <p:cxnSp>
        <p:nvCxnSpPr>
          <p:cNvPr id="7" name="직선 연결선 6">
            <a:extLst>
              <a:ext uri="{FF2B5EF4-FFF2-40B4-BE49-F238E27FC236}">
                <a16:creationId xmlns:a16="http://schemas.microsoft.com/office/drawing/2014/main" id="{270FF639-A937-5032-07D6-08946C6BE137}"/>
              </a:ext>
            </a:extLst>
          </p:cNvPr>
          <p:cNvCxnSpPr/>
          <p:nvPr/>
        </p:nvCxnSpPr>
        <p:spPr>
          <a:xfrm>
            <a:off x="7267074" y="4351994"/>
            <a:ext cx="701269"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pic>
        <p:nvPicPr>
          <p:cNvPr id="6146" name="Picture 2" descr="NOZZLE RING 56001">
            <a:extLst>
              <a:ext uri="{FF2B5EF4-FFF2-40B4-BE49-F238E27FC236}">
                <a16:creationId xmlns:a16="http://schemas.microsoft.com/office/drawing/2014/main" id="{3543A7D9-4A09-C975-65A5-5F8AA59C27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4138451" y="1409489"/>
            <a:ext cx="1407342" cy="790653"/>
          </a:xfrm>
          <a:prstGeom prst="rect">
            <a:avLst/>
          </a:prstGeom>
          <a:noFill/>
          <a:extLst>
            <a:ext uri="{909E8E84-426E-40DD-AFC4-6F175D3DCCD1}">
              <a14:hiddenFill xmlns:a14="http://schemas.microsoft.com/office/drawing/2010/main">
                <a:solidFill>
                  <a:srgbClr val="FFFFFF"/>
                </a:solidFill>
              </a14:hiddenFill>
            </a:ext>
          </a:extLst>
        </p:spPr>
      </p:pic>
      <p:cxnSp>
        <p:nvCxnSpPr>
          <p:cNvPr id="9" name="직선 연결선 8">
            <a:extLst>
              <a:ext uri="{FF2B5EF4-FFF2-40B4-BE49-F238E27FC236}">
                <a16:creationId xmlns:a16="http://schemas.microsoft.com/office/drawing/2014/main" id="{1981493A-CCFF-1691-D137-6608B63CD6FD}"/>
              </a:ext>
            </a:extLst>
          </p:cNvPr>
          <p:cNvCxnSpPr>
            <a:cxnSpLocks/>
          </p:cNvCxnSpPr>
          <p:nvPr/>
        </p:nvCxnSpPr>
        <p:spPr>
          <a:xfrm flipV="1">
            <a:off x="7810214" y="495014"/>
            <a:ext cx="460637" cy="868349"/>
          </a:xfrm>
          <a:prstGeom prst="line">
            <a:avLst/>
          </a:prstGeom>
          <a:ln w="12700"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3EF3AB69-055B-9CCA-E1B9-2009A1E9BBEA}"/>
              </a:ext>
            </a:extLst>
          </p:cNvPr>
          <p:cNvSpPr txBox="1"/>
          <p:nvPr/>
        </p:nvSpPr>
        <p:spPr>
          <a:xfrm>
            <a:off x="8186173" y="290905"/>
            <a:ext cx="214581" cy="203133"/>
          </a:xfrm>
          <a:prstGeom prst="rect">
            <a:avLst/>
          </a:prstGeom>
          <a:noFill/>
          <a:ln>
            <a:noFill/>
          </a:ln>
        </p:spPr>
        <p:txBody>
          <a:bodyPr wrap="square" rtlCol="0">
            <a:spAutoFit/>
          </a:bodyPr>
          <a:lstStyle/>
          <a:p>
            <a:pPr>
              <a:lnSpc>
                <a:spcPct val="90000"/>
              </a:lnSpc>
            </a:pPr>
            <a:r>
              <a:rPr lang="en-US" altLang="ko-KR" sz="800" b="1" dirty="0">
                <a:solidFill>
                  <a:srgbClr val="262626"/>
                </a:solidFill>
                <a:latin typeface="Calibri" panose="020F0502020204030204" pitchFamily="34" charset="0"/>
              </a:rPr>
              <a:t>8</a:t>
            </a:r>
            <a:endParaRPr lang="ko-KR" altLang="en-US" sz="800" b="1" dirty="0">
              <a:solidFill>
                <a:srgbClr val="262626"/>
              </a:solidFill>
              <a:latin typeface="Calibri" panose="020F0502020204030204" pitchFamily="34" charset="0"/>
            </a:endParaRPr>
          </a:p>
        </p:txBody>
      </p:sp>
      <p:cxnSp>
        <p:nvCxnSpPr>
          <p:cNvPr id="12" name="직선 연결선 11">
            <a:extLst>
              <a:ext uri="{FF2B5EF4-FFF2-40B4-BE49-F238E27FC236}">
                <a16:creationId xmlns:a16="http://schemas.microsoft.com/office/drawing/2014/main" id="{1C190B59-9BB2-44EF-9207-C9F5835A1AF3}"/>
              </a:ext>
            </a:extLst>
          </p:cNvPr>
          <p:cNvCxnSpPr>
            <a:cxnSpLocks/>
          </p:cNvCxnSpPr>
          <p:nvPr/>
        </p:nvCxnSpPr>
        <p:spPr>
          <a:xfrm>
            <a:off x="9006497" y="3050132"/>
            <a:ext cx="110003"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 name="직선 연결선 13">
            <a:extLst>
              <a:ext uri="{FF2B5EF4-FFF2-40B4-BE49-F238E27FC236}">
                <a16:creationId xmlns:a16="http://schemas.microsoft.com/office/drawing/2014/main" id="{7CE58A09-442D-FBCF-5D9D-D0BD724662F4}"/>
              </a:ext>
            </a:extLst>
          </p:cNvPr>
          <p:cNvCxnSpPr>
            <a:cxnSpLocks/>
          </p:cNvCxnSpPr>
          <p:nvPr/>
        </p:nvCxnSpPr>
        <p:spPr>
          <a:xfrm>
            <a:off x="8250226" y="453764"/>
            <a:ext cx="110003"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A5434432-49E3-50B4-07EF-670F2F1628BC}"/>
              </a:ext>
            </a:extLst>
          </p:cNvPr>
          <p:cNvSpPr txBox="1"/>
          <p:nvPr/>
        </p:nvSpPr>
        <p:spPr>
          <a:xfrm>
            <a:off x="4416581" y="848324"/>
            <a:ext cx="851081" cy="244682"/>
          </a:xfrm>
          <a:prstGeom prst="rect">
            <a:avLst/>
          </a:prstGeom>
          <a:noFill/>
          <a:ln>
            <a:noFill/>
          </a:ln>
        </p:spPr>
        <p:txBody>
          <a:bodyPr wrap="square" rtlCol="0">
            <a:spAutoFit/>
          </a:bodyPr>
          <a:lstStyle/>
          <a:p>
            <a:pPr algn="ctr">
              <a:lnSpc>
                <a:spcPct val="90000"/>
              </a:lnSpc>
            </a:pPr>
            <a:r>
              <a:rPr lang="en-US" altLang="ko-KR" sz="1100" b="1" dirty="0">
                <a:solidFill>
                  <a:srgbClr val="262626"/>
                </a:solidFill>
                <a:latin typeface="Calibri" panose="020F0502020204030204" pitchFamily="34" charset="0"/>
              </a:rPr>
              <a:t>Nozzle ring</a:t>
            </a:r>
            <a:endParaRPr lang="ko-KR" altLang="en-US" sz="1100" b="1" dirty="0">
              <a:solidFill>
                <a:srgbClr val="262626"/>
              </a:solidFill>
              <a:latin typeface="Calibri" panose="020F0502020204030204" pitchFamily="34" charset="0"/>
            </a:endParaRPr>
          </a:p>
        </p:txBody>
      </p:sp>
      <p:cxnSp>
        <p:nvCxnSpPr>
          <p:cNvPr id="16" name="직선 연결선 15">
            <a:extLst>
              <a:ext uri="{FF2B5EF4-FFF2-40B4-BE49-F238E27FC236}">
                <a16:creationId xmlns:a16="http://schemas.microsoft.com/office/drawing/2014/main" id="{47954BFF-FB2A-198C-6244-107BC8EBF6D5}"/>
              </a:ext>
            </a:extLst>
          </p:cNvPr>
          <p:cNvCxnSpPr>
            <a:cxnSpLocks/>
          </p:cNvCxnSpPr>
          <p:nvPr/>
        </p:nvCxnSpPr>
        <p:spPr>
          <a:xfrm>
            <a:off x="7280824" y="4174385"/>
            <a:ext cx="529390"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8" name="직선 연결선 17">
            <a:extLst>
              <a:ext uri="{FF2B5EF4-FFF2-40B4-BE49-F238E27FC236}">
                <a16:creationId xmlns:a16="http://schemas.microsoft.com/office/drawing/2014/main" id="{C540DD89-695F-B3B6-18A2-76B2AA04F0E6}"/>
              </a:ext>
            </a:extLst>
          </p:cNvPr>
          <p:cNvCxnSpPr>
            <a:cxnSpLocks/>
          </p:cNvCxnSpPr>
          <p:nvPr/>
        </p:nvCxnSpPr>
        <p:spPr>
          <a:xfrm>
            <a:off x="9000768" y="1717491"/>
            <a:ext cx="110003"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9" name="직선 연결선 18">
            <a:extLst>
              <a:ext uri="{FF2B5EF4-FFF2-40B4-BE49-F238E27FC236}">
                <a16:creationId xmlns:a16="http://schemas.microsoft.com/office/drawing/2014/main" id="{B77D6958-E140-48A6-ACE3-9BC214E4BB6D}"/>
              </a:ext>
            </a:extLst>
          </p:cNvPr>
          <p:cNvCxnSpPr>
            <a:cxnSpLocks/>
          </p:cNvCxnSpPr>
          <p:nvPr/>
        </p:nvCxnSpPr>
        <p:spPr>
          <a:xfrm>
            <a:off x="7230407" y="4855029"/>
            <a:ext cx="1170347"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1" name="직선 연결선 20">
            <a:extLst>
              <a:ext uri="{FF2B5EF4-FFF2-40B4-BE49-F238E27FC236}">
                <a16:creationId xmlns:a16="http://schemas.microsoft.com/office/drawing/2014/main" id="{61B7A9F9-118F-D970-16D4-4354B3001270}"/>
              </a:ext>
            </a:extLst>
          </p:cNvPr>
          <p:cNvCxnSpPr>
            <a:cxnSpLocks/>
          </p:cNvCxnSpPr>
          <p:nvPr/>
        </p:nvCxnSpPr>
        <p:spPr>
          <a:xfrm>
            <a:off x="5302037" y="2769395"/>
            <a:ext cx="110003"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20146376"/>
      </p:ext>
    </p:extLst>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11ED6-53F2-95CD-58B6-FA3B898B83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D6CCD1-EF2C-0EAB-C7A7-7EB11E1FE316}"/>
              </a:ext>
            </a:extLst>
          </p:cNvPr>
          <p:cNvSpPr>
            <a:spLocks noGrp="1"/>
          </p:cNvSpPr>
          <p:nvPr>
            <p:ph type="title"/>
          </p:nvPr>
        </p:nvSpPr>
        <p:spPr>
          <a:xfrm>
            <a:off x="304799" y="304655"/>
            <a:ext cx="8392313" cy="535531"/>
          </a:xfrm>
        </p:spPr>
        <p:txBody>
          <a:bodyPr/>
          <a:lstStyle/>
          <a:p>
            <a:r>
              <a:rPr lang="en-US" dirty="0"/>
              <a:t>Turbocharger (T/C)  </a:t>
            </a:r>
          </a:p>
        </p:txBody>
      </p:sp>
      <p:sp>
        <p:nvSpPr>
          <p:cNvPr id="3" name="Text Placeholder 2">
            <a:extLst>
              <a:ext uri="{FF2B5EF4-FFF2-40B4-BE49-F238E27FC236}">
                <a16:creationId xmlns:a16="http://schemas.microsoft.com/office/drawing/2014/main" id="{9026566F-202D-0FE0-8B84-CED6ECF22EA5}"/>
              </a:ext>
            </a:extLst>
          </p:cNvPr>
          <p:cNvSpPr>
            <a:spLocks noGrp="1"/>
          </p:cNvSpPr>
          <p:nvPr>
            <p:ph type="body" sz="quarter" idx="10"/>
          </p:nvPr>
        </p:nvSpPr>
        <p:spPr>
          <a:xfrm>
            <a:off x="304800" y="936139"/>
            <a:ext cx="4111781" cy="3939227"/>
          </a:xfrm>
        </p:spPr>
        <p:txBody>
          <a:bodyPr>
            <a:normAutofit/>
          </a:bodyPr>
          <a:lstStyle/>
          <a:p>
            <a:pPr marL="0" indent="0">
              <a:spcAft>
                <a:spcPts val="1000"/>
              </a:spcAft>
              <a:buNone/>
            </a:pPr>
            <a:r>
              <a:rPr lang="en-US" altLang="ko-KR" sz="1600" b="1" dirty="0"/>
              <a:t>Nozzle ring</a:t>
            </a:r>
          </a:p>
          <a:p>
            <a:pPr marL="0" indent="0">
              <a:spcAft>
                <a:spcPts val="1000"/>
              </a:spcAft>
              <a:buNone/>
            </a:pPr>
            <a:r>
              <a:rPr lang="en-US" sz="1600" dirty="0">
                <a:solidFill>
                  <a:srgbClr val="000000"/>
                </a:solidFill>
              </a:rPr>
              <a:t>It is located just before the exhaust gas enters the turbine wheel.</a:t>
            </a:r>
          </a:p>
          <a:p>
            <a:pPr marL="0" indent="0">
              <a:spcAft>
                <a:spcPts val="1000"/>
              </a:spcAft>
              <a:buNone/>
            </a:pPr>
            <a:r>
              <a:rPr lang="en-US" sz="1600" dirty="0">
                <a:solidFill>
                  <a:srgbClr val="000000"/>
                </a:solidFill>
              </a:rPr>
              <a:t>The flow of exhaust gas is accelerated through the nozzle vane (blade) and guided to the turbine blade at the optimal angle of incidence.</a:t>
            </a:r>
          </a:p>
          <a:p>
            <a:pPr marL="0" indent="0">
              <a:spcAft>
                <a:spcPts val="1000"/>
              </a:spcAft>
              <a:buNone/>
            </a:pPr>
            <a:r>
              <a:rPr lang="en-US" sz="1600" dirty="0">
                <a:solidFill>
                  <a:srgbClr val="000000"/>
                </a:solidFill>
              </a:rPr>
              <a:t>It converts the pressure energy of the exhaust gas into kinetic energy to increase turbine efficiency.</a:t>
            </a:r>
          </a:p>
        </p:txBody>
      </p:sp>
      <p:pic>
        <p:nvPicPr>
          <p:cNvPr id="5" name="그림 4">
            <a:extLst>
              <a:ext uri="{FF2B5EF4-FFF2-40B4-BE49-F238E27FC236}">
                <a16:creationId xmlns:a16="http://schemas.microsoft.com/office/drawing/2014/main" id="{835E0170-76E4-FFB2-79CA-3589AF08ACE6}"/>
              </a:ext>
            </a:extLst>
          </p:cNvPr>
          <p:cNvPicPr>
            <a:picLocks noChangeAspect="1"/>
          </p:cNvPicPr>
          <p:nvPr/>
        </p:nvPicPr>
        <p:blipFill>
          <a:blip r:embed="rId2"/>
          <a:stretch>
            <a:fillRect/>
          </a:stretch>
        </p:blipFill>
        <p:spPr>
          <a:xfrm>
            <a:off x="5045296" y="201526"/>
            <a:ext cx="4098704" cy="4838845"/>
          </a:xfrm>
          <a:prstGeom prst="rect">
            <a:avLst/>
          </a:prstGeom>
        </p:spPr>
      </p:pic>
      <p:cxnSp>
        <p:nvCxnSpPr>
          <p:cNvPr id="7" name="직선 연결선 6">
            <a:extLst>
              <a:ext uri="{FF2B5EF4-FFF2-40B4-BE49-F238E27FC236}">
                <a16:creationId xmlns:a16="http://schemas.microsoft.com/office/drawing/2014/main" id="{629A846B-9C56-9A69-5560-C6C495E317A3}"/>
              </a:ext>
            </a:extLst>
          </p:cNvPr>
          <p:cNvCxnSpPr/>
          <p:nvPr/>
        </p:nvCxnSpPr>
        <p:spPr>
          <a:xfrm>
            <a:off x="7267074" y="4351994"/>
            <a:ext cx="701269"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pic>
        <p:nvPicPr>
          <p:cNvPr id="6146" name="Picture 2" descr="NOZZLE RING 56001">
            <a:extLst>
              <a:ext uri="{FF2B5EF4-FFF2-40B4-BE49-F238E27FC236}">
                <a16:creationId xmlns:a16="http://schemas.microsoft.com/office/drawing/2014/main" id="{400FF27E-1AA2-E2E5-EFF2-67F4C43D3E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4138451" y="1409489"/>
            <a:ext cx="1407342" cy="790653"/>
          </a:xfrm>
          <a:prstGeom prst="rect">
            <a:avLst/>
          </a:prstGeom>
          <a:noFill/>
          <a:extLst>
            <a:ext uri="{909E8E84-426E-40DD-AFC4-6F175D3DCCD1}">
              <a14:hiddenFill xmlns:a14="http://schemas.microsoft.com/office/drawing/2010/main">
                <a:solidFill>
                  <a:srgbClr val="FFFFFF"/>
                </a:solidFill>
              </a14:hiddenFill>
            </a:ext>
          </a:extLst>
        </p:spPr>
      </p:pic>
      <p:cxnSp>
        <p:nvCxnSpPr>
          <p:cNvPr id="9" name="직선 연결선 8">
            <a:extLst>
              <a:ext uri="{FF2B5EF4-FFF2-40B4-BE49-F238E27FC236}">
                <a16:creationId xmlns:a16="http://schemas.microsoft.com/office/drawing/2014/main" id="{156105A4-0CB5-7156-5E8D-4E3979335124}"/>
              </a:ext>
            </a:extLst>
          </p:cNvPr>
          <p:cNvCxnSpPr>
            <a:cxnSpLocks/>
          </p:cNvCxnSpPr>
          <p:nvPr/>
        </p:nvCxnSpPr>
        <p:spPr>
          <a:xfrm flipV="1">
            <a:off x="7810214" y="495014"/>
            <a:ext cx="460637" cy="868349"/>
          </a:xfrm>
          <a:prstGeom prst="line">
            <a:avLst/>
          </a:prstGeom>
          <a:ln w="12700"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1757BA75-05C9-3DC1-5273-30C34FDEABA8}"/>
              </a:ext>
            </a:extLst>
          </p:cNvPr>
          <p:cNvSpPr txBox="1"/>
          <p:nvPr/>
        </p:nvSpPr>
        <p:spPr>
          <a:xfrm>
            <a:off x="8186173" y="290905"/>
            <a:ext cx="214581" cy="203133"/>
          </a:xfrm>
          <a:prstGeom prst="rect">
            <a:avLst/>
          </a:prstGeom>
          <a:noFill/>
          <a:ln>
            <a:noFill/>
          </a:ln>
        </p:spPr>
        <p:txBody>
          <a:bodyPr wrap="square" rtlCol="0">
            <a:spAutoFit/>
          </a:bodyPr>
          <a:lstStyle/>
          <a:p>
            <a:pPr>
              <a:lnSpc>
                <a:spcPct val="90000"/>
              </a:lnSpc>
            </a:pPr>
            <a:r>
              <a:rPr lang="en-US" altLang="ko-KR" sz="800" b="1" dirty="0">
                <a:solidFill>
                  <a:srgbClr val="262626"/>
                </a:solidFill>
                <a:latin typeface="Calibri" panose="020F0502020204030204" pitchFamily="34" charset="0"/>
              </a:rPr>
              <a:t>8</a:t>
            </a:r>
            <a:endParaRPr lang="ko-KR" altLang="en-US" sz="800" b="1" dirty="0">
              <a:solidFill>
                <a:srgbClr val="262626"/>
              </a:solidFill>
              <a:latin typeface="Calibri" panose="020F0502020204030204" pitchFamily="34" charset="0"/>
            </a:endParaRPr>
          </a:p>
        </p:txBody>
      </p:sp>
      <p:cxnSp>
        <p:nvCxnSpPr>
          <p:cNvPr id="12" name="직선 연결선 11">
            <a:extLst>
              <a:ext uri="{FF2B5EF4-FFF2-40B4-BE49-F238E27FC236}">
                <a16:creationId xmlns:a16="http://schemas.microsoft.com/office/drawing/2014/main" id="{494F1599-2945-96A2-468B-58C7761C2AA5}"/>
              </a:ext>
            </a:extLst>
          </p:cNvPr>
          <p:cNvCxnSpPr>
            <a:cxnSpLocks/>
          </p:cNvCxnSpPr>
          <p:nvPr/>
        </p:nvCxnSpPr>
        <p:spPr>
          <a:xfrm>
            <a:off x="9006497" y="3050132"/>
            <a:ext cx="110003"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 name="직선 연결선 13">
            <a:extLst>
              <a:ext uri="{FF2B5EF4-FFF2-40B4-BE49-F238E27FC236}">
                <a16:creationId xmlns:a16="http://schemas.microsoft.com/office/drawing/2014/main" id="{A152CC48-5229-CD2E-0DCC-522F4AD3FE34}"/>
              </a:ext>
            </a:extLst>
          </p:cNvPr>
          <p:cNvCxnSpPr>
            <a:cxnSpLocks/>
          </p:cNvCxnSpPr>
          <p:nvPr/>
        </p:nvCxnSpPr>
        <p:spPr>
          <a:xfrm>
            <a:off x="8250226" y="453764"/>
            <a:ext cx="110003"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398CBF77-A25B-0743-F6B0-6C789170656D}"/>
              </a:ext>
            </a:extLst>
          </p:cNvPr>
          <p:cNvSpPr txBox="1"/>
          <p:nvPr/>
        </p:nvSpPr>
        <p:spPr>
          <a:xfrm>
            <a:off x="4416581" y="848324"/>
            <a:ext cx="851081" cy="244682"/>
          </a:xfrm>
          <a:prstGeom prst="rect">
            <a:avLst/>
          </a:prstGeom>
          <a:noFill/>
          <a:ln>
            <a:noFill/>
          </a:ln>
        </p:spPr>
        <p:txBody>
          <a:bodyPr wrap="square" rtlCol="0">
            <a:spAutoFit/>
          </a:bodyPr>
          <a:lstStyle/>
          <a:p>
            <a:pPr algn="ctr">
              <a:lnSpc>
                <a:spcPct val="90000"/>
              </a:lnSpc>
            </a:pPr>
            <a:r>
              <a:rPr lang="en-US" altLang="ko-KR" sz="1100" b="1" dirty="0">
                <a:solidFill>
                  <a:srgbClr val="262626"/>
                </a:solidFill>
                <a:latin typeface="Calibri" panose="020F0502020204030204" pitchFamily="34" charset="0"/>
              </a:rPr>
              <a:t>Nozzle ring</a:t>
            </a:r>
            <a:endParaRPr lang="ko-KR" altLang="en-US" sz="1100" b="1" dirty="0">
              <a:solidFill>
                <a:srgbClr val="262626"/>
              </a:solidFill>
              <a:latin typeface="Calibri" panose="020F0502020204030204" pitchFamily="34" charset="0"/>
            </a:endParaRPr>
          </a:p>
        </p:txBody>
      </p:sp>
      <p:cxnSp>
        <p:nvCxnSpPr>
          <p:cNvPr id="16" name="직선 연결선 15">
            <a:extLst>
              <a:ext uri="{FF2B5EF4-FFF2-40B4-BE49-F238E27FC236}">
                <a16:creationId xmlns:a16="http://schemas.microsoft.com/office/drawing/2014/main" id="{9C0D1507-794D-C132-2114-30FB49DF32FD}"/>
              </a:ext>
            </a:extLst>
          </p:cNvPr>
          <p:cNvCxnSpPr>
            <a:cxnSpLocks/>
          </p:cNvCxnSpPr>
          <p:nvPr/>
        </p:nvCxnSpPr>
        <p:spPr>
          <a:xfrm>
            <a:off x="7280824" y="4174385"/>
            <a:ext cx="529390"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8" name="직선 연결선 17">
            <a:extLst>
              <a:ext uri="{FF2B5EF4-FFF2-40B4-BE49-F238E27FC236}">
                <a16:creationId xmlns:a16="http://schemas.microsoft.com/office/drawing/2014/main" id="{759E85C5-432B-B398-B9B7-1F2BD7AAD4F0}"/>
              </a:ext>
            </a:extLst>
          </p:cNvPr>
          <p:cNvCxnSpPr>
            <a:cxnSpLocks/>
          </p:cNvCxnSpPr>
          <p:nvPr/>
        </p:nvCxnSpPr>
        <p:spPr>
          <a:xfrm>
            <a:off x="9000768" y="1717491"/>
            <a:ext cx="110003"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9" name="직선 연결선 18">
            <a:extLst>
              <a:ext uri="{FF2B5EF4-FFF2-40B4-BE49-F238E27FC236}">
                <a16:creationId xmlns:a16="http://schemas.microsoft.com/office/drawing/2014/main" id="{AF79CA88-9BA7-B85D-3341-12F3854843AD}"/>
              </a:ext>
            </a:extLst>
          </p:cNvPr>
          <p:cNvCxnSpPr>
            <a:cxnSpLocks/>
          </p:cNvCxnSpPr>
          <p:nvPr/>
        </p:nvCxnSpPr>
        <p:spPr>
          <a:xfrm>
            <a:off x="7230407" y="4855029"/>
            <a:ext cx="1170347"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1" name="직선 연결선 20">
            <a:extLst>
              <a:ext uri="{FF2B5EF4-FFF2-40B4-BE49-F238E27FC236}">
                <a16:creationId xmlns:a16="http://schemas.microsoft.com/office/drawing/2014/main" id="{3474EB61-290A-0EC4-A578-B5236CB08EAE}"/>
              </a:ext>
            </a:extLst>
          </p:cNvPr>
          <p:cNvCxnSpPr>
            <a:cxnSpLocks/>
          </p:cNvCxnSpPr>
          <p:nvPr/>
        </p:nvCxnSpPr>
        <p:spPr>
          <a:xfrm>
            <a:off x="5302037" y="2769395"/>
            <a:ext cx="110003"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 name="직선 화살표 연결선 3">
            <a:extLst>
              <a:ext uri="{FF2B5EF4-FFF2-40B4-BE49-F238E27FC236}">
                <a16:creationId xmlns:a16="http://schemas.microsoft.com/office/drawing/2014/main" id="{C9E35EE8-2EDF-A6D7-0C29-DD5C84E68275}"/>
              </a:ext>
            </a:extLst>
          </p:cNvPr>
          <p:cNvCxnSpPr>
            <a:cxnSpLocks/>
          </p:cNvCxnSpPr>
          <p:nvPr/>
        </p:nvCxnSpPr>
        <p:spPr>
          <a:xfrm flipH="1">
            <a:off x="8205250" y="2187966"/>
            <a:ext cx="450611"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E297310E-03F8-5B78-CB7E-5D4F7F10E3CC}"/>
              </a:ext>
            </a:extLst>
          </p:cNvPr>
          <p:cNvSpPr txBox="1"/>
          <p:nvPr/>
        </p:nvSpPr>
        <p:spPr>
          <a:xfrm>
            <a:off x="8591803" y="1926671"/>
            <a:ext cx="602506" cy="646331"/>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Each of them is turbine blade</a:t>
            </a:r>
            <a:endParaRPr lang="ko-KR" altLang="en-US" sz="1000" b="1" dirty="0">
              <a:solidFill>
                <a:srgbClr val="000000"/>
              </a:solidFill>
              <a:latin typeface="Calibri" panose="020F0502020204030204" pitchFamily="34" charset="0"/>
            </a:endParaRPr>
          </a:p>
        </p:txBody>
      </p:sp>
      <p:pic>
        <p:nvPicPr>
          <p:cNvPr id="20" name="그림 19">
            <a:extLst>
              <a:ext uri="{FF2B5EF4-FFF2-40B4-BE49-F238E27FC236}">
                <a16:creationId xmlns:a16="http://schemas.microsoft.com/office/drawing/2014/main" id="{872225B8-16EB-CF78-D6B3-CADA7E33875D}"/>
              </a:ext>
            </a:extLst>
          </p:cNvPr>
          <p:cNvPicPr>
            <a:picLocks noChangeAspect="1"/>
          </p:cNvPicPr>
          <p:nvPr/>
        </p:nvPicPr>
        <p:blipFill>
          <a:blip r:embed="rId4"/>
          <a:stretch>
            <a:fillRect/>
          </a:stretch>
        </p:blipFill>
        <p:spPr>
          <a:xfrm>
            <a:off x="404076" y="3753854"/>
            <a:ext cx="1607943" cy="1389646"/>
          </a:xfrm>
          <a:prstGeom prst="rect">
            <a:avLst/>
          </a:prstGeom>
        </p:spPr>
      </p:pic>
      <p:sp>
        <p:nvSpPr>
          <p:cNvPr id="22" name="TextBox 21">
            <a:extLst>
              <a:ext uri="{FF2B5EF4-FFF2-40B4-BE49-F238E27FC236}">
                <a16:creationId xmlns:a16="http://schemas.microsoft.com/office/drawing/2014/main" id="{53687AC9-1E8B-78DE-63E9-9E79F060886C}"/>
              </a:ext>
            </a:extLst>
          </p:cNvPr>
          <p:cNvSpPr txBox="1"/>
          <p:nvPr/>
        </p:nvSpPr>
        <p:spPr>
          <a:xfrm>
            <a:off x="2173217" y="3686299"/>
            <a:ext cx="2668904" cy="1255728"/>
          </a:xfrm>
          <a:prstGeom prst="rect">
            <a:avLst/>
          </a:prstGeom>
          <a:noFill/>
          <a:ln>
            <a:noFill/>
          </a:ln>
        </p:spPr>
        <p:txBody>
          <a:bodyPr wrap="square" rtlCol="0">
            <a:spAutoFit/>
          </a:bodyPr>
          <a:lstStyle/>
          <a:p>
            <a:pPr>
              <a:lnSpc>
                <a:spcPct val="90000"/>
              </a:lnSpc>
            </a:pPr>
            <a:r>
              <a:rPr lang="en-US" altLang="ko-KR" sz="1200" dirty="0">
                <a:solidFill>
                  <a:srgbClr val="262626"/>
                </a:solidFill>
                <a:latin typeface="Calibri" panose="020F0502020204030204" pitchFamily="34" charset="0"/>
              </a:rPr>
              <a:t>The nozzle increases the velocity of the fluid by making the outlet cross-sectional area smaller (contracting) than the inlet.</a:t>
            </a:r>
          </a:p>
          <a:p>
            <a:pPr>
              <a:lnSpc>
                <a:spcPct val="90000"/>
              </a:lnSpc>
            </a:pPr>
            <a:endParaRPr lang="en-US" altLang="ko-KR" sz="1200" dirty="0">
              <a:solidFill>
                <a:srgbClr val="262626"/>
              </a:solidFill>
              <a:latin typeface="Calibri" panose="020F0502020204030204" pitchFamily="34" charset="0"/>
            </a:endParaRPr>
          </a:p>
          <a:p>
            <a:pPr>
              <a:lnSpc>
                <a:spcPct val="90000"/>
              </a:lnSpc>
            </a:pPr>
            <a:r>
              <a:rPr lang="en-US" altLang="ko-KR" sz="1200" dirty="0">
                <a:solidFill>
                  <a:srgbClr val="262626"/>
                </a:solidFill>
                <a:latin typeface="Calibri" panose="020F0502020204030204" pitchFamily="34" charset="0"/>
              </a:rPr>
              <a:t>It is called a nozzle ring because it has multiple nozzles in a ring shape.</a:t>
            </a:r>
            <a:endParaRPr lang="ko-KR" altLang="en-US" sz="1200" dirty="0">
              <a:solidFill>
                <a:srgbClr val="262626"/>
              </a:solidFill>
              <a:latin typeface="Calibri" panose="020F0502020204030204" pitchFamily="34" charset="0"/>
            </a:endParaRPr>
          </a:p>
        </p:txBody>
      </p:sp>
      <p:cxnSp>
        <p:nvCxnSpPr>
          <p:cNvPr id="23" name="직선 화살표 연결선 22">
            <a:extLst>
              <a:ext uri="{FF2B5EF4-FFF2-40B4-BE49-F238E27FC236}">
                <a16:creationId xmlns:a16="http://schemas.microsoft.com/office/drawing/2014/main" id="{F7E74C20-1B72-9ED4-3C5F-00980C7E3F30}"/>
              </a:ext>
            </a:extLst>
          </p:cNvPr>
          <p:cNvCxnSpPr>
            <a:cxnSpLocks/>
            <a:stCxn id="25" idx="1"/>
          </p:cNvCxnSpPr>
          <p:nvPr/>
        </p:nvCxnSpPr>
        <p:spPr>
          <a:xfrm flipH="1" flipV="1">
            <a:off x="1695450" y="4971319"/>
            <a:ext cx="477767" cy="65614"/>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1F60FC09-2A02-EEA9-255E-9E218FFF1614}"/>
              </a:ext>
            </a:extLst>
          </p:cNvPr>
          <p:cNvSpPr txBox="1"/>
          <p:nvPr/>
        </p:nvSpPr>
        <p:spPr>
          <a:xfrm>
            <a:off x="2173217" y="4921517"/>
            <a:ext cx="2095710"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Each of them is nozzle vane (blade)</a:t>
            </a:r>
            <a:endParaRPr lang="ko-KR" altLang="en-US" sz="1000" b="1" dirty="0">
              <a:solidFill>
                <a:srgbClr val="000000"/>
              </a:solidFill>
              <a:latin typeface="Calibri" panose="020F0502020204030204" pitchFamily="34" charset="0"/>
            </a:endParaRPr>
          </a:p>
        </p:txBody>
      </p:sp>
      <p:cxnSp>
        <p:nvCxnSpPr>
          <p:cNvPr id="28" name="직선 화살표 연결선 27">
            <a:extLst>
              <a:ext uri="{FF2B5EF4-FFF2-40B4-BE49-F238E27FC236}">
                <a16:creationId xmlns:a16="http://schemas.microsoft.com/office/drawing/2014/main" id="{F03CA306-7254-15B5-91B3-C6ADEB52B55A}"/>
              </a:ext>
            </a:extLst>
          </p:cNvPr>
          <p:cNvCxnSpPr>
            <a:cxnSpLocks/>
          </p:cNvCxnSpPr>
          <p:nvPr/>
        </p:nvCxnSpPr>
        <p:spPr>
          <a:xfrm flipV="1">
            <a:off x="606468" y="4921517"/>
            <a:ext cx="227611" cy="2051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1" name="직선 화살표 연결선 30">
            <a:extLst>
              <a:ext uri="{FF2B5EF4-FFF2-40B4-BE49-F238E27FC236}">
                <a16:creationId xmlns:a16="http://schemas.microsoft.com/office/drawing/2014/main" id="{6A9697B5-C3EA-124F-3AFC-2F90CD9A6FB9}"/>
              </a:ext>
            </a:extLst>
          </p:cNvPr>
          <p:cNvCxnSpPr>
            <a:cxnSpLocks/>
          </p:cNvCxnSpPr>
          <p:nvPr/>
        </p:nvCxnSpPr>
        <p:spPr>
          <a:xfrm>
            <a:off x="4403361" y="1222353"/>
            <a:ext cx="295824" cy="76167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909BB21A-02A7-7879-C1FA-696020A27D38}"/>
              </a:ext>
            </a:extLst>
          </p:cNvPr>
          <p:cNvSpPr txBox="1"/>
          <p:nvPr/>
        </p:nvSpPr>
        <p:spPr>
          <a:xfrm>
            <a:off x="3677213" y="916679"/>
            <a:ext cx="851081" cy="397032"/>
          </a:xfrm>
          <a:prstGeom prst="rect">
            <a:avLst/>
          </a:prstGeom>
          <a:noFill/>
          <a:ln>
            <a:noFill/>
          </a:ln>
        </p:spPr>
        <p:txBody>
          <a:bodyPr wrap="square" rtlCol="0">
            <a:spAutoFit/>
          </a:bodyPr>
          <a:lstStyle/>
          <a:p>
            <a:pPr algn="ctr">
              <a:lnSpc>
                <a:spcPct val="90000"/>
              </a:lnSpc>
            </a:pPr>
            <a:r>
              <a:rPr lang="en-US" altLang="ko-KR" sz="1100" b="1" dirty="0">
                <a:solidFill>
                  <a:srgbClr val="262626"/>
                </a:solidFill>
                <a:latin typeface="Calibri" panose="020F0502020204030204" pitchFamily="34" charset="0"/>
              </a:rPr>
              <a:t>Exhaust gas flow</a:t>
            </a:r>
            <a:endParaRPr lang="ko-KR" altLang="en-US" sz="1100" b="1" dirty="0">
              <a:solidFill>
                <a:srgbClr val="262626"/>
              </a:solidFill>
              <a:latin typeface="Calibri" panose="020F0502020204030204" pitchFamily="34" charset="0"/>
            </a:endParaRPr>
          </a:p>
        </p:txBody>
      </p:sp>
      <p:sp>
        <p:nvSpPr>
          <p:cNvPr id="35" name="TextBox 34">
            <a:extLst>
              <a:ext uri="{FF2B5EF4-FFF2-40B4-BE49-F238E27FC236}">
                <a16:creationId xmlns:a16="http://schemas.microsoft.com/office/drawing/2014/main" id="{C62F1207-F552-9B70-E08C-E4D1FB65355C}"/>
              </a:ext>
            </a:extLst>
          </p:cNvPr>
          <p:cNvSpPr txBox="1"/>
          <p:nvPr/>
        </p:nvSpPr>
        <p:spPr>
          <a:xfrm>
            <a:off x="127360" y="4785285"/>
            <a:ext cx="550043" cy="313932"/>
          </a:xfrm>
          <a:prstGeom prst="rect">
            <a:avLst/>
          </a:prstGeom>
          <a:noFill/>
          <a:ln>
            <a:noFill/>
          </a:ln>
        </p:spPr>
        <p:txBody>
          <a:bodyPr wrap="square" rtlCol="0">
            <a:spAutoFit/>
          </a:bodyPr>
          <a:lstStyle/>
          <a:p>
            <a:pPr algn="ctr">
              <a:lnSpc>
                <a:spcPct val="90000"/>
              </a:lnSpc>
            </a:pPr>
            <a:r>
              <a:rPr lang="en-US" altLang="ko-KR" sz="800" b="1" dirty="0">
                <a:solidFill>
                  <a:srgbClr val="262626"/>
                </a:solidFill>
                <a:latin typeface="Calibri" panose="020F0502020204030204" pitchFamily="34" charset="0"/>
              </a:rPr>
              <a:t>Exhaust </a:t>
            </a:r>
          </a:p>
          <a:p>
            <a:pPr algn="ctr">
              <a:lnSpc>
                <a:spcPct val="90000"/>
              </a:lnSpc>
            </a:pPr>
            <a:r>
              <a:rPr lang="en-US" altLang="ko-KR" sz="800" b="1" dirty="0">
                <a:solidFill>
                  <a:srgbClr val="262626"/>
                </a:solidFill>
                <a:latin typeface="Calibri" panose="020F0502020204030204" pitchFamily="34" charset="0"/>
              </a:rPr>
              <a:t>gas flow</a:t>
            </a:r>
            <a:endParaRPr lang="ko-KR" altLang="en-US" sz="800" b="1" dirty="0">
              <a:solidFill>
                <a:srgbClr val="262626"/>
              </a:solidFill>
              <a:latin typeface="Calibri" panose="020F0502020204030204" pitchFamily="34" charset="0"/>
            </a:endParaRPr>
          </a:p>
        </p:txBody>
      </p:sp>
    </p:spTree>
    <p:extLst>
      <p:ext uri="{BB962C8B-B14F-4D97-AF65-F5344CB8AC3E}">
        <p14:creationId xmlns:p14="http://schemas.microsoft.com/office/powerpoint/2010/main" val="1151979564"/>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57387-EF4F-C073-4C6F-3D3A3CDBE1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D970BE-17BF-6E33-0746-4BCCD664825F}"/>
              </a:ext>
            </a:extLst>
          </p:cNvPr>
          <p:cNvSpPr>
            <a:spLocks noGrp="1"/>
          </p:cNvSpPr>
          <p:nvPr>
            <p:ph type="title"/>
          </p:nvPr>
        </p:nvSpPr>
        <p:spPr>
          <a:xfrm>
            <a:off x="304799" y="304655"/>
            <a:ext cx="8392313" cy="535531"/>
          </a:xfrm>
        </p:spPr>
        <p:txBody>
          <a:bodyPr/>
          <a:lstStyle/>
          <a:p>
            <a:r>
              <a:rPr lang="en-US" dirty="0"/>
              <a:t>Turbocharger (T/C)  </a:t>
            </a:r>
          </a:p>
        </p:txBody>
      </p:sp>
      <p:sp>
        <p:nvSpPr>
          <p:cNvPr id="3" name="Text Placeholder 2">
            <a:extLst>
              <a:ext uri="{FF2B5EF4-FFF2-40B4-BE49-F238E27FC236}">
                <a16:creationId xmlns:a16="http://schemas.microsoft.com/office/drawing/2014/main" id="{991A75D8-7292-E4A1-6606-908F063F3BBE}"/>
              </a:ext>
            </a:extLst>
          </p:cNvPr>
          <p:cNvSpPr>
            <a:spLocks noGrp="1"/>
          </p:cNvSpPr>
          <p:nvPr>
            <p:ph type="body" sz="quarter" idx="10"/>
          </p:nvPr>
        </p:nvSpPr>
        <p:spPr>
          <a:xfrm>
            <a:off x="304800" y="1039269"/>
            <a:ext cx="4111781" cy="328896"/>
          </a:xfrm>
        </p:spPr>
        <p:txBody>
          <a:bodyPr>
            <a:normAutofit/>
          </a:bodyPr>
          <a:lstStyle/>
          <a:p>
            <a:pPr marL="0" indent="0">
              <a:spcAft>
                <a:spcPts val="1000"/>
              </a:spcAft>
              <a:buNone/>
            </a:pPr>
            <a:r>
              <a:rPr lang="en-US" altLang="ko-KR" sz="1600" b="1" dirty="0"/>
              <a:t>Bernoulli’s equation</a:t>
            </a:r>
          </a:p>
        </p:txBody>
      </p:sp>
      <p:pic>
        <p:nvPicPr>
          <p:cNvPr id="9218" name="Picture 2" descr="Pressure">
            <a:extLst>
              <a:ext uri="{FF2B5EF4-FFF2-40B4-BE49-F238E27FC236}">
                <a16:creationId xmlns:a16="http://schemas.microsoft.com/office/drawing/2014/main" id="{1EED9FD8-E181-1D53-D6D8-7C4BE00F8C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297" y="1536356"/>
            <a:ext cx="4590335" cy="3075166"/>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The Continuity Equation (Fluid Mechanics - Lesson 6) - YouTube">
            <a:extLst>
              <a:ext uri="{FF2B5EF4-FFF2-40B4-BE49-F238E27FC236}">
                <a16:creationId xmlns:a16="http://schemas.microsoft.com/office/drawing/2014/main" id="{CAA53513-4706-8223-2C04-E1F2F5AC23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8444" y="1536355"/>
            <a:ext cx="4125555" cy="2320625"/>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2">
            <a:extLst>
              <a:ext uri="{FF2B5EF4-FFF2-40B4-BE49-F238E27FC236}">
                <a16:creationId xmlns:a16="http://schemas.microsoft.com/office/drawing/2014/main" id="{D521BBE2-37E7-FB01-4CB6-A76C2A45181C}"/>
              </a:ext>
            </a:extLst>
          </p:cNvPr>
          <p:cNvSpPr txBox="1">
            <a:spLocks/>
          </p:cNvSpPr>
          <p:nvPr/>
        </p:nvSpPr>
        <p:spPr>
          <a:xfrm>
            <a:off x="4939823" y="1039269"/>
            <a:ext cx="4111781" cy="328896"/>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Aft>
                <a:spcPts val="1000"/>
              </a:spcAft>
              <a:buFont typeface="Arial"/>
              <a:buNone/>
            </a:pPr>
            <a:r>
              <a:rPr lang="en-US" altLang="ko-KR" sz="1600" b="1" dirty="0">
                <a:latin typeface="Calibri" panose="020F0502020204030204" pitchFamily="34" charset="0"/>
                <a:cs typeface="Calibri" panose="020F0502020204030204" pitchFamily="34" charset="0"/>
              </a:rPr>
              <a:t>Continuity equation</a:t>
            </a:r>
          </a:p>
        </p:txBody>
      </p:sp>
      <p:pic>
        <p:nvPicPr>
          <p:cNvPr id="9222" name="Picture 6" descr="Garden hose depicting high and low pressure flow - Media Asset - NIDDK">
            <a:extLst>
              <a:ext uri="{FF2B5EF4-FFF2-40B4-BE49-F238E27FC236}">
                <a16:creationId xmlns:a16="http://schemas.microsoft.com/office/drawing/2014/main" id="{7799FCDA-677C-3C9D-DA2D-FE74BDC170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9800" y="3856980"/>
            <a:ext cx="2144199" cy="1286520"/>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2">
            <a:extLst>
              <a:ext uri="{FF2B5EF4-FFF2-40B4-BE49-F238E27FC236}">
                <a16:creationId xmlns:a16="http://schemas.microsoft.com/office/drawing/2014/main" id="{5771B070-DF30-B23F-980A-0618D224588E}"/>
              </a:ext>
            </a:extLst>
          </p:cNvPr>
          <p:cNvSpPr txBox="1">
            <a:spLocks/>
          </p:cNvSpPr>
          <p:nvPr/>
        </p:nvSpPr>
        <p:spPr>
          <a:xfrm>
            <a:off x="7949719" y="304655"/>
            <a:ext cx="1101885" cy="805155"/>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Aft>
                <a:spcPts val="1000"/>
              </a:spcAft>
              <a:buFont typeface="Arial"/>
              <a:buNone/>
            </a:pPr>
            <a:r>
              <a:rPr lang="en-US" altLang="ko-KR" sz="1600" b="1" dirty="0">
                <a:latin typeface="Calibri" panose="020F0502020204030204" pitchFamily="34" charset="0"/>
                <a:cs typeface="Calibri" panose="020F0502020204030204" pitchFamily="34" charset="0"/>
              </a:rPr>
              <a:t>V: Volume</a:t>
            </a:r>
          </a:p>
          <a:p>
            <a:pPr marL="0" indent="0">
              <a:spcAft>
                <a:spcPts val="1000"/>
              </a:spcAft>
              <a:buFont typeface="Arial"/>
              <a:buNone/>
            </a:pPr>
            <a:r>
              <a:rPr lang="en-US" altLang="ko-KR" sz="1600" b="1" dirty="0">
                <a:latin typeface="Calibri" panose="020F0502020204030204" pitchFamily="34" charset="0"/>
                <a:cs typeface="Calibri" panose="020F0502020204030204" pitchFamily="34" charset="0"/>
              </a:rPr>
              <a:t>v: Velocity</a:t>
            </a:r>
          </a:p>
        </p:txBody>
      </p:sp>
    </p:spTree>
    <p:extLst>
      <p:ext uri="{BB962C8B-B14F-4D97-AF65-F5344CB8AC3E}">
        <p14:creationId xmlns:p14="http://schemas.microsoft.com/office/powerpoint/2010/main" val="1146333581"/>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2024A-5182-5718-86BA-0855D21D9C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402066-09F9-0390-A550-DC91651A6FC2}"/>
              </a:ext>
            </a:extLst>
          </p:cNvPr>
          <p:cNvSpPr>
            <a:spLocks noGrp="1"/>
          </p:cNvSpPr>
          <p:nvPr>
            <p:ph type="title"/>
          </p:nvPr>
        </p:nvSpPr>
        <p:spPr>
          <a:xfrm>
            <a:off x="304799" y="304655"/>
            <a:ext cx="8392313" cy="535531"/>
          </a:xfrm>
        </p:spPr>
        <p:txBody>
          <a:bodyPr/>
          <a:lstStyle/>
          <a:p>
            <a:r>
              <a:rPr lang="en-US" dirty="0"/>
              <a:t>Turbocharger (T/C) </a:t>
            </a:r>
          </a:p>
        </p:txBody>
      </p:sp>
      <p:sp>
        <p:nvSpPr>
          <p:cNvPr id="3" name="Text Placeholder 2">
            <a:extLst>
              <a:ext uri="{FF2B5EF4-FFF2-40B4-BE49-F238E27FC236}">
                <a16:creationId xmlns:a16="http://schemas.microsoft.com/office/drawing/2014/main" id="{3D2A0095-76DD-AFEC-9666-2D3B46AB7A9D}"/>
              </a:ext>
            </a:extLst>
          </p:cNvPr>
          <p:cNvSpPr>
            <a:spLocks noGrp="1"/>
          </p:cNvSpPr>
          <p:nvPr>
            <p:ph type="body" sz="quarter" idx="10"/>
          </p:nvPr>
        </p:nvSpPr>
        <p:spPr>
          <a:xfrm>
            <a:off x="390598" y="1101144"/>
            <a:ext cx="8392313" cy="3528811"/>
          </a:xfrm>
        </p:spPr>
        <p:txBody>
          <a:bodyPr>
            <a:normAutofit/>
          </a:bodyPr>
          <a:lstStyle/>
          <a:p>
            <a:pPr marL="0" indent="0">
              <a:spcAft>
                <a:spcPts val="1000"/>
              </a:spcAft>
              <a:buNone/>
            </a:pPr>
            <a:r>
              <a:rPr lang="en-US" altLang="ko-KR" sz="1600" dirty="0"/>
              <a:t>This is just an animation to illustrate the exhaust gas passing through the nozzle ring to the turbine wheel (left) and the fresh air being compressed by the compressor wheel (right).</a:t>
            </a:r>
            <a:endParaRPr lang="en-US" sz="1600" dirty="0">
              <a:solidFill>
                <a:srgbClr val="000000"/>
              </a:solidFill>
            </a:endParaRPr>
          </a:p>
          <a:p>
            <a:pPr marL="0" indent="0">
              <a:spcAft>
                <a:spcPts val="1000"/>
              </a:spcAft>
              <a:buNone/>
            </a:pPr>
            <a:endParaRPr lang="en-US" sz="1600" dirty="0">
              <a:solidFill>
                <a:srgbClr val="000000"/>
              </a:solidFill>
            </a:endParaRPr>
          </a:p>
        </p:txBody>
      </p:sp>
      <p:pic>
        <p:nvPicPr>
          <p:cNvPr id="7170" name="Picture 2" descr="What is a turbocharger and how does it work? Principles of Turbocharger  Operation">
            <a:extLst>
              <a:ext uri="{FF2B5EF4-FFF2-40B4-BE49-F238E27FC236}">
                <a16:creationId xmlns:a16="http://schemas.microsoft.com/office/drawing/2014/main" id="{8164B1A2-1A22-85AA-EDAF-63A85FD900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888" y="2183330"/>
            <a:ext cx="8306514" cy="2334765"/>
          </a:xfrm>
          <a:prstGeom prst="rect">
            <a:avLst/>
          </a:prstGeom>
          <a:noFill/>
          <a:extLst>
            <a:ext uri="{909E8E84-426E-40DD-AFC4-6F175D3DCCD1}">
              <a14:hiddenFill xmlns:a14="http://schemas.microsoft.com/office/drawing/2010/main">
                <a:solidFill>
                  <a:srgbClr val="FFFFFF"/>
                </a:solidFill>
              </a14:hiddenFill>
            </a:ext>
          </a:extLst>
        </p:spPr>
      </p:pic>
      <p:cxnSp>
        <p:nvCxnSpPr>
          <p:cNvPr id="4" name="직선 화살표 연결선 3">
            <a:extLst>
              <a:ext uri="{FF2B5EF4-FFF2-40B4-BE49-F238E27FC236}">
                <a16:creationId xmlns:a16="http://schemas.microsoft.com/office/drawing/2014/main" id="{9C559561-E4AB-C7FC-8B62-EE3984B57502}"/>
              </a:ext>
            </a:extLst>
          </p:cNvPr>
          <p:cNvCxnSpPr>
            <a:cxnSpLocks/>
          </p:cNvCxnSpPr>
          <p:nvPr/>
        </p:nvCxnSpPr>
        <p:spPr>
          <a:xfrm>
            <a:off x="1609262" y="2071470"/>
            <a:ext cx="0" cy="326709"/>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F03EA832-6859-F5B7-5CCE-35BC9768199D}"/>
              </a:ext>
            </a:extLst>
          </p:cNvPr>
          <p:cNvSpPr txBox="1"/>
          <p:nvPr/>
        </p:nvSpPr>
        <p:spPr>
          <a:xfrm>
            <a:off x="893566" y="1804800"/>
            <a:ext cx="1431391" cy="272382"/>
          </a:xfrm>
          <a:prstGeom prst="rect">
            <a:avLst/>
          </a:prstGeom>
          <a:noFill/>
        </p:spPr>
        <p:txBody>
          <a:bodyPr wrap="square" rtlCol="0">
            <a:spAutoFit/>
          </a:bodyPr>
          <a:lstStyle/>
          <a:p>
            <a:pPr algn="ctr">
              <a:lnSpc>
                <a:spcPct val="90000"/>
              </a:lnSpc>
            </a:pPr>
            <a:r>
              <a:rPr lang="en-US" altLang="ko-KR" sz="1300" b="1" dirty="0">
                <a:solidFill>
                  <a:srgbClr val="000000"/>
                </a:solidFill>
                <a:latin typeface="Calibri" panose="020F0502020204030204" pitchFamily="34" charset="0"/>
              </a:rPr>
              <a:t>Not in marine T/C</a:t>
            </a:r>
            <a:endParaRPr lang="ko-KR" altLang="en-US" sz="1300" b="1" dirty="0">
              <a:solidFill>
                <a:srgbClr val="000000"/>
              </a:solidFill>
              <a:latin typeface="Calibri" panose="020F0502020204030204" pitchFamily="34" charset="0"/>
            </a:endParaRPr>
          </a:p>
        </p:txBody>
      </p:sp>
      <p:cxnSp>
        <p:nvCxnSpPr>
          <p:cNvPr id="7" name="직선 화살표 연결선 6">
            <a:extLst>
              <a:ext uri="{FF2B5EF4-FFF2-40B4-BE49-F238E27FC236}">
                <a16:creationId xmlns:a16="http://schemas.microsoft.com/office/drawing/2014/main" id="{11790E9F-E2C4-724C-97B1-D71AEA1BEE7D}"/>
              </a:ext>
            </a:extLst>
          </p:cNvPr>
          <p:cNvCxnSpPr>
            <a:cxnSpLocks/>
          </p:cNvCxnSpPr>
          <p:nvPr/>
        </p:nvCxnSpPr>
        <p:spPr>
          <a:xfrm>
            <a:off x="7242799" y="2065122"/>
            <a:ext cx="0" cy="326709"/>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FEBAEBB4-FEE5-A668-8CEB-B559187EB553}"/>
              </a:ext>
            </a:extLst>
          </p:cNvPr>
          <p:cNvSpPr txBox="1"/>
          <p:nvPr/>
        </p:nvSpPr>
        <p:spPr>
          <a:xfrm>
            <a:off x="6525490" y="1804800"/>
            <a:ext cx="1431391" cy="272382"/>
          </a:xfrm>
          <a:prstGeom prst="rect">
            <a:avLst/>
          </a:prstGeom>
          <a:noFill/>
        </p:spPr>
        <p:txBody>
          <a:bodyPr wrap="square" rtlCol="0">
            <a:spAutoFit/>
          </a:bodyPr>
          <a:lstStyle/>
          <a:p>
            <a:pPr algn="ctr">
              <a:lnSpc>
                <a:spcPct val="90000"/>
              </a:lnSpc>
            </a:pPr>
            <a:r>
              <a:rPr lang="en-US" altLang="ko-KR" sz="1300" b="1" dirty="0">
                <a:solidFill>
                  <a:srgbClr val="000000"/>
                </a:solidFill>
                <a:latin typeface="Calibri" panose="020F0502020204030204" pitchFamily="34" charset="0"/>
              </a:rPr>
              <a:t>Not in marine T/C</a:t>
            </a:r>
            <a:endParaRPr lang="ko-KR" altLang="en-US" sz="1300" b="1" dirty="0">
              <a:solidFill>
                <a:srgbClr val="000000"/>
              </a:solidFill>
              <a:latin typeface="Calibri" panose="020F0502020204030204" pitchFamily="34" charset="0"/>
            </a:endParaRPr>
          </a:p>
        </p:txBody>
      </p:sp>
      <p:cxnSp>
        <p:nvCxnSpPr>
          <p:cNvPr id="9" name="직선 화살표 연결선 8">
            <a:extLst>
              <a:ext uri="{FF2B5EF4-FFF2-40B4-BE49-F238E27FC236}">
                <a16:creationId xmlns:a16="http://schemas.microsoft.com/office/drawing/2014/main" id="{078E9BB7-EB58-AAC6-1007-D3BE62A640DB}"/>
              </a:ext>
            </a:extLst>
          </p:cNvPr>
          <p:cNvCxnSpPr>
            <a:cxnSpLocks/>
          </p:cNvCxnSpPr>
          <p:nvPr/>
        </p:nvCxnSpPr>
        <p:spPr>
          <a:xfrm flipV="1">
            <a:off x="2263551" y="4344012"/>
            <a:ext cx="0" cy="365492"/>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820095BE-6461-347B-05D4-F706399C6701}"/>
              </a:ext>
            </a:extLst>
          </p:cNvPr>
          <p:cNvSpPr txBox="1"/>
          <p:nvPr/>
        </p:nvSpPr>
        <p:spPr>
          <a:xfrm>
            <a:off x="1720880" y="4702629"/>
            <a:ext cx="1085342" cy="272382"/>
          </a:xfrm>
          <a:prstGeom prst="rect">
            <a:avLst/>
          </a:prstGeom>
          <a:noFill/>
        </p:spPr>
        <p:txBody>
          <a:bodyPr wrap="square" rtlCol="0">
            <a:spAutoFit/>
          </a:bodyPr>
          <a:lstStyle/>
          <a:p>
            <a:pPr algn="ctr">
              <a:lnSpc>
                <a:spcPct val="90000"/>
              </a:lnSpc>
            </a:pPr>
            <a:r>
              <a:rPr lang="en-US" altLang="ko-KR" sz="1300" b="1" dirty="0">
                <a:solidFill>
                  <a:srgbClr val="000000"/>
                </a:solidFill>
                <a:latin typeface="Calibri" panose="020F0502020204030204" pitchFamily="34" charset="0"/>
              </a:rPr>
              <a:t>Exhaust side</a:t>
            </a:r>
            <a:endParaRPr lang="ko-KR" altLang="en-US" sz="1300" b="1" dirty="0">
              <a:solidFill>
                <a:srgbClr val="000000"/>
              </a:solidFill>
              <a:latin typeface="Calibri" panose="020F0502020204030204" pitchFamily="34" charset="0"/>
            </a:endParaRPr>
          </a:p>
        </p:txBody>
      </p:sp>
      <p:cxnSp>
        <p:nvCxnSpPr>
          <p:cNvPr id="13" name="직선 화살표 연결선 12">
            <a:extLst>
              <a:ext uri="{FF2B5EF4-FFF2-40B4-BE49-F238E27FC236}">
                <a16:creationId xmlns:a16="http://schemas.microsoft.com/office/drawing/2014/main" id="{2F083519-6A4C-3BB7-5470-CF53FFA2CFB7}"/>
              </a:ext>
            </a:extLst>
          </p:cNvPr>
          <p:cNvCxnSpPr>
            <a:cxnSpLocks/>
          </p:cNvCxnSpPr>
          <p:nvPr/>
        </p:nvCxnSpPr>
        <p:spPr>
          <a:xfrm flipV="1">
            <a:off x="5289779" y="4049486"/>
            <a:ext cx="0" cy="654289"/>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29816B0-10C5-43AD-BE40-85DB80F5CDBF}"/>
              </a:ext>
            </a:extLst>
          </p:cNvPr>
          <p:cNvSpPr txBox="1"/>
          <p:nvPr/>
        </p:nvSpPr>
        <p:spPr>
          <a:xfrm>
            <a:off x="4747108" y="4696900"/>
            <a:ext cx="1085342" cy="272382"/>
          </a:xfrm>
          <a:prstGeom prst="rect">
            <a:avLst/>
          </a:prstGeom>
          <a:noFill/>
        </p:spPr>
        <p:txBody>
          <a:bodyPr wrap="square" rtlCol="0">
            <a:spAutoFit/>
          </a:bodyPr>
          <a:lstStyle/>
          <a:p>
            <a:pPr algn="ctr">
              <a:lnSpc>
                <a:spcPct val="90000"/>
              </a:lnSpc>
            </a:pPr>
            <a:r>
              <a:rPr lang="en-US" altLang="ko-KR" sz="1300" b="1" dirty="0">
                <a:solidFill>
                  <a:srgbClr val="000000"/>
                </a:solidFill>
                <a:latin typeface="Calibri" panose="020F0502020204030204" pitchFamily="34" charset="0"/>
              </a:rPr>
              <a:t>Exhaust side</a:t>
            </a:r>
            <a:endParaRPr lang="ko-KR" altLang="en-US" sz="1300" b="1" dirty="0">
              <a:solidFill>
                <a:srgbClr val="000000"/>
              </a:solidFill>
              <a:latin typeface="Calibri" panose="020F0502020204030204" pitchFamily="34" charset="0"/>
            </a:endParaRPr>
          </a:p>
        </p:txBody>
      </p:sp>
      <p:cxnSp>
        <p:nvCxnSpPr>
          <p:cNvPr id="16" name="직선 화살표 연결선 15">
            <a:extLst>
              <a:ext uri="{FF2B5EF4-FFF2-40B4-BE49-F238E27FC236}">
                <a16:creationId xmlns:a16="http://schemas.microsoft.com/office/drawing/2014/main" id="{98BCF84B-B8AF-4872-BF7C-F96D4B2FC8A7}"/>
              </a:ext>
            </a:extLst>
          </p:cNvPr>
          <p:cNvCxnSpPr>
            <a:cxnSpLocks/>
          </p:cNvCxnSpPr>
          <p:nvPr/>
        </p:nvCxnSpPr>
        <p:spPr>
          <a:xfrm>
            <a:off x="3331963" y="2071470"/>
            <a:ext cx="0" cy="416498"/>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7C8C7D47-92DC-230E-81DF-51A73318E53D}"/>
              </a:ext>
            </a:extLst>
          </p:cNvPr>
          <p:cNvSpPr txBox="1"/>
          <p:nvPr/>
        </p:nvSpPr>
        <p:spPr>
          <a:xfrm>
            <a:off x="2734933" y="1804800"/>
            <a:ext cx="1194059" cy="272382"/>
          </a:xfrm>
          <a:prstGeom prst="rect">
            <a:avLst/>
          </a:prstGeom>
          <a:noFill/>
        </p:spPr>
        <p:txBody>
          <a:bodyPr wrap="square" rtlCol="0">
            <a:spAutoFit/>
          </a:bodyPr>
          <a:lstStyle/>
          <a:p>
            <a:pPr algn="ctr">
              <a:lnSpc>
                <a:spcPct val="90000"/>
              </a:lnSpc>
            </a:pPr>
            <a:r>
              <a:rPr lang="en-US" altLang="ko-KR" sz="1300" b="1" dirty="0">
                <a:solidFill>
                  <a:srgbClr val="000000"/>
                </a:solidFill>
                <a:latin typeface="Calibri" panose="020F0502020204030204" pitchFamily="34" charset="0"/>
              </a:rPr>
              <a:t>Intake air side</a:t>
            </a:r>
            <a:endParaRPr lang="ko-KR" altLang="en-US" sz="1300" b="1" dirty="0">
              <a:solidFill>
                <a:srgbClr val="000000"/>
              </a:solidFill>
              <a:latin typeface="Calibri" panose="020F0502020204030204" pitchFamily="34" charset="0"/>
            </a:endParaRPr>
          </a:p>
        </p:txBody>
      </p:sp>
      <p:sp>
        <p:nvSpPr>
          <p:cNvPr id="19" name="TextBox 18">
            <a:extLst>
              <a:ext uri="{FF2B5EF4-FFF2-40B4-BE49-F238E27FC236}">
                <a16:creationId xmlns:a16="http://schemas.microsoft.com/office/drawing/2014/main" id="{3B960459-92E2-A61F-C8C8-0B642A063E49}"/>
              </a:ext>
            </a:extLst>
          </p:cNvPr>
          <p:cNvSpPr txBox="1"/>
          <p:nvPr/>
        </p:nvSpPr>
        <p:spPr>
          <a:xfrm>
            <a:off x="5981167" y="4701547"/>
            <a:ext cx="1194059" cy="272382"/>
          </a:xfrm>
          <a:prstGeom prst="rect">
            <a:avLst/>
          </a:prstGeom>
          <a:noFill/>
        </p:spPr>
        <p:txBody>
          <a:bodyPr wrap="square" rtlCol="0">
            <a:spAutoFit/>
          </a:bodyPr>
          <a:lstStyle/>
          <a:p>
            <a:pPr algn="ctr">
              <a:lnSpc>
                <a:spcPct val="90000"/>
              </a:lnSpc>
            </a:pPr>
            <a:r>
              <a:rPr lang="en-US" altLang="ko-KR" sz="1300" b="1" dirty="0">
                <a:solidFill>
                  <a:srgbClr val="000000"/>
                </a:solidFill>
                <a:latin typeface="Calibri" panose="020F0502020204030204" pitchFamily="34" charset="0"/>
              </a:rPr>
              <a:t>Intake air side</a:t>
            </a:r>
            <a:endParaRPr lang="ko-KR" altLang="en-US" sz="1300" b="1" dirty="0">
              <a:solidFill>
                <a:srgbClr val="000000"/>
              </a:solidFill>
              <a:latin typeface="Calibri" panose="020F0502020204030204" pitchFamily="34" charset="0"/>
            </a:endParaRPr>
          </a:p>
        </p:txBody>
      </p:sp>
      <p:cxnSp>
        <p:nvCxnSpPr>
          <p:cNvPr id="20" name="직선 화살표 연결선 19">
            <a:extLst>
              <a:ext uri="{FF2B5EF4-FFF2-40B4-BE49-F238E27FC236}">
                <a16:creationId xmlns:a16="http://schemas.microsoft.com/office/drawing/2014/main" id="{E72BFEF4-6B4B-5AAD-ECD5-A406CC28979A}"/>
              </a:ext>
            </a:extLst>
          </p:cNvPr>
          <p:cNvCxnSpPr>
            <a:cxnSpLocks/>
          </p:cNvCxnSpPr>
          <p:nvPr/>
        </p:nvCxnSpPr>
        <p:spPr>
          <a:xfrm flipV="1">
            <a:off x="6609602" y="4214490"/>
            <a:ext cx="0" cy="496199"/>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34125613"/>
      </p:ext>
    </p:extLst>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6C59F-A944-178F-8130-91E742D96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43E14B-FC35-16BE-A3AA-647B4FC8E82D}"/>
              </a:ext>
            </a:extLst>
          </p:cNvPr>
          <p:cNvSpPr>
            <a:spLocks noGrp="1"/>
          </p:cNvSpPr>
          <p:nvPr>
            <p:ph type="title"/>
          </p:nvPr>
        </p:nvSpPr>
        <p:spPr>
          <a:xfrm>
            <a:off x="304799" y="304655"/>
            <a:ext cx="8392313" cy="535531"/>
          </a:xfrm>
        </p:spPr>
        <p:txBody>
          <a:bodyPr/>
          <a:lstStyle/>
          <a:p>
            <a:r>
              <a:rPr lang="en-US" dirty="0"/>
              <a:t>Turbocharger (T/C)  </a:t>
            </a:r>
          </a:p>
        </p:txBody>
      </p:sp>
      <p:pic>
        <p:nvPicPr>
          <p:cNvPr id="3" name="온라인 미디어 2" title="Level 1 turbo training">
            <a:hlinkClick r:id="" action="ppaction://media"/>
            <a:extLst>
              <a:ext uri="{FF2B5EF4-FFF2-40B4-BE49-F238E27FC236}">
                <a16:creationId xmlns:a16="http://schemas.microsoft.com/office/drawing/2014/main" id="{34FF4C1E-7228-3F79-9728-F6A45DCC21B5}"/>
              </a:ext>
            </a:extLst>
          </p:cNvPr>
          <p:cNvPicPr>
            <a:picLocks noRot="1" noChangeAspect="1"/>
          </p:cNvPicPr>
          <p:nvPr>
            <a:videoFile r:link="rId1"/>
          </p:nvPr>
        </p:nvPicPr>
        <p:blipFill>
          <a:blip r:embed="rId3"/>
          <a:stretch>
            <a:fillRect/>
          </a:stretch>
        </p:blipFill>
        <p:spPr>
          <a:xfrm>
            <a:off x="412511" y="921662"/>
            <a:ext cx="6552054" cy="3701596"/>
          </a:xfrm>
          <a:prstGeom prst="rect">
            <a:avLst/>
          </a:prstGeom>
        </p:spPr>
      </p:pic>
    </p:spTree>
    <p:extLst>
      <p:ext uri="{BB962C8B-B14F-4D97-AF65-F5344CB8AC3E}">
        <p14:creationId xmlns:p14="http://schemas.microsoft.com/office/powerpoint/2010/main" val="306138368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912CF-9320-DAF7-E971-361A2BDFDB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9CE5AD-EA53-D569-8E83-855A3B2A6C3C}"/>
              </a:ext>
            </a:extLst>
          </p:cNvPr>
          <p:cNvSpPr>
            <a:spLocks noGrp="1"/>
          </p:cNvSpPr>
          <p:nvPr>
            <p:ph type="title"/>
          </p:nvPr>
        </p:nvSpPr>
        <p:spPr>
          <a:xfrm>
            <a:off x="304799" y="304655"/>
            <a:ext cx="8392313" cy="535531"/>
          </a:xfrm>
        </p:spPr>
        <p:txBody>
          <a:bodyPr/>
          <a:lstStyle/>
          <a:p>
            <a:r>
              <a:rPr lang="en-US" dirty="0"/>
              <a:t>Turbocharger (T/C)  </a:t>
            </a:r>
          </a:p>
        </p:txBody>
      </p:sp>
      <p:pic>
        <p:nvPicPr>
          <p:cNvPr id="7" name="그림 6">
            <a:extLst>
              <a:ext uri="{FF2B5EF4-FFF2-40B4-BE49-F238E27FC236}">
                <a16:creationId xmlns:a16="http://schemas.microsoft.com/office/drawing/2014/main" id="{1FB7ECBC-44D9-E025-37D5-C0A62D51F8EB}"/>
              </a:ext>
            </a:extLst>
          </p:cNvPr>
          <p:cNvPicPr>
            <a:picLocks noChangeAspect="1"/>
          </p:cNvPicPr>
          <p:nvPr/>
        </p:nvPicPr>
        <p:blipFill>
          <a:blip r:embed="rId2"/>
          <a:stretch>
            <a:fillRect/>
          </a:stretch>
        </p:blipFill>
        <p:spPr>
          <a:xfrm>
            <a:off x="446888" y="1100029"/>
            <a:ext cx="7381895" cy="2943441"/>
          </a:xfrm>
          <a:prstGeom prst="rect">
            <a:avLst/>
          </a:prstGeom>
        </p:spPr>
      </p:pic>
      <p:cxnSp>
        <p:nvCxnSpPr>
          <p:cNvPr id="8" name="직선 화살표 연결선 7">
            <a:extLst>
              <a:ext uri="{FF2B5EF4-FFF2-40B4-BE49-F238E27FC236}">
                <a16:creationId xmlns:a16="http://schemas.microsoft.com/office/drawing/2014/main" id="{A1254C84-FD47-28CE-5C3E-7384368D72CB}"/>
              </a:ext>
            </a:extLst>
          </p:cNvPr>
          <p:cNvCxnSpPr>
            <a:cxnSpLocks/>
          </p:cNvCxnSpPr>
          <p:nvPr/>
        </p:nvCxnSpPr>
        <p:spPr>
          <a:xfrm>
            <a:off x="829280" y="2330689"/>
            <a:ext cx="0" cy="241060"/>
          </a:xfrm>
          <a:prstGeom prst="straightConnector1">
            <a:avLst/>
          </a:prstGeom>
          <a:ln w="19050" cap="flat" cmpd="sng" algn="ctr">
            <a:solidFill>
              <a:srgbClr val="92D05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9" name="직선 화살표 연결선 8">
            <a:extLst>
              <a:ext uri="{FF2B5EF4-FFF2-40B4-BE49-F238E27FC236}">
                <a16:creationId xmlns:a16="http://schemas.microsoft.com/office/drawing/2014/main" id="{ABCDA772-0A7A-2DE7-E40E-AB3C3EA9A61E}"/>
              </a:ext>
            </a:extLst>
          </p:cNvPr>
          <p:cNvCxnSpPr>
            <a:cxnSpLocks/>
          </p:cNvCxnSpPr>
          <p:nvPr/>
        </p:nvCxnSpPr>
        <p:spPr>
          <a:xfrm>
            <a:off x="1758576" y="2330689"/>
            <a:ext cx="0" cy="241060"/>
          </a:xfrm>
          <a:prstGeom prst="straightConnector1">
            <a:avLst/>
          </a:prstGeom>
          <a:ln w="19050" cap="flat" cmpd="sng" algn="ctr">
            <a:solidFill>
              <a:srgbClr val="92D05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0" name="직선 화살표 연결선 9">
            <a:extLst>
              <a:ext uri="{FF2B5EF4-FFF2-40B4-BE49-F238E27FC236}">
                <a16:creationId xmlns:a16="http://schemas.microsoft.com/office/drawing/2014/main" id="{6C2D0BC6-B5AC-0D34-808D-7B157985C090}"/>
              </a:ext>
            </a:extLst>
          </p:cNvPr>
          <p:cNvCxnSpPr>
            <a:cxnSpLocks/>
          </p:cNvCxnSpPr>
          <p:nvPr/>
        </p:nvCxnSpPr>
        <p:spPr>
          <a:xfrm>
            <a:off x="2742873" y="2362559"/>
            <a:ext cx="0" cy="241060"/>
          </a:xfrm>
          <a:prstGeom prst="straightConnector1">
            <a:avLst/>
          </a:prstGeom>
          <a:ln w="19050" cap="flat" cmpd="sng" algn="ctr">
            <a:solidFill>
              <a:srgbClr val="92D05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1" name="직선 화살표 연결선 10">
            <a:extLst>
              <a:ext uri="{FF2B5EF4-FFF2-40B4-BE49-F238E27FC236}">
                <a16:creationId xmlns:a16="http://schemas.microsoft.com/office/drawing/2014/main" id="{D73D3279-81CE-0388-71FC-6D84483590CE}"/>
              </a:ext>
            </a:extLst>
          </p:cNvPr>
          <p:cNvCxnSpPr>
            <a:cxnSpLocks/>
          </p:cNvCxnSpPr>
          <p:nvPr/>
        </p:nvCxnSpPr>
        <p:spPr>
          <a:xfrm>
            <a:off x="3734046" y="2362559"/>
            <a:ext cx="0" cy="241060"/>
          </a:xfrm>
          <a:prstGeom prst="straightConnector1">
            <a:avLst/>
          </a:prstGeom>
          <a:ln w="19050" cap="flat" cmpd="sng" algn="ctr">
            <a:solidFill>
              <a:srgbClr val="92D05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2" name="직선 화살표 연결선 11">
            <a:extLst>
              <a:ext uri="{FF2B5EF4-FFF2-40B4-BE49-F238E27FC236}">
                <a16:creationId xmlns:a16="http://schemas.microsoft.com/office/drawing/2014/main" id="{CDE148C4-4BF6-8D70-E09F-6419CADB05B5}"/>
              </a:ext>
            </a:extLst>
          </p:cNvPr>
          <p:cNvCxnSpPr>
            <a:cxnSpLocks/>
          </p:cNvCxnSpPr>
          <p:nvPr/>
        </p:nvCxnSpPr>
        <p:spPr>
          <a:xfrm>
            <a:off x="4649592" y="2353607"/>
            <a:ext cx="0" cy="241060"/>
          </a:xfrm>
          <a:prstGeom prst="straightConnector1">
            <a:avLst/>
          </a:prstGeom>
          <a:ln w="19050" cap="flat" cmpd="sng" algn="ctr">
            <a:solidFill>
              <a:srgbClr val="92D05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3" name="직선 화살표 연결선 12">
            <a:extLst>
              <a:ext uri="{FF2B5EF4-FFF2-40B4-BE49-F238E27FC236}">
                <a16:creationId xmlns:a16="http://schemas.microsoft.com/office/drawing/2014/main" id="{DBBAF179-44DE-39CA-70C9-99F20377E4B0}"/>
              </a:ext>
            </a:extLst>
          </p:cNvPr>
          <p:cNvCxnSpPr>
            <a:cxnSpLocks/>
          </p:cNvCxnSpPr>
          <p:nvPr/>
        </p:nvCxnSpPr>
        <p:spPr>
          <a:xfrm>
            <a:off x="1001568" y="3922297"/>
            <a:ext cx="3482609" cy="0"/>
          </a:xfrm>
          <a:prstGeom prst="straightConnector1">
            <a:avLst/>
          </a:prstGeom>
          <a:ln w="19050" cap="flat" cmpd="sng" algn="ctr">
            <a:solidFill>
              <a:srgbClr val="92D05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4" name="직선 화살표 연결선 13">
            <a:extLst>
              <a:ext uri="{FF2B5EF4-FFF2-40B4-BE49-F238E27FC236}">
                <a16:creationId xmlns:a16="http://schemas.microsoft.com/office/drawing/2014/main" id="{B8ABEA71-9FFD-672C-131D-1151DA074A51}"/>
              </a:ext>
            </a:extLst>
          </p:cNvPr>
          <p:cNvCxnSpPr>
            <a:cxnSpLocks/>
          </p:cNvCxnSpPr>
          <p:nvPr/>
        </p:nvCxnSpPr>
        <p:spPr>
          <a:xfrm flipV="1">
            <a:off x="5141985" y="3357672"/>
            <a:ext cx="495669" cy="564625"/>
          </a:xfrm>
          <a:prstGeom prst="straightConnector1">
            <a:avLst/>
          </a:prstGeom>
          <a:ln w="19050" cap="flat" cmpd="sng" algn="ctr">
            <a:solidFill>
              <a:srgbClr val="92D05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5" name="직선 화살표 연결선 14">
            <a:extLst>
              <a:ext uri="{FF2B5EF4-FFF2-40B4-BE49-F238E27FC236}">
                <a16:creationId xmlns:a16="http://schemas.microsoft.com/office/drawing/2014/main" id="{9A0D69E7-A9C7-9F63-57FD-6AC4E28B70E6}"/>
              </a:ext>
            </a:extLst>
          </p:cNvPr>
          <p:cNvCxnSpPr>
            <a:cxnSpLocks/>
          </p:cNvCxnSpPr>
          <p:nvPr/>
        </p:nvCxnSpPr>
        <p:spPr>
          <a:xfrm>
            <a:off x="6834427" y="3357672"/>
            <a:ext cx="0" cy="1063074"/>
          </a:xfrm>
          <a:prstGeom prst="straightConnector1">
            <a:avLst/>
          </a:prstGeom>
          <a:ln w="19050" cap="flat" cmpd="sng" algn="ctr">
            <a:solidFill>
              <a:srgbClr val="92D05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4D918901-1DBA-6F3A-0CD5-8925DFB3CBD7}"/>
              </a:ext>
            </a:extLst>
          </p:cNvPr>
          <p:cNvSpPr txBox="1"/>
          <p:nvPr/>
        </p:nvSpPr>
        <p:spPr>
          <a:xfrm>
            <a:off x="6891652" y="3830256"/>
            <a:ext cx="698555" cy="452432"/>
          </a:xfrm>
          <a:prstGeom prst="rect">
            <a:avLst/>
          </a:prstGeom>
          <a:noFill/>
        </p:spPr>
        <p:txBody>
          <a:bodyPr wrap="square" rtlCol="0">
            <a:spAutoFit/>
          </a:bodyPr>
          <a:lstStyle/>
          <a:p>
            <a:pPr algn="ctr">
              <a:lnSpc>
                <a:spcPct val="90000"/>
              </a:lnSpc>
            </a:pPr>
            <a:r>
              <a:rPr lang="en-US" altLang="ko-KR" sz="1300" b="1" dirty="0">
                <a:solidFill>
                  <a:srgbClr val="000000"/>
                </a:solidFill>
                <a:latin typeface="Calibri" panose="020F0502020204030204" pitchFamily="34" charset="0"/>
              </a:rPr>
              <a:t>To the funnel</a:t>
            </a:r>
            <a:endParaRPr lang="ko-KR" altLang="en-US" sz="1300" b="1" dirty="0">
              <a:solidFill>
                <a:srgbClr val="000000"/>
              </a:solidFill>
              <a:latin typeface="Calibri" panose="020F0502020204030204" pitchFamily="34" charset="0"/>
            </a:endParaRPr>
          </a:p>
        </p:txBody>
      </p:sp>
      <p:cxnSp>
        <p:nvCxnSpPr>
          <p:cNvPr id="17" name="직선 화살표 연결선 16">
            <a:extLst>
              <a:ext uri="{FF2B5EF4-FFF2-40B4-BE49-F238E27FC236}">
                <a16:creationId xmlns:a16="http://schemas.microsoft.com/office/drawing/2014/main" id="{ECAC16F7-BA93-AA16-D039-DB9CAC5942A6}"/>
              </a:ext>
            </a:extLst>
          </p:cNvPr>
          <p:cNvCxnSpPr>
            <a:cxnSpLocks/>
          </p:cNvCxnSpPr>
          <p:nvPr/>
        </p:nvCxnSpPr>
        <p:spPr>
          <a:xfrm flipH="1">
            <a:off x="7040660" y="860811"/>
            <a:ext cx="618455" cy="53359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DB611B50-9138-6FF8-77F7-6B2A7274C3A6}"/>
              </a:ext>
            </a:extLst>
          </p:cNvPr>
          <p:cNvSpPr txBox="1"/>
          <p:nvPr/>
        </p:nvSpPr>
        <p:spPr>
          <a:xfrm>
            <a:off x="7169469" y="408379"/>
            <a:ext cx="979292" cy="452432"/>
          </a:xfrm>
          <a:prstGeom prst="rect">
            <a:avLst/>
          </a:prstGeom>
          <a:noFill/>
        </p:spPr>
        <p:txBody>
          <a:bodyPr wrap="square" rtlCol="0">
            <a:spAutoFit/>
          </a:bodyPr>
          <a:lstStyle/>
          <a:p>
            <a:pPr algn="ctr">
              <a:lnSpc>
                <a:spcPct val="90000"/>
              </a:lnSpc>
            </a:pPr>
            <a:r>
              <a:rPr lang="en-US" altLang="ko-KR" sz="1300" b="1" dirty="0">
                <a:solidFill>
                  <a:srgbClr val="000000"/>
                </a:solidFill>
                <a:latin typeface="Calibri" panose="020F0502020204030204" pitchFamily="34" charset="0"/>
              </a:rPr>
              <a:t>Suction outside air</a:t>
            </a:r>
            <a:endParaRPr lang="ko-KR" altLang="en-US" sz="1300" b="1" dirty="0">
              <a:solidFill>
                <a:srgbClr val="000000"/>
              </a:solidFill>
              <a:latin typeface="Calibri" panose="020F0502020204030204" pitchFamily="34" charset="0"/>
            </a:endParaRPr>
          </a:p>
        </p:txBody>
      </p:sp>
      <p:sp>
        <p:nvSpPr>
          <p:cNvPr id="19" name="TextBox 18">
            <a:extLst>
              <a:ext uri="{FF2B5EF4-FFF2-40B4-BE49-F238E27FC236}">
                <a16:creationId xmlns:a16="http://schemas.microsoft.com/office/drawing/2014/main" id="{8B42E214-AD4A-41D7-7280-0ACB581DF3EF}"/>
              </a:ext>
            </a:extLst>
          </p:cNvPr>
          <p:cNvSpPr txBox="1"/>
          <p:nvPr/>
        </p:nvSpPr>
        <p:spPr>
          <a:xfrm>
            <a:off x="8060176" y="2573671"/>
            <a:ext cx="1015470" cy="452432"/>
          </a:xfrm>
          <a:prstGeom prst="rect">
            <a:avLst/>
          </a:prstGeom>
          <a:noFill/>
        </p:spPr>
        <p:txBody>
          <a:bodyPr wrap="square" rtlCol="0">
            <a:spAutoFit/>
          </a:bodyPr>
          <a:lstStyle/>
          <a:p>
            <a:pPr algn="ctr">
              <a:lnSpc>
                <a:spcPct val="90000"/>
              </a:lnSpc>
            </a:pPr>
            <a:r>
              <a:rPr lang="en-US" altLang="ko-KR" sz="1300" b="1" dirty="0">
                <a:solidFill>
                  <a:srgbClr val="000000"/>
                </a:solidFill>
                <a:latin typeface="Calibri" panose="020F0502020204030204" pitchFamily="34" charset="0"/>
              </a:rPr>
              <a:t>Turbine side of T/C</a:t>
            </a:r>
            <a:endParaRPr lang="ko-KR" altLang="en-US" sz="1300" b="1" dirty="0">
              <a:solidFill>
                <a:srgbClr val="000000"/>
              </a:solidFill>
              <a:latin typeface="Calibri" panose="020F0502020204030204" pitchFamily="34" charset="0"/>
            </a:endParaRPr>
          </a:p>
        </p:txBody>
      </p:sp>
      <p:sp>
        <p:nvSpPr>
          <p:cNvPr id="20" name="TextBox 19">
            <a:extLst>
              <a:ext uri="{FF2B5EF4-FFF2-40B4-BE49-F238E27FC236}">
                <a16:creationId xmlns:a16="http://schemas.microsoft.com/office/drawing/2014/main" id="{B52A34F3-920A-488E-1563-14FDCAEF64A6}"/>
              </a:ext>
            </a:extLst>
          </p:cNvPr>
          <p:cNvSpPr txBox="1"/>
          <p:nvPr/>
        </p:nvSpPr>
        <p:spPr>
          <a:xfrm>
            <a:off x="8021703" y="1917002"/>
            <a:ext cx="1092415" cy="452432"/>
          </a:xfrm>
          <a:prstGeom prst="rect">
            <a:avLst/>
          </a:prstGeom>
          <a:noFill/>
        </p:spPr>
        <p:txBody>
          <a:bodyPr wrap="square" rtlCol="0">
            <a:spAutoFit/>
          </a:bodyPr>
          <a:lstStyle/>
          <a:p>
            <a:pPr algn="ctr">
              <a:lnSpc>
                <a:spcPct val="90000"/>
              </a:lnSpc>
            </a:pPr>
            <a:r>
              <a:rPr lang="en-US" altLang="ko-KR" sz="1300" b="1" dirty="0">
                <a:solidFill>
                  <a:srgbClr val="000000"/>
                </a:solidFill>
                <a:latin typeface="Calibri" panose="020F0502020204030204" pitchFamily="34" charset="0"/>
              </a:rPr>
              <a:t>Compressor side of T/C</a:t>
            </a:r>
            <a:endParaRPr lang="ko-KR" altLang="en-US" sz="1300" b="1" dirty="0">
              <a:solidFill>
                <a:srgbClr val="000000"/>
              </a:solidFill>
              <a:latin typeface="Calibri" panose="020F0502020204030204" pitchFamily="34" charset="0"/>
            </a:endParaRPr>
          </a:p>
        </p:txBody>
      </p:sp>
      <p:cxnSp>
        <p:nvCxnSpPr>
          <p:cNvPr id="21" name="직선 연결선 20">
            <a:extLst>
              <a:ext uri="{FF2B5EF4-FFF2-40B4-BE49-F238E27FC236}">
                <a16:creationId xmlns:a16="http://schemas.microsoft.com/office/drawing/2014/main" id="{DC7135A5-1B0C-A633-3D5A-904DFE5A1B84}"/>
              </a:ext>
            </a:extLst>
          </p:cNvPr>
          <p:cNvCxnSpPr>
            <a:cxnSpLocks/>
          </p:cNvCxnSpPr>
          <p:nvPr/>
        </p:nvCxnSpPr>
        <p:spPr>
          <a:xfrm>
            <a:off x="7758892" y="2794051"/>
            <a:ext cx="370034" cy="0"/>
          </a:xfrm>
          <a:prstGeom prst="line">
            <a:avLst/>
          </a:prstGeom>
          <a:ln w="19050" cap="flat" cmpd="sng" algn="ctr">
            <a:solidFill>
              <a:srgbClr val="92D05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직선 연결선 21">
            <a:extLst>
              <a:ext uri="{FF2B5EF4-FFF2-40B4-BE49-F238E27FC236}">
                <a16:creationId xmlns:a16="http://schemas.microsoft.com/office/drawing/2014/main" id="{4AA1A248-1E87-6545-52B8-C442E56E6DF8}"/>
              </a:ext>
            </a:extLst>
          </p:cNvPr>
          <p:cNvCxnSpPr>
            <a:cxnSpLocks/>
          </p:cNvCxnSpPr>
          <p:nvPr/>
        </p:nvCxnSpPr>
        <p:spPr>
          <a:xfrm>
            <a:off x="7870033" y="2136921"/>
            <a:ext cx="178026"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3" name="액자 22">
            <a:extLst>
              <a:ext uri="{FF2B5EF4-FFF2-40B4-BE49-F238E27FC236}">
                <a16:creationId xmlns:a16="http://schemas.microsoft.com/office/drawing/2014/main" id="{21F0B46F-4B40-8C50-AAB0-9C0237D4164F}"/>
              </a:ext>
            </a:extLst>
          </p:cNvPr>
          <p:cNvSpPr/>
          <p:nvPr/>
        </p:nvSpPr>
        <p:spPr>
          <a:xfrm>
            <a:off x="5761410" y="1135818"/>
            <a:ext cx="1928731" cy="2694438"/>
          </a:xfrm>
          <a:prstGeom prst="frame">
            <a:avLst>
              <a:gd name="adj1" fmla="val 339"/>
            </a:avLst>
          </a:prstGeom>
          <a:solidFill>
            <a:srgbClr val="FF0000"/>
          </a:solid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solidFill>
                <a:schemeClr val="tx1"/>
              </a:solidFill>
            </a:endParaRPr>
          </a:p>
        </p:txBody>
      </p:sp>
      <p:sp>
        <p:nvSpPr>
          <p:cNvPr id="24" name="TextBox 23">
            <a:extLst>
              <a:ext uri="{FF2B5EF4-FFF2-40B4-BE49-F238E27FC236}">
                <a16:creationId xmlns:a16="http://schemas.microsoft.com/office/drawing/2014/main" id="{3DA1DFF8-251D-08CC-E049-DBE7238E5A1B}"/>
              </a:ext>
            </a:extLst>
          </p:cNvPr>
          <p:cNvSpPr txBox="1"/>
          <p:nvPr/>
        </p:nvSpPr>
        <p:spPr>
          <a:xfrm>
            <a:off x="4619151" y="1077039"/>
            <a:ext cx="1142259" cy="272382"/>
          </a:xfrm>
          <a:prstGeom prst="rect">
            <a:avLst/>
          </a:prstGeom>
          <a:noFill/>
        </p:spPr>
        <p:txBody>
          <a:bodyPr wrap="square" rtlCol="0">
            <a:spAutoFit/>
          </a:bodyPr>
          <a:lstStyle/>
          <a:p>
            <a:pPr algn="ctr">
              <a:lnSpc>
                <a:spcPct val="90000"/>
              </a:lnSpc>
            </a:pPr>
            <a:r>
              <a:rPr lang="en-US" altLang="ko-KR" sz="1300" b="1" dirty="0">
                <a:solidFill>
                  <a:srgbClr val="000000"/>
                </a:solidFill>
                <a:latin typeface="Calibri" panose="020F0502020204030204" pitchFamily="34" charset="0"/>
              </a:rPr>
              <a:t>Turbocharger</a:t>
            </a:r>
            <a:endParaRPr lang="ko-KR" altLang="en-US" sz="1300" b="1" dirty="0">
              <a:solidFill>
                <a:srgbClr val="000000"/>
              </a:solidFill>
              <a:latin typeface="Calibri" panose="020F0502020204030204" pitchFamily="34" charset="0"/>
            </a:endParaRPr>
          </a:p>
        </p:txBody>
      </p:sp>
    </p:spTree>
    <p:extLst>
      <p:ext uri="{BB962C8B-B14F-4D97-AF65-F5344CB8AC3E}">
        <p14:creationId xmlns:p14="http://schemas.microsoft.com/office/powerpoint/2010/main" val="2594259394"/>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2DE9C-4C6B-5636-AC33-742A72CD80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6E5F18-D6B6-12C8-FA9E-770214784D65}"/>
              </a:ext>
            </a:extLst>
          </p:cNvPr>
          <p:cNvSpPr>
            <a:spLocks noGrp="1"/>
          </p:cNvSpPr>
          <p:nvPr>
            <p:ph type="title"/>
          </p:nvPr>
        </p:nvSpPr>
        <p:spPr>
          <a:xfrm>
            <a:off x="304799" y="304655"/>
            <a:ext cx="8392313" cy="535531"/>
          </a:xfrm>
        </p:spPr>
        <p:txBody>
          <a:bodyPr/>
          <a:lstStyle/>
          <a:p>
            <a:r>
              <a:rPr lang="en-US" dirty="0"/>
              <a:t>Turbocharger (T/C)  </a:t>
            </a:r>
          </a:p>
        </p:txBody>
      </p:sp>
      <p:pic>
        <p:nvPicPr>
          <p:cNvPr id="3" name="그림 2">
            <a:extLst>
              <a:ext uri="{FF2B5EF4-FFF2-40B4-BE49-F238E27FC236}">
                <a16:creationId xmlns:a16="http://schemas.microsoft.com/office/drawing/2014/main" id="{29F278BC-3E1C-9C9D-843C-0A72FA87648B}"/>
              </a:ext>
            </a:extLst>
          </p:cNvPr>
          <p:cNvPicPr>
            <a:picLocks noChangeAspect="1"/>
          </p:cNvPicPr>
          <p:nvPr/>
        </p:nvPicPr>
        <p:blipFill>
          <a:blip r:embed="rId2"/>
          <a:stretch>
            <a:fillRect/>
          </a:stretch>
        </p:blipFill>
        <p:spPr>
          <a:xfrm>
            <a:off x="3745999" y="0"/>
            <a:ext cx="3754832" cy="5143500"/>
          </a:xfrm>
          <a:prstGeom prst="rect">
            <a:avLst/>
          </a:prstGeom>
        </p:spPr>
      </p:pic>
      <p:sp>
        <p:nvSpPr>
          <p:cNvPr id="4" name="TextBox 3">
            <a:extLst>
              <a:ext uri="{FF2B5EF4-FFF2-40B4-BE49-F238E27FC236}">
                <a16:creationId xmlns:a16="http://schemas.microsoft.com/office/drawing/2014/main" id="{7640DE64-8A14-EE60-F44E-FEAE855582E8}"/>
              </a:ext>
            </a:extLst>
          </p:cNvPr>
          <p:cNvSpPr txBox="1"/>
          <p:nvPr/>
        </p:nvSpPr>
        <p:spPr>
          <a:xfrm>
            <a:off x="5049552" y="1741226"/>
            <a:ext cx="533101" cy="3693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Intake </a:t>
            </a:r>
          </a:p>
          <a:p>
            <a:pPr algn="ctr">
              <a:lnSpc>
                <a:spcPct val="90000"/>
              </a:lnSpc>
            </a:pPr>
            <a:r>
              <a:rPr lang="en-US" altLang="ko-KR" sz="1000" b="1" dirty="0">
                <a:solidFill>
                  <a:srgbClr val="000000"/>
                </a:solidFill>
                <a:latin typeface="Calibri" panose="020F0502020204030204" pitchFamily="34" charset="0"/>
              </a:rPr>
              <a:t>valve</a:t>
            </a:r>
            <a:endParaRPr lang="ko-KR" altLang="en-US" sz="1000" b="1" dirty="0">
              <a:solidFill>
                <a:srgbClr val="000000"/>
              </a:solidFill>
              <a:latin typeface="Calibri" panose="020F0502020204030204" pitchFamily="34" charset="0"/>
            </a:endParaRPr>
          </a:p>
        </p:txBody>
      </p:sp>
      <p:cxnSp>
        <p:nvCxnSpPr>
          <p:cNvPr id="5" name="직선 화살표 연결선 4">
            <a:extLst>
              <a:ext uri="{FF2B5EF4-FFF2-40B4-BE49-F238E27FC236}">
                <a16:creationId xmlns:a16="http://schemas.microsoft.com/office/drawing/2014/main" id="{F4835D31-FEAF-EC2B-144C-2F25E2041AFB}"/>
              </a:ext>
            </a:extLst>
          </p:cNvPr>
          <p:cNvCxnSpPr>
            <a:cxnSpLocks/>
          </p:cNvCxnSpPr>
          <p:nvPr/>
        </p:nvCxnSpPr>
        <p:spPr>
          <a:xfrm>
            <a:off x="5144803" y="2385690"/>
            <a:ext cx="0" cy="147241"/>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 name="직선 화살표 연결선 5">
            <a:extLst>
              <a:ext uri="{FF2B5EF4-FFF2-40B4-BE49-F238E27FC236}">
                <a16:creationId xmlns:a16="http://schemas.microsoft.com/office/drawing/2014/main" id="{8FAAC6F8-A7AF-DBE3-B340-1648345086B2}"/>
              </a:ext>
            </a:extLst>
          </p:cNvPr>
          <p:cNvCxnSpPr>
            <a:cxnSpLocks/>
          </p:cNvCxnSpPr>
          <p:nvPr/>
        </p:nvCxnSpPr>
        <p:spPr>
          <a:xfrm>
            <a:off x="5359079" y="2083058"/>
            <a:ext cx="0" cy="449872"/>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7EE665FB-7F23-1550-ACC5-FC037AC90F82}"/>
              </a:ext>
            </a:extLst>
          </p:cNvPr>
          <p:cNvSpPr txBox="1"/>
          <p:nvPr/>
        </p:nvSpPr>
        <p:spPr>
          <a:xfrm>
            <a:off x="4768816" y="2048428"/>
            <a:ext cx="635083" cy="3693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Exhaust </a:t>
            </a:r>
          </a:p>
          <a:p>
            <a:pPr algn="ctr">
              <a:lnSpc>
                <a:spcPct val="90000"/>
              </a:lnSpc>
            </a:pPr>
            <a:r>
              <a:rPr lang="en-US" altLang="ko-KR" sz="1000" b="1" dirty="0">
                <a:solidFill>
                  <a:srgbClr val="000000"/>
                </a:solidFill>
                <a:latin typeface="Calibri" panose="020F0502020204030204" pitchFamily="34" charset="0"/>
              </a:rPr>
              <a:t>valve</a:t>
            </a:r>
            <a:endParaRPr lang="ko-KR" altLang="en-US" sz="1000" b="1" dirty="0">
              <a:solidFill>
                <a:srgbClr val="000000"/>
              </a:solidFill>
              <a:latin typeface="Calibri" panose="020F0502020204030204" pitchFamily="34" charset="0"/>
            </a:endParaRPr>
          </a:p>
        </p:txBody>
      </p:sp>
      <p:cxnSp>
        <p:nvCxnSpPr>
          <p:cNvPr id="24" name="직선 화살표 연결선 23">
            <a:extLst>
              <a:ext uri="{FF2B5EF4-FFF2-40B4-BE49-F238E27FC236}">
                <a16:creationId xmlns:a16="http://schemas.microsoft.com/office/drawing/2014/main" id="{12D83629-1002-2515-758C-AC74DD09BE99}"/>
              </a:ext>
            </a:extLst>
          </p:cNvPr>
          <p:cNvCxnSpPr>
            <a:cxnSpLocks/>
          </p:cNvCxnSpPr>
          <p:nvPr/>
        </p:nvCxnSpPr>
        <p:spPr>
          <a:xfrm flipH="1" flipV="1">
            <a:off x="5284242" y="3471107"/>
            <a:ext cx="119657" cy="154895"/>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6CAB199E-928A-E79F-8B29-C8369D174974}"/>
              </a:ext>
            </a:extLst>
          </p:cNvPr>
          <p:cNvSpPr txBox="1"/>
          <p:nvPr/>
        </p:nvSpPr>
        <p:spPr>
          <a:xfrm>
            <a:off x="5359079" y="3586277"/>
            <a:ext cx="533101"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Piston</a:t>
            </a:r>
            <a:endParaRPr lang="ko-KR" altLang="en-US" sz="1000" b="1" dirty="0">
              <a:solidFill>
                <a:srgbClr val="000000"/>
              </a:solidFill>
              <a:latin typeface="Calibri" panose="020F0502020204030204" pitchFamily="34" charset="0"/>
            </a:endParaRPr>
          </a:p>
        </p:txBody>
      </p:sp>
      <p:cxnSp>
        <p:nvCxnSpPr>
          <p:cNvPr id="26" name="직선 화살표 연결선 25">
            <a:extLst>
              <a:ext uri="{FF2B5EF4-FFF2-40B4-BE49-F238E27FC236}">
                <a16:creationId xmlns:a16="http://schemas.microsoft.com/office/drawing/2014/main" id="{20C37B32-35A3-69A5-7C70-FBF7891E672C}"/>
              </a:ext>
            </a:extLst>
          </p:cNvPr>
          <p:cNvCxnSpPr>
            <a:cxnSpLocks/>
          </p:cNvCxnSpPr>
          <p:nvPr/>
        </p:nvCxnSpPr>
        <p:spPr>
          <a:xfrm>
            <a:off x="3892449" y="2398756"/>
            <a:ext cx="102036" cy="282567"/>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53547A37-A27F-3D42-78B0-808C2F31285B}"/>
              </a:ext>
            </a:extLst>
          </p:cNvPr>
          <p:cNvSpPr txBox="1"/>
          <p:nvPr/>
        </p:nvSpPr>
        <p:spPr>
          <a:xfrm>
            <a:off x="3556339" y="2048428"/>
            <a:ext cx="655565" cy="507831"/>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Exhaust manifold</a:t>
            </a:r>
            <a:endParaRPr lang="ko-KR" altLang="en-US" sz="1000" b="1" dirty="0">
              <a:solidFill>
                <a:srgbClr val="000000"/>
              </a:solidFill>
              <a:latin typeface="Calibri" panose="020F0502020204030204" pitchFamily="34" charset="0"/>
            </a:endParaRPr>
          </a:p>
        </p:txBody>
      </p:sp>
      <p:sp>
        <p:nvSpPr>
          <p:cNvPr id="28" name="액자 27">
            <a:extLst>
              <a:ext uri="{FF2B5EF4-FFF2-40B4-BE49-F238E27FC236}">
                <a16:creationId xmlns:a16="http://schemas.microsoft.com/office/drawing/2014/main" id="{DF6236BB-FCAA-F529-8CAC-C003DC52FE27}"/>
              </a:ext>
            </a:extLst>
          </p:cNvPr>
          <p:cNvSpPr/>
          <p:nvPr/>
        </p:nvSpPr>
        <p:spPr>
          <a:xfrm>
            <a:off x="4588915" y="55002"/>
            <a:ext cx="1447501" cy="1148155"/>
          </a:xfrm>
          <a:prstGeom prst="frame">
            <a:avLst>
              <a:gd name="adj1" fmla="val 567"/>
            </a:avLst>
          </a:prstGeom>
          <a:solidFill>
            <a:srgbClr val="FF0000"/>
          </a:solid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solidFill>
                <a:schemeClr val="tx1"/>
              </a:solidFill>
            </a:endParaRPr>
          </a:p>
        </p:txBody>
      </p:sp>
      <p:sp>
        <p:nvSpPr>
          <p:cNvPr id="29" name="TextBox 28">
            <a:extLst>
              <a:ext uri="{FF2B5EF4-FFF2-40B4-BE49-F238E27FC236}">
                <a16:creationId xmlns:a16="http://schemas.microsoft.com/office/drawing/2014/main" id="{3354D125-2286-8351-F813-B106FBEBBBAA}"/>
              </a:ext>
            </a:extLst>
          </p:cNvPr>
          <p:cNvSpPr txBox="1"/>
          <p:nvPr/>
        </p:nvSpPr>
        <p:spPr>
          <a:xfrm>
            <a:off x="3684121" y="457004"/>
            <a:ext cx="952919"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Turbocharger</a:t>
            </a:r>
            <a:endParaRPr lang="ko-KR" altLang="en-US" sz="1000" b="1" dirty="0">
              <a:solidFill>
                <a:srgbClr val="000000"/>
              </a:solidFill>
              <a:latin typeface="Calibri" panose="020F0502020204030204" pitchFamily="34" charset="0"/>
            </a:endParaRPr>
          </a:p>
        </p:txBody>
      </p:sp>
      <p:sp>
        <p:nvSpPr>
          <p:cNvPr id="30" name="TextBox 29">
            <a:extLst>
              <a:ext uri="{FF2B5EF4-FFF2-40B4-BE49-F238E27FC236}">
                <a16:creationId xmlns:a16="http://schemas.microsoft.com/office/drawing/2014/main" id="{28452222-B19A-D50C-753B-E63066E56FC8}"/>
              </a:ext>
            </a:extLst>
          </p:cNvPr>
          <p:cNvSpPr txBox="1"/>
          <p:nvPr/>
        </p:nvSpPr>
        <p:spPr>
          <a:xfrm>
            <a:off x="6990139" y="2177349"/>
            <a:ext cx="533101" cy="3693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Air cooler</a:t>
            </a:r>
            <a:endParaRPr lang="ko-KR" altLang="en-US" sz="1000" b="1" dirty="0">
              <a:solidFill>
                <a:srgbClr val="000000"/>
              </a:solidFill>
              <a:latin typeface="Calibri" panose="020F0502020204030204" pitchFamily="34" charset="0"/>
            </a:endParaRPr>
          </a:p>
        </p:txBody>
      </p:sp>
      <p:cxnSp>
        <p:nvCxnSpPr>
          <p:cNvPr id="31" name="직선 화살표 연결선 30">
            <a:extLst>
              <a:ext uri="{FF2B5EF4-FFF2-40B4-BE49-F238E27FC236}">
                <a16:creationId xmlns:a16="http://schemas.microsoft.com/office/drawing/2014/main" id="{379CE0BD-138D-F6D4-6CA7-0E48EB872E73}"/>
              </a:ext>
            </a:extLst>
          </p:cNvPr>
          <p:cNvCxnSpPr>
            <a:cxnSpLocks/>
          </p:cNvCxnSpPr>
          <p:nvPr/>
        </p:nvCxnSpPr>
        <p:spPr>
          <a:xfrm flipH="1" flipV="1">
            <a:off x="6481671" y="2183146"/>
            <a:ext cx="572272" cy="152348"/>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2" name="직선 화살표 연결선 31">
            <a:extLst>
              <a:ext uri="{FF2B5EF4-FFF2-40B4-BE49-F238E27FC236}">
                <a16:creationId xmlns:a16="http://schemas.microsoft.com/office/drawing/2014/main" id="{DBAC5302-C635-44D7-191F-ECE871BC6FF1}"/>
              </a:ext>
            </a:extLst>
          </p:cNvPr>
          <p:cNvCxnSpPr>
            <a:cxnSpLocks/>
          </p:cNvCxnSpPr>
          <p:nvPr/>
        </p:nvCxnSpPr>
        <p:spPr>
          <a:xfrm>
            <a:off x="5049552" y="216324"/>
            <a:ext cx="0" cy="5519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3" name="직선 화살표 연결선 32">
            <a:extLst>
              <a:ext uri="{FF2B5EF4-FFF2-40B4-BE49-F238E27FC236}">
                <a16:creationId xmlns:a16="http://schemas.microsoft.com/office/drawing/2014/main" id="{97E4F2E7-C3D6-C488-B501-6CA6908685B9}"/>
              </a:ext>
            </a:extLst>
          </p:cNvPr>
          <p:cNvCxnSpPr>
            <a:cxnSpLocks/>
          </p:cNvCxnSpPr>
          <p:nvPr/>
        </p:nvCxnSpPr>
        <p:spPr>
          <a:xfrm>
            <a:off x="5427831" y="457004"/>
            <a:ext cx="0" cy="21118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551DEAD0-5BE2-906A-46AF-255169E7B933}"/>
              </a:ext>
            </a:extLst>
          </p:cNvPr>
          <p:cNvSpPr txBox="1"/>
          <p:nvPr/>
        </p:nvSpPr>
        <p:spPr>
          <a:xfrm>
            <a:off x="4856407" y="45908"/>
            <a:ext cx="612674"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Turbine</a:t>
            </a:r>
            <a:endParaRPr lang="ko-KR" altLang="en-US" sz="1000" b="1" dirty="0">
              <a:solidFill>
                <a:srgbClr val="000000"/>
              </a:solidFill>
              <a:latin typeface="Calibri" panose="020F0502020204030204" pitchFamily="34" charset="0"/>
            </a:endParaRPr>
          </a:p>
        </p:txBody>
      </p:sp>
      <p:sp>
        <p:nvSpPr>
          <p:cNvPr id="35" name="TextBox 34">
            <a:extLst>
              <a:ext uri="{FF2B5EF4-FFF2-40B4-BE49-F238E27FC236}">
                <a16:creationId xmlns:a16="http://schemas.microsoft.com/office/drawing/2014/main" id="{45F77694-618C-834A-5AA3-92F8210E995B}"/>
              </a:ext>
            </a:extLst>
          </p:cNvPr>
          <p:cNvSpPr txBox="1"/>
          <p:nvPr/>
        </p:nvSpPr>
        <p:spPr>
          <a:xfrm>
            <a:off x="5017983" y="254526"/>
            <a:ext cx="868067"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Compressor</a:t>
            </a:r>
            <a:endParaRPr lang="ko-KR" altLang="en-US" sz="1000" b="1" dirty="0">
              <a:solidFill>
                <a:srgbClr val="000000"/>
              </a:solidFill>
              <a:latin typeface="Calibri" panose="020F0502020204030204" pitchFamily="34" charset="0"/>
            </a:endParaRPr>
          </a:p>
        </p:txBody>
      </p:sp>
    </p:spTree>
    <p:extLst>
      <p:ext uri="{BB962C8B-B14F-4D97-AF65-F5344CB8AC3E}">
        <p14:creationId xmlns:p14="http://schemas.microsoft.com/office/powerpoint/2010/main" val="3865077968"/>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C9BBB-3570-3CB5-2B95-C14E91984A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A2D9B9-85AD-E225-DE9F-A93E053FA1A7}"/>
              </a:ext>
            </a:extLst>
          </p:cNvPr>
          <p:cNvSpPr>
            <a:spLocks noGrp="1"/>
          </p:cNvSpPr>
          <p:nvPr>
            <p:ph type="title"/>
          </p:nvPr>
        </p:nvSpPr>
        <p:spPr>
          <a:xfrm>
            <a:off x="304799" y="304655"/>
            <a:ext cx="8392313" cy="535531"/>
          </a:xfrm>
        </p:spPr>
        <p:txBody>
          <a:bodyPr/>
          <a:lstStyle/>
          <a:p>
            <a:r>
              <a:rPr lang="en-US" dirty="0"/>
              <a:t>Turbocharger (T/C)  </a:t>
            </a:r>
          </a:p>
        </p:txBody>
      </p:sp>
      <p:sp>
        <p:nvSpPr>
          <p:cNvPr id="3" name="Text Placeholder 2">
            <a:extLst>
              <a:ext uri="{FF2B5EF4-FFF2-40B4-BE49-F238E27FC236}">
                <a16:creationId xmlns:a16="http://schemas.microsoft.com/office/drawing/2014/main" id="{AC4BEEB2-E2A3-9964-A794-E1DD901D7C1B}"/>
              </a:ext>
            </a:extLst>
          </p:cNvPr>
          <p:cNvSpPr>
            <a:spLocks noGrp="1"/>
          </p:cNvSpPr>
          <p:nvPr>
            <p:ph type="body" sz="quarter" idx="10"/>
          </p:nvPr>
        </p:nvSpPr>
        <p:spPr>
          <a:xfrm>
            <a:off x="304799" y="1045030"/>
            <a:ext cx="3260266" cy="3995342"/>
          </a:xfrm>
        </p:spPr>
        <p:txBody>
          <a:bodyPr>
            <a:normAutofit/>
          </a:bodyPr>
          <a:lstStyle/>
          <a:p>
            <a:pPr marL="0" indent="0">
              <a:spcAft>
                <a:spcPts val="1000"/>
              </a:spcAft>
              <a:buNone/>
            </a:pPr>
            <a:r>
              <a:rPr lang="en-US" altLang="ko-KR" sz="1600" dirty="0"/>
              <a:t>The exhaust gas escapes into the ambient air through the exhaust gas pipe, which is connected to the gas outlet flange (6).</a:t>
            </a:r>
          </a:p>
          <a:p>
            <a:pPr marL="0" indent="0">
              <a:spcAft>
                <a:spcPts val="1000"/>
              </a:spcAft>
              <a:buNone/>
            </a:pPr>
            <a:endParaRPr lang="en-US" altLang="ko-KR" sz="1600" dirty="0"/>
          </a:p>
          <a:p>
            <a:pPr marL="0" indent="0">
              <a:spcAft>
                <a:spcPts val="1000"/>
              </a:spcAft>
              <a:buNone/>
            </a:pPr>
            <a:r>
              <a:rPr lang="en-US" altLang="ko-KR" sz="1600" dirty="0"/>
              <a:t>The air, which is necessary for operation of the diesel or gas engine and which is compressed in the turbocharger, is drawn into the compressor wheel (11) through the suction branch or filter silencer or through an axial suction pipe. It then passes through the diffuser (2) and leaves the turbocharger through the outlet on the compressor casing (1).</a:t>
            </a:r>
            <a:endParaRPr lang="en-US" sz="1600" dirty="0">
              <a:solidFill>
                <a:srgbClr val="000000"/>
              </a:solidFill>
            </a:endParaRPr>
          </a:p>
        </p:txBody>
      </p:sp>
      <p:pic>
        <p:nvPicPr>
          <p:cNvPr id="5" name="그림 4">
            <a:extLst>
              <a:ext uri="{FF2B5EF4-FFF2-40B4-BE49-F238E27FC236}">
                <a16:creationId xmlns:a16="http://schemas.microsoft.com/office/drawing/2014/main" id="{ABEFAF3D-BE1E-698D-C031-D2B9A063DE84}"/>
              </a:ext>
            </a:extLst>
          </p:cNvPr>
          <p:cNvPicPr>
            <a:picLocks noChangeAspect="1"/>
          </p:cNvPicPr>
          <p:nvPr/>
        </p:nvPicPr>
        <p:blipFill>
          <a:blip r:embed="rId2"/>
          <a:stretch>
            <a:fillRect/>
          </a:stretch>
        </p:blipFill>
        <p:spPr>
          <a:xfrm>
            <a:off x="5678248" y="572420"/>
            <a:ext cx="3465752" cy="4091595"/>
          </a:xfrm>
          <a:prstGeom prst="rect">
            <a:avLst/>
          </a:prstGeom>
        </p:spPr>
      </p:pic>
      <p:pic>
        <p:nvPicPr>
          <p:cNvPr id="5122" name="Picture 2" descr="Engine room arrangement">
            <a:extLst>
              <a:ext uri="{FF2B5EF4-FFF2-40B4-BE49-F238E27FC236}">
                <a16:creationId xmlns:a16="http://schemas.microsoft.com/office/drawing/2014/main" id="{BB90DEEE-05A9-6A37-F80D-A673CA13E8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3295" y="303425"/>
            <a:ext cx="1984892" cy="2907346"/>
          </a:xfrm>
          <a:prstGeom prst="rect">
            <a:avLst/>
          </a:prstGeom>
          <a:noFill/>
          <a:extLst>
            <a:ext uri="{909E8E84-426E-40DD-AFC4-6F175D3DCCD1}">
              <a14:hiddenFill xmlns:a14="http://schemas.microsoft.com/office/drawing/2010/main">
                <a:solidFill>
                  <a:srgbClr val="FFFFFF"/>
                </a:solidFill>
              </a14:hiddenFill>
            </a:ext>
          </a:extLst>
        </p:spPr>
      </p:pic>
      <p:cxnSp>
        <p:nvCxnSpPr>
          <p:cNvPr id="4" name="직선 연결선 3">
            <a:extLst>
              <a:ext uri="{FF2B5EF4-FFF2-40B4-BE49-F238E27FC236}">
                <a16:creationId xmlns:a16="http://schemas.microsoft.com/office/drawing/2014/main" id="{73854A2C-A4B9-15B0-1A3F-9BA8E076C017}"/>
              </a:ext>
            </a:extLst>
          </p:cNvPr>
          <p:cNvCxnSpPr>
            <a:cxnSpLocks/>
          </p:cNvCxnSpPr>
          <p:nvPr/>
        </p:nvCxnSpPr>
        <p:spPr>
          <a:xfrm>
            <a:off x="5712623" y="4078132"/>
            <a:ext cx="420044"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 name="직선 연결선 6">
            <a:extLst>
              <a:ext uri="{FF2B5EF4-FFF2-40B4-BE49-F238E27FC236}">
                <a16:creationId xmlns:a16="http://schemas.microsoft.com/office/drawing/2014/main" id="{AC0B6B5C-8CBA-71B1-75D1-CE9FB46EC87B}"/>
              </a:ext>
            </a:extLst>
          </p:cNvPr>
          <p:cNvCxnSpPr>
            <a:cxnSpLocks/>
          </p:cNvCxnSpPr>
          <p:nvPr/>
        </p:nvCxnSpPr>
        <p:spPr>
          <a:xfrm>
            <a:off x="6250033" y="703561"/>
            <a:ext cx="109516"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 name="직선 연결선 8">
            <a:extLst>
              <a:ext uri="{FF2B5EF4-FFF2-40B4-BE49-F238E27FC236}">
                <a16:creationId xmlns:a16="http://schemas.microsoft.com/office/drawing/2014/main" id="{91708BF0-0E75-F734-0E60-34421E907F8C}"/>
              </a:ext>
            </a:extLst>
          </p:cNvPr>
          <p:cNvCxnSpPr>
            <a:cxnSpLocks/>
          </p:cNvCxnSpPr>
          <p:nvPr/>
        </p:nvCxnSpPr>
        <p:spPr>
          <a:xfrm flipV="1">
            <a:off x="6236283" y="2786882"/>
            <a:ext cx="605606" cy="616336"/>
          </a:xfrm>
          <a:prstGeom prst="line">
            <a:avLst/>
          </a:prstGeom>
          <a:ln w="12700"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1CB1E9B3-3F0E-2249-20F9-A98DFCBAB0A9}"/>
              </a:ext>
            </a:extLst>
          </p:cNvPr>
          <p:cNvSpPr txBox="1"/>
          <p:nvPr/>
        </p:nvSpPr>
        <p:spPr>
          <a:xfrm>
            <a:off x="6099916" y="3360377"/>
            <a:ext cx="106752" cy="189283"/>
          </a:xfrm>
          <a:prstGeom prst="rect">
            <a:avLst/>
          </a:prstGeom>
          <a:noFill/>
          <a:ln>
            <a:noFill/>
          </a:ln>
        </p:spPr>
        <p:txBody>
          <a:bodyPr wrap="square" rtlCol="0">
            <a:spAutoFit/>
          </a:bodyPr>
          <a:lstStyle/>
          <a:p>
            <a:pPr>
              <a:lnSpc>
                <a:spcPct val="90000"/>
              </a:lnSpc>
            </a:pPr>
            <a:r>
              <a:rPr lang="en-US" altLang="ko-KR" sz="700" b="1" dirty="0">
                <a:solidFill>
                  <a:srgbClr val="262626"/>
                </a:solidFill>
                <a:latin typeface="Calibri" panose="020F0502020204030204" pitchFamily="34" charset="0"/>
              </a:rPr>
              <a:t>2</a:t>
            </a:r>
            <a:endParaRPr lang="ko-KR" altLang="en-US" sz="700" b="1" dirty="0">
              <a:solidFill>
                <a:srgbClr val="262626"/>
              </a:solidFill>
              <a:latin typeface="Calibri" panose="020F0502020204030204" pitchFamily="34" charset="0"/>
            </a:endParaRPr>
          </a:p>
        </p:txBody>
      </p:sp>
      <p:cxnSp>
        <p:nvCxnSpPr>
          <p:cNvPr id="12" name="직선 연결선 11">
            <a:extLst>
              <a:ext uri="{FF2B5EF4-FFF2-40B4-BE49-F238E27FC236}">
                <a16:creationId xmlns:a16="http://schemas.microsoft.com/office/drawing/2014/main" id="{704E903E-6F94-976B-D15D-74890AC961F0}"/>
              </a:ext>
            </a:extLst>
          </p:cNvPr>
          <p:cNvCxnSpPr>
            <a:cxnSpLocks/>
          </p:cNvCxnSpPr>
          <p:nvPr/>
        </p:nvCxnSpPr>
        <p:spPr>
          <a:xfrm>
            <a:off x="6119892" y="3504973"/>
            <a:ext cx="109516"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3" name="직선 화살표 연결선 12">
            <a:extLst>
              <a:ext uri="{FF2B5EF4-FFF2-40B4-BE49-F238E27FC236}">
                <a16:creationId xmlns:a16="http://schemas.microsoft.com/office/drawing/2014/main" id="{23FEBDD1-F5FB-5A9F-2C2A-C70C96342E91}"/>
              </a:ext>
            </a:extLst>
          </p:cNvPr>
          <p:cNvCxnSpPr>
            <a:cxnSpLocks/>
          </p:cNvCxnSpPr>
          <p:nvPr/>
        </p:nvCxnSpPr>
        <p:spPr>
          <a:xfrm flipV="1">
            <a:off x="4716690" y="2992749"/>
            <a:ext cx="0" cy="367628"/>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21E01990-BF2E-C8CD-5370-88031A64B8C7}"/>
              </a:ext>
            </a:extLst>
          </p:cNvPr>
          <p:cNvSpPr txBox="1"/>
          <p:nvPr/>
        </p:nvSpPr>
        <p:spPr>
          <a:xfrm>
            <a:off x="4463142" y="3344738"/>
            <a:ext cx="511777" cy="272382"/>
          </a:xfrm>
          <a:prstGeom prst="rect">
            <a:avLst/>
          </a:prstGeom>
          <a:noFill/>
        </p:spPr>
        <p:txBody>
          <a:bodyPr wrap="square" rtlCol="0">
            <a:spAutoFit/>
          </a:bodyPr>
          <a:lstStyle/>
          <a:p>
            <a:pPr algn="ctr">
              <a:lnSpc>
                <a:spcPct val="90000"/>
              </a:lnSpc>
            </a:pPr>
            <a:r>
              <a:rPr lang="en-US" altLang="ko-KR" sz="1300" b="1" dirty="0">
                <a:solidFill>
                  <a:srgbClr val="000000"/>
                </a:solidFill>
                <a:latin typeface="Calibri" panose="020F0502020204030204" pitchFamily="34" charset="0"/>
              </a:rPr>
              <a:t>M/E</a:t>
            </a:r>
            <a:endParaRPr lang="ko-KR" altLang="en-US" sz="1300" b="1" dirty="0">
              <a:solidFill>
                <a:srgbClr val="000000"/>
              </a:solidFill>
              <a:latin typeface="Calibri" panose="020F0502020204030204" pitchFamily="34" charset="0"/>
            </a:endParaRPr>
          </a:p>
        </p:txBody>
      </p:sp>
      <p:sp>
        <p:nvSpPr>
          <p:cNvPr id="19" name="TextBox 18">
            <a:extLst>
              <a:ext uri="{FF2B5EF4-FFF2-40B4-BE49-F238E27FC236}">
                <a16:creationId xmlns:a16="http://schemas.microsoft.com/office/drawing/2014/main" id="{08797F93-C2A7-9C6C-B745-C76F73461841}"/>
              </a:ext>
            </a:extLst>
          </p:cNvPr>
          <p:cNvSpPr txBox="1"/>
          <p:nvPr/>
        </p:nvSpPr>
        <p:spPr>
          <a:xfrm>
            <a:off x="3135079" y="2063870"/>
            <a:ext cx="673103" cy="272382"/>
          </a:xfrm>
          <a:prstGeom prst="rect">
            <a:avLst/>
          </a:prstGeom>
          <a:noFill/>
        </p:spPr>
        <p:txBody>
          <a:bodyPr wrap="square" rtlCol="0">
            <a:spAutoFit/>
          </a:bodyPr>
          <a:lstStyle/>
          <a:p>
            <a:pPr algn="ctr">
              <a:lnSpc>
                <a:spcPct val="90000"/>
              </a:lnSpc>
            </a:pPr>
            <a:r>
              <a:rPr lang="en-US" altLang="ko-KR" sz="1300" b="1" dirty="0">
                <a:solidFill>
                  <a:srgbClr val="000000"/>
                </a:solidFill>
                <a:latin typeface="Calibri" panose="020F0502020204030204" pitchFamily="34" charset="0"/>
              </a:rPr>
              <a:t>4 G/Es</a:t>
            </a:r>
            <a:endParaRPr lang="ko-KR" altLang="en-US" sz="1300" b="1" dirty="0">
              <a:solidFill>
                <a:srgbClr val="000000"/>
              </a:solidFill>
              <a:latin typeface="Calibri" panose="020F0502020204030204" pitchFamily="34" charset="0"/>
            </a:endParaRPr>
          </a:p>
        </p:txBody>
      </p:sp>
      <p:cxnSp>
        <p:nvCxnSpPr>
          <p:cNvPr id="17" name="직선 화살표 연결선 16">
            <a:extLst>
              <a:ext uri="{FF2B5EF4-FFF2-40B4-BE49-F238E27FC236}">
                <a16:creationId xmlns:a16="http://schemas.microsoft.com/office/drawing/2014/main" id="{B7AB7061-A8B6-F294-67E8-26E60252EE69}"/>
              </a:ext>
            </a:extLst>
          </p:cNvPr>
          <p:cNvCxnSpPr>
            <a:cxnSpLocks/>
          </p:cNvCxnSpPr>
          <p:nvPr/>
        </p:nvCxnSpPr>
        <p:spPr>
          <a:xfrm>
            <a:off x="3766938" y="2234436"/>
            <a:ext cx="196569" cy="192935"/>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5124" name="Picture 4" descr="ABB TPS48 turbocharger assembly and spare parts avilable for sale">
            <a:extLst>
              <a:ext uri="{FF2B5EF4-FFF2-40B4-BE49-F238E27FC236}">
                <a16:creationId xmlns:a16="http://schemas.microsoft.com/office/drawing/2014/main" id="{EBA29EA3-BC34-ED2B-F3C5-A0C69923F3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3807" y="3617120"/>
            <a:ext cx="1984892" cy="1488669"/>
          </a:xfrm>
          <a:prstGeom prst="rect">
            <a:avLst/>
          </a:prstGeom>
          <a:noFill/>
          <a:extLst>
            <a:ext uri="{909E8E84-426E-40DD-AFC4-6F175D3DCCD1}">
              <a14:hiddenFill xmlns:a14="http://schemas.microsoft.com/office/drawing/2010/main">
                <a:solidFill>
                  <a:srgbClr val="FFFFFF"/>
                </a:solidFill>
              </a14:hiddenFill>
            </a:ext>
          </a:extLst>
        </p:spPr>
      </p:pic>
      <p:cxnSp>
        <p:nvCxnSpPr>
          <p:cNvPr id="21" name="직선 화살표 연결선 20">
            <a:extLst>
              <a:ext uri="{FF2B5EF4-FFF2-40B4-BE49-F238E27FC236}">
                <a16:creationId xmlns:a16="http://schemas.microsoft.com/office/drawing/2014/main" id="{9981B9B6-3564-A3FE-A391-EB2FCB670C5F}"/>
              </a:ext>
            </a:extLst>
          </p:cNvPr>
          <p:cNvCxnSpPr>
            <a:cxnSpLocks/>
          </p:cNvCxnSpPr>
          <p:nvPr/>
        </p:nvCxnSpPr>
        <p:spPr>
          <a:xfrm flipH="1">
            <a:off x="5355463" y="4006691"/>
            <a:ext cx="315910"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91346704"/>
      </p:ext>
    </p:extLst>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7CCE7-4D5A-F09D-9CD3-010257DD67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9936D8-0A2C-BBB3-60CC-93D698B32449}"/>
              </a:ext>
            </a:extLst>
          </p:cNvPr>
          <p:cNvSpPr>
            <a:spLocks noGrp="1"/>
          </p:cNvSpPr>
          <p:nvPr>
            <p:ph type="title"/>
          </p:nvPr>
        </p:nvSpPr>
        <p:spPr>
          <a:xfrm>
            <a:off x="304799" y="304655"/>
            <a:ext cx="8392313" cy="535531"/>
          </a:xfrm>
        </p:spPr>
        <p:txBody>
          <a:bodyPr/>
          <a:lstStyle/>
          <a:p>
            <a:r>
              <a:rPr lang="en-US" dirty="0"/>
              <a:t>Turbocharger (T/C)  </a:t>
            </a:r>
          </a:p>
        </p:txBody>
      </p:sp>
      <p:sp>
        <p:nvSpPr>
          <p:cNvPr id="3" name="Text Placeholder 2">
            <a:extLst>
              <a:ext uri="{FF2B5EF4-FFF2-40B4-BE49-F238E27FC236}">
                <a16:creationId xmlns:a16="http://schemas.microsoft.com/office/drawing/2014/main" id="{2DAAFEF9-38EC-FAD2-50AC-39425CEEE255}"/>
              </a:ext>
            </a:extLst>
          </p:cNvPr>
          <p:cNvSpPr>
            <a:spLocks noGrp="1"/>
          </p:cNvSpPr>
          <p:nvPr>
            <p:ph type="body" sz="quarter" idx="10"/>
          </p:nvPr>
        </p:nvSpPr>
        <p:spPr>
          <a:xfrm>
            <a:off x="304799" y="914402"/>
            <a:ext cx="5313900" cy="3995342"/>
          </a:xfrm>
        </p:spPr>
        <p:txBody>
          <a:bodyPr>
            <a:normAutofit/>
          </a:bodyPr>
          <a:lstStyle/>
          <a:p>
            <a:pPr marL="0" indent="0">
              <a:spcAft>
                <a:spcPts val="1000"/>
              </a:spcAft>
              <a:buNone/>
            </a:pPr>
            <a:r>
              <a:rPr lang="en-US" altLang="ko-KR" sz="1600" b="1" dirty="0"/>
              <a:t>Diffuser</a:t>
            </a:r>
          </a:p>
          <a:p>
            <a:pPr marL="0" indent="0">
              <a:spcAft>
                <a:spcPts val="1000"/>
              </a:spcAft>
              <a:buNone/>
            </a:pPr>
            <a:r>
              <a:rPr lang="en-US" sz="1600" dirty="0">
                <a:solidFill>
                  <a:srgbClr val="000000"/>
                </a:solidFill>
              </a:rPr>
              <a:t>It is located between the compressor wheel outlet of the compressor and the compressor housing.</a:t>
            </a:r>
          </a:p>
          <a:p>
            <a:pPr marL="0" indent="0">
              <a:spcAft>
                <a:spcPts val="1000"/>
              </a:spcAft>
              <a:buNone/>
            </a:pPr>
            <a:r>
              <a:rPr lang="en-US" sz="1600" dirty="0">
                <a:solidFill>
                  <a:srgbClr val="000000"/>
                </a:solidFill>
              </a:rPr>
              <a:t>It converts the kinetic energy of the high-speed air exiting the compressor wheel into static pressure by slowing it down. In other words, the main pressure-increasing section of the compressor is the diffuser.</a:t>
            </a:r>
          </a:p>
          <a:p>
            <a:pPr marL="0" indent="0">
              <a:spcAft>
                <a:spcPts val="1000"/>
              </a:spcAft>
              <a:buNone/>
            </a:pPr>
            <a:r>
              <a:rPr lang="en-US" sz="1600" dirty="0">
                <a:solidFill>
                  <a:srgbClr val="000000"/>
                </a:solidFill>
              </a:rPr>
              <a:t>It increases the compressor discharge pressure to supply more air to the engine.</a:t>
            </a:r>
          </a:p>
        </p:txBody>
      </p:sp>
      <p:pic>
        <p:nvPicPr>
          <p:cNvPr id="5" name="그림 4">
            <a:extLst>
              <a:ext uri="{FF2B5EF4-FFF2-40B4-BE49-F238E27FC236}">
                <a16:creationId xmlns:a16="http://schemas.microsoft.com/office/drawing/2014/main" id="{3F68B601-53ED-C16C-2798-86274CFF891B}"/>
              </a:ext>
            </a:extLst>
          </p:cNvPr>
          <p:cNvPicPr>
            <a:picLocks noChangeAspect="1"/>
          </p:cNvPicPr>
          <p:nvPr/>
        </p:nvPicPr>
        <p:blipFill>
          <a:blip r:embed="rId2"/>
          <a:stretch>
            <a:fillRect/>
          </a:stretch>
        </p:blipFill>
        <p:spPr>
          <a:xfrm>
            <a:off x="5595747" y="572420"/>
            <a:ext cx="3465752" cy="4091595"/>
          </a:xfrm>
          <a:prstGeom prst="rect">
            <a:avLst/>
          </a:prstGeom>
        </p:spPr>
      </p:pic>
      <p:cxnSp>
        <p:nvCxnSpPr>
          <p:cNvPr id="4" name="직선 연결선 3">
            <a:extLst>
              <a:ext uri="{FF2B5EF4-FFF2-40B4-BE49-F238E27FC236}">
                <a16:creationId xmlns:a16="http://schemas.microsoft.com/office/drawing/2014/main" id="{6E729277-84CE-B6E8-4EBE-CDFFA669B2D7}"/>
              </a:ext>
            </a:extLst>
          </p:cNvPr>
          <p:cNvCxnSpPr>
            <a:cxnSpLocks/>
          </p:cNvCxnSpPr>
          <p:nvPr/>
        </p:nvCxnSpPr>
        <p:spPr>
          <a:xfrm>
            <a:off x="5630122" y="4078132"/>
            <a:ext cx="420044"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 name="직선 연결선 6">
            <a:extLst>
              <a:ext uri="{FF2B5EF4-FFF2-40B4-BE49-F238E27FC236}">
                <a16:creationId xmlns:a16="http://schemas.microsoft.com/office/drawing/2014/main" id="{1AC6ACE4-7FD1-7CEF-92B1-5F7D1576C731}"/>
              </a:ext>
            </a:extLst>
          </p:cNvPr>
          <p:cNvCxnSpPr>
            <a:cxnSpLocks/>
          </p:cNvCxnSpPr>
          <p:nvPr/>
        </p:nvCxnSpPr>
        <p:spPr>
          <a:xfrm>
            <a:off x="6167532" y="703561"/>
            <a:ext cx="109516"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 name="직선 연결선 8">
            <a:extLst>
              <a:ext uri="{FF2B5EF4-FFF2-40B4-BE49-F238E27FC236}">
                <a16:creationId xmlns:a16="http://schemas.microsoft.com/office/drawing/2014/main" id="{58CA3223-8643-7CA9-DD28-B253B2897600}"/>
              </a:ext>
            </a:extLst>
          </p:cNvPr>
          <p:cNvCxnSpPr>
            <a:cxnSpLocks/>
          </p:cNvCxnSpPr>
          <p:nvPr/>
        </p:nvCxnSpPr>
        <p:spPr>
          <a:xfrm flipV="1">
            <a:off x="6236283" y="2786882"/>
            <a:ext cx="605606" cy="616336"/>
          </a:xfrm>
          <a:prstGeom prst="line">
            <a:avLst/>
          </a:prstGeom>
          <a:ln w="12700"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A2B45F02-4B7D-C13F-14DB-8DC69E7E2807}"/>
              </a:ext>
            </a:extLst>
          </p:cNvPr>
          <p:cNvSpPr txBox="1"/>
          <p:nvPr/>
        </p:nvSpPr>
        <p:spPr>
          <a:xfrm>
            <a:off x="6099916" y="3360377"/>
            <a:ext cx="106752" cy="189283"/>
          </a:xfrm>
          <a:prstGeom prst="rect">
            <a:avLst/>
          </a:prstGeom>
          <a:noFill/>
          <a:ln>
            <a:noFill/>
          </a:ln>
        </p:spPr>
        <p:txBody>
          <a:bodyPr wrap="square" rtlCol="0">
            <a:spAutoFit/>
          </a:bodyPr>
          <a:lstStyle/>
          <a:p>
            <a:pPr>
              <a:lnSpc>
                <a:spcPct val="90000"/>
              </a:lnSpc>
            </a:pPr>
            <a:r>
              <a:rPr lang="en-US" altLang="ko-KR" sz="700" b="1" dirty="0">
                <a:solidFill>
                  <a:srgbClr val="262626"/>
                </a:solidFill>
                <a:latin typeface="Calibri" panose="020F0502020204030204" pitchFamily="34" charset="0"/>
              </a:rPr>
              <a:t>2</a:t>
            </a:r>
            <a:endParaRPr lang="ko-KR" altLang="en-US" sz="700" b="1" dirty="0">
              <a:solidFill>
                <a:srgbClr val="262626"/>
              </a:solidFill>
              <a:latin typeface="Calibri" panose="020F0502020204030204" pitchFamily="34" charset="0"/>
            </a:endParaRPr>
          </a:p>
        </p:txBody>
      </p:sp>
      <p:cxnSp>
        <p:nvCxnSpPr>
          <p:cNvPr id="12" name="직선 연결선 11">
            <a:extLst>
              <a:ext uri="{FF2B5EF4-FFF2-40B4-BE49-F238E27FC236}">
                <a16:creationId xmlns:a16="http://schemas.microsoft.com/office/drawing/2014/main" id="{82F86D49-1C5E-4F18-2A91-76B722FA571D}"/>
              </a:ext>
            </a:extLst>
          </p:cNvPr>
          <p:cNvCxnSpPr>
            <a:cxnSpLocks/>
          </p:cNvCxnSpPr>
          <p:nvPr/>
        </p:nvCxnSpPr>
        <p:spPr>
          <a:xfrm>
            <a:off x="6037391" y="3504973"/>
            <a:ext cx="109516"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pic>
        <p:nvPicPr>
          <p:cNvPr id="5124" name="Picture 4" descr="ABB TPS48 turbocharger assembly and spare parts avilable for sale">
            <a:extLst>
              <a:ext uri="{FF2B5EF4-FFF2-40B4-BE49-F238E27FC236}">
                <a16:creationId xmlns:a16="http://schemas.microsoft.com/office/drawing/2014/main" id="{99BE1183-76A1-FE5D-44AE-D783021004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1306" y="3617120"/>
            <a:ext cx="1984892" cy="1488669"/>
          </a:xfrm>
          <a:prstGeom prst="rect">
            <a:avLst/>
          </a:prstGeom>
          <a:noFill/>
          <a:extLst>
            <a:ext uri="{909E8E84-426E-40DD-AFC4-6F175D3DCCD1}">
              <a14:hiddenFill xmlns:a14="http://schemas.microsoft.com/office/drawing/2010/main">
                <a:solidFill>
                  <a:srgbClr val="FFFFFF"/>
                </a:solidFill>
              </a14:hiddenFill>
            </a:ext>
          </a:extLst>
        </p:spPr>
      </p:pic>
      <p:cxnSp>
        <p:nvCxnSpPr>
          <p:cNvPr id="21" name="직선 화살표 연결선 20">
            <a:extLst>
              <a:ext uri="{FF2B5EF4-FFF2-40B4-BE49-F238E27FC236}">
                <a16:creationId xmlns:a16="http://schemas.microsoft.com/office/drawing/2014/main" id="{074D4B02-CEFB-288C-8516-6A1407394C6C}"/>
              </a:ext>
            </a:extLst>
          </p:cNvPr>
          <p:cNvCxnSpPr>
            <a:cxnSpLocks/>
          </p:cNvCxnSpPr>
          <p:nvPr/>
        </p:nvCxnSpPr>
        <p:spPr>
          <a:xfrm flipH="1">
            <a:off x="5272962" y="4006691"/>
            <a:ext cx="315910"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7851EFC-498F-812F-AEAA-B60BBB792451}"/>
              </a:ext>
            </a:extLst>
          </p:cNvPr>
          <p:cNvSpPr txBox="1"/>
          <p:nvPr/>
        </p:nvSpPr>
        <p:spPr>
          <a:xfrm>
            <a:off x="314001" y="3567390"/>
            <a:ext cx="3166295" cy="1588127"/>
          </a:xfrm>
          <a:prstGeom prst="rect">
            <a:avLst/>
          </a:prstGeom>
          <a:noFill/>
          <a:ln>
            <a:noFill/>
          </a:ln>
        </p:spPr>
        <p:txBody>
          <a:bodyPr wrap="square" rtlCol="0">
            <a:spAutoFit/>
          </a:bodyPr>
          <a:lstStyle/>
          <a:p>
            <a:pPr>
              <a:lnSpc>
                <a:spcPct val="90000"/>
              </a:lnSpc>
            </a:pPr>
            <a:r>
              <a:rPr lang="en-US" altLang="ko-KR" sz="1200" dirty="0">
                <a:solidFill>
                  <a:srgbClr val="262626"/>
                </a:solidFill>
                <a:latin typeface="Calibri" panose="020F0502020204030204" pitchFamily="34" charset="0"/>
              </a:rPr>
              <a:t>The diffuser has the same arrangement of vanes as the nozzle ring, with the outside being wider and the inside being narrower.</a:t>
            </a:r>
          </a:p>
          <a:p>
            <a:pPr>
              <a:lnSpc>
                <a:spcPct val="90000"/>
              </a:lnSpc>
            </a:pPr>
            <a:endParaRPr lang="en-US" altLang="ko-KR" sz="1200" dirty="0">
              <a:solidFill>
                <a:srgbClr val="262626"/>
              </a:solidFill>
              <a:latin typeface="Calibri" panose="020F0502020204030204" pitchFamily="34" charset="0"/>
            </a:endParaRPr>
          </a:p>
          <a:p>
            <a:pPr>
              <a:lnSpc>
                <a:spcPct val="90000"/>
              </a:lnSpc>
            </a:pPr>
            <a:r>
              <a:rPr lang="en-US" altLang="ko-KR" sz="1200" dirty="0">
                <a:solidFill>
                  <a:srgbClr val="262626"/>
                </a:solidFill>
                <a:latin typeface="Calibri" panose="020F0502020204030204" pitchFamily="34" charset="0"/>
              </a:rPr>
              <a:t>However, in the case of the nozzle ring, the exhaust gas enters from the outside, so the velocity increases, and in the case of the diffuser, the intake air exits from the inside to the outside, so the pressure increases.</a:t>
            </a:r>
            <a:endParaRPr lang="ko-KR" altLang="en-US" sz="1200" dirty="0">
              <a:solidFill>
                <a:srgbClr val="262626"/>
              </a:solidFill>
              <a:latin typeface="Calibri" panose="020F0502020204030204" pitchFamily="34" charset="0"/>
            </a:endParaRPr>
          </a:p>
        </p:txBody>
      </p:sp>
      <p:cxnSp>
        <p:nvCxnSpPr>
          <p:cNvPr id="8" name="직선 화살표 연결선 7">
            <a:extLst>
              <a:ext uri="{FF2B5EF4-FFF2-40B4-BE49-F238E27FC236}">
                <a16:creationId xmlns:a16="http://schemas.microsoft.com/office/drawing/2014/main" id="{8BCEE1B3-61CE-91AD-4EBA-2996BEB97C4C}"/>
              </a:ext>
            </a:extLst>
          </p:cNvPr>
          <p:cNvCxnSpPr>
            <a:cxnSpLocks/>
          </p:cNvCxnSpPr>
          <p:nvPr/>
        </p:nvCxnSpPr>
        <p:spPr>
          <a:xfrm>
            <a:off x="4640752" y="4650265"/>
            <a:ext cx="536303" cy="258619"/>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80030527"/>
      </p:ext>
    </p:extLst>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F4D36-154A-62F9-42B6-19BC139A31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8DC2FA-FB8A-9417-3F2E-E0F008498ABA}"/>
              </a:ext>
            </a:extLst>
          </p:cNvPr>
          <p:cNvSpPr>
            <a:spLocks noGrp="1"/>
          </p:cNvSpPr>
          <p:nvPr>
            <p:ph type="title"/>
          </p:nvPr>
        </p:nvSpPr>
        <p:spPr>
          <a:xfrm>
            <a:off x="304799" y="304655"/>
            <a:ext cx="8392313" cy="535531"/>
          </a:xfrm>
        </p:spPr>
        <p:txBody>
          <a:bodyPr/>
          <a:lstStyle/>
          <a:p>
            <a:r>
              <a:rPr lang="en-US" dirty="0"/>
              <a:t>Turbocharger (T/C)  </a:t>
            </a:r>
          </a:p>
        </p:txBody>
      </p:sp>
      <p:sp>
        <p:nvSpPr>
          <p:cNvPr id="3" name="Text Placeholder 2">
            <a:extLst>
              <a:ext uri="{FF2B5EF4-FFF2-40B4-BE49-F238E27FC236}">
                <a16:creationId xmlns:a16="http://schemas.microsoft.com/office/drawing/2014/main" id="{AE596048-DB00-19E4-EDA6-174483EE0BE6}"/>
              </a:ext>
            </a:extLst>
          </p:cNvPr>
          <p:cNvSpPr>
            <a:spLocks noGrp="1"/>
          </p:cNvSpPr>
          <p:nvPr>
            <p:ph type="body" sz="quarter" idx="10"/>
          </p:nvPr>
        </p:nvSpPr>
        <p:spPr>
          <a:xfrm>
            <a:off x="304798" y="943315"/>
            <a:ext cx="4775967" cy="3250549"/>
          </a:xfrm>
        </p:spPr>
        <p:txBody>
          <a:bodyPr>
            <a:normAutofit/>
          </a:bodyPr>
          <a:lstStyle/>
          <a:p>
            <a:pPr marL="0" indent="0">
              <a:spcAft>
                <a:spcPts val="1000"/>
              </a:spcAft>
              <a:buNone/>
            </a:pPr>
            <a:r>
              <a:rPr lang="en-US" altLang="ko-KR" sz="1600" dirty="0"/>
              <a:t>The rotor runs in two radial bearings (4/5) which are located in the bearing flange between the compressor and the turbine. The axial thrust bearing (3) is located at the compressor end.</a:t>
            </a:r>
            <a:endParaRPr lang="en-US" sz="1600" dirty="0">
              <a:solidFill>
                <a:srgbClr val="000000"/>
              </a:solidFill>
            </a:endParaRPr>
          </a:p>
          <a:p>
            <a:pPr marL="0" indent="0">
              <a:spcAft>
                <a:spcPts val="1000"/>
              </a:spcAft>
              <a:buNone/>
            </a:pPr>
            <a:r>
              <a:rPr lang="en-US" altLang="ko-KR" sz="1600" dirty="0"/>
              <a:t>The radial bearings are connected to a central lubricating oil duct which is fed with oil from the engine's lubricating oil circuit. The oil outlet is always at the lowest point of the bearing casing (10).</a:t>
            </a:r>
            <a:endParaRPr lang="en-US" sz="1600" dirty="0">
              <a:solidFill>
                <a:srgbClr val="000000"/>
              </a:solidFill>
            </a:endParaRPr>
          </a:p>
        </p:txBody>
      </p:sp>
      <p:pic>
        <p:nvPicPr>
          <p:cNvPr id="5" name="그림 4">
            <a:extLst>
              <a:ext uri="{FF2B5EF4-FFF2-40B4-BE49-F238E27FC236}">
                <a16:creationId xmlns:a16="http://schemas.microsoft.com/office/drawing/2014/main" id="{4AD252EC-2162-BC1C-68BC-4DD452DC959A}"/>
              </a:ext>
            </a:extLst>
          </p:cNvPr>
          <p:cNvPicPr>
            <a:picLocks noChangeAspect="1"/>
          </p:cNvPicPr>
          <p:nvPr/>
        </p:nvPicPr>
        <p:blipFill>
          <a:blip r:embed="rId2"/>
          <a:stretch>
            <a:fillRect/>
          </a:stretch>
        </p:blipFill>
        <p:spPr>
          <a:xfrm>
            <a:off x="5045296" y="201526"/>
            <a:ext cx="4098704" cy="4838845"/>
          </a:xfrm>
          <a:prstGeom prst="rect">
            <a:avLst/>
          </a:prstGeom>
        </p:spPr>
      </p:pic>
      <p:cxnSp>
        <p:nvCxnSpPr>
          <p:cNvPr id="4" name="직선 연결선 3">
            <a:extLst>
              <a:ext uri="{FF2B5EF4-FFF2-40B4-BE49-F238E27FC236}">
                <a16:creationId xmlns:a16="http://schemas.microsoft.com/office/drawing/2014/main" id="{B08D1D76-0D0C-7122-8A96-EECD96B82F06}"/>
              </a:ext>
            </a:extLst>
          </p:cNvPr>
          <p:cNvCxnSpPr>
            <a:cxnSpLocks/>
          </p:cNvCxnSpPr>
          <p:nvPr/>
        </p:nvCxnSpPr>
        <p:spPr>
          <a:xfrm>
            <a:off x="5080765" y="4683149"/>
            <a:ext cx="886898"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 name="직선 연결선 6">
            <a:extLst>
              <a:ext uri="{FF2B5EF4-FFF2-40B4-BE49-F238E27FC236}">
                <a16:creationId xmlns:a16="http://schemas.microsoft.com/office/drawing/2014/main" id="{FEFBB20E-69CF-A0A3-35B6-7EFD62E319AF}"/>
              </a:ext>
            </a:extLst>
          </p:cNvPr>
          <p:cNvCxnSpPr>
            <a:cxnSpLocks/>
          </p:cNvCxnSpPr>
          <p:nvPr/>
        </p:nvCxnSpPr>
        <p:spPr>
          <a:xfrm>
            <a:off x="5080765" y="4844716"/>
            <a:ext cx="886898"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 name="직선 연결선 7">
            <a:extLst>
              <a:ext uri="{FF2B5EF4-FFF2-40B4-BE49-F238E27FC236}">
                <a16:creationId xmlns:a16="http://schemas.microsoft.com/office/drawing/2014/main" id="{FB0A7FDE-C509-ED2B-186E-F43AF4BBA3C5}"/>
              </a:ext>
            </a:extLst>
          </p:cNvPr>
          <p:cNvCxnSpPr>
            <a:cxnSpLocks/>
          </p:cNvCxnSpPr>
          <p:nvPr/>
        </p:nvCxnSpPr>
        <p:spPr>
          <a:xfrm>
            <a:off x="7426350" y="339176"/>
            <a:ext cx="143232"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 name="직선 연결선 9">
            <a:extLst>
              <a:ext uri="{FF2B5EF4-FFF2-40B4-BE49-F238E27FC236}">
                <a16:creationId xmlns:a16="http://schemas.microsoft.com/office/drawing/2014/main" id="{D863C830-2C91-5660-663C-9E4DEC9F38BC}"/>
              </a:ext>
            </a:extLst>
          </p:cNvPr>
          <p:cNvCxnSpPr>
            <a:cxnSpLocks/>
          </p:cNvCxnSpPr>
          <p:nvPr/>
        </p:nvCxnSpPr>
        <p:spPr>
          <a:xfrm>
            <a:off x="7929385" y="328718"/>
            <a:ext cx="143232"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1" name="직선 연결선 10">
            <a:extLst>
              <a:ext uri="{FF2B5EF4-FFF2-40B4-BE49-F238E27FC236}">
                <a16:creationId xmlns:a16="http://schemas.microsoft.com/office/drawing/2014/main" id="{F720DD95-677A-9E42-A35F-EAF8AB2311FD}"/>
              </a:ext>
            </a:extLst>
          </p:cNvPr>
          <p:cNvCxnSpPr>
            <a:cxnSpLocks/>
          </p:cNvCxnSpPr>
          <p:nvPr/>
        </p:nvCxnSpPr>
        <p:spPr>
          <a:xfrm>
            <a:off x="5080765" y="4519290"/>
            <a:ext cx="1168781" cy="0"/>
          </a:xfrm>
          <a:prstGeom prst="line">
            <a:avLst/>
          </a:prstGeom>
          <a:ln w="19050" cap="flat" cmpd="sng" algn="ctr">
            <a:solidFill>
              <a:srgbClr val="92D05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3" name="직선 연결선 12">
            <a:extLst>
              <a:ext uri="{FF2B5EF4-FFF2-40B4-BE49-F238E27FC236}">
                <a16:creationId xmlns:a16="http://schemas.microsoft.com/office/drawing/2014/main" id="{C457444E-4F1D-342A-21D2-687D3CF91203}"/>
              </a:ext>
            </a:extLst>
          </p:cNvPr>
          <p:cNvCxnSpPr>
            <a:cxnSpLocks/>
          </p:cNvCxnSpPr>
          <p:nvPr/>
        </p:nvCxnSpPr>
        <p:spPr>
          <a:xfrm>
            <a:off x="7166239" y="332301"/>
            <a:ext cx="143232"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pic>
        <p:nvPicPr>
          <p:cNvPr id="4098" name="Picture 2" descr="KIT DE SERVICIO ABB TPS-57 TPS57-F32 275023158049 — megaturboss">
            <a:extLst>
              <a:ext uri="{FF2B5EF4-FFF2-40B4-BE49-F238E27FC236}">
                <a16:creationId xmlns:a16="http://schemas.microsoft.com/office/drawing/2014/main" id="{2E9D1509-07D6-2C04-3335-84AA807FDA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7412" y="2986984"/>
            <a:ext cx="2156516" cy="2156516"/>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직선 화살표 연결선 13">
            <a:extLst>
              <a:ext uri="{FF2B5EF4-FFF2-40B4-BE49-F238E27FC236}">
                <a16:creationId xmlns:a16="http://schemas.microsoft.com/office/drawing/2014/main" id="{B940B89A-CACE-9030-7012-62F1FCA840FB}"/>
              </a:ext>
            </a:extLst>
          </p:cNvPr>
          <p:cNvCxnSpPr>
            <a:cxnSpLocks/>
          </p:cNvCxnSpPr>
          <p:nvPr/>
        </p:nvCxnSpPr>
        <p:spPr>
          <a:xfrm flipH="1">
            <a:off x="3382592" y="4432426"/>
            <a:ext cx="1662704" cy="173832"/>
          </a:xfrm>
          <a:prstGeom prst="straightConnector1">
            <a:avLst/>
          </a:prstGeom>
          <a:ln w="19050" cap="flat" cmpd="sng" algn="ctr">
            <a:solidFill>
              <a:srgbClr val="92D05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6" name="직선 화살표 연결선 15">
            <a:extLst>
              <a:ext uri="{FF2B5EF4-FFF2-40B4-BE49-F238E27FC236}">
                <a16:creationId xmlns:a16="http://schemas.microsoft.com/office/drawing/2014/main" id="{9217A3E1-A8AB-7473-DEEA-5B1507DA1FF2}"/>
              </a:ext>
            </a:extLst>
          </p:cNvPr>
          <p:cNvCxnSpPr>
            <a:cxnSpLocks/>
          </p:cNvCxnSpPr>
          <p:nvPr/>
        </p:nvCxnSpPr>
        <p:spPr>
          <a:xfrm flipH="1" flipV="1">
            <a:off x="3523260" y="3946358"/>
            <a:ext cx="1522036" cy="740308"/>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3238726"/>
      </p:ext>
    </p:extLst>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C4832-EBE6-B694-35E1-B710327C5B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C39D18-2D98-A3D0-C567-7C4DE861C71B}"/>
              </a:ext>
            </a:extLst>
          </p:cNvPr>
          <p:cNvSpPr>
            <a:spLocks noGrp="1"/>
          </p:cNvSpPr>
          <p:nvPr>
            <p:ph type="title"/>
          </p:nvPr>
        </p:nvSpPr>
        <p:spPr>
          <a:xfrm>
            <a:off x="304799" y="304655"/>
            <a:ext cx="8392313" cy="535531"/>
          </a:xfrm>
        </p:spPr>
        <p:txBody>
          <a:bodyPr/>
          <a:lstStyle/>
          <a:p>
            <a:r>
              <a:rPr lang="en-US" dirty="0"/>
              <a:t>Lubricant flow in the Turbocharger (T/C)  </a:t>
            </a:r>
          </a:p>
        </p:txBody>
      </p:sp>
      <p:pic>
        <p:nvPicPr>
          <p:cNvPr id="9" name="온라인 미디어 8" title="Level 3 Video 1">
            <a:hlinkClick r:id="" action="ppaction://media"/>
            <a:extLst>
              <a:ext uri="{FF2B5EF4-FFF2-40B4-BE49-F238E27FC236}">
                <a16:creationId xmlns:a16="http://schemas.microsoft.com/office/drawing/2014/main" id="{230D79D2-C654-1698-9631-2A43281CBDBC}"/>
              </a:ext>
            </a:extLst>
          </p:cNvPr>
          <p:cNvPicPr>
            <a:picLocks noRot="1" noChangeAspect="1"/>
          </p:cNvPicPr>
          <p:nvPr>
            <a:videoFile r:link="rId1"/>
          </p:nvPr>
        </p:nvPicPr>
        <p:blipFill>
          <a:blip r:embed="rId3"/>
          <a:stretch>
            <a:fillRect/>
          </a:stretch>
        </p:blipFill>
        <p:spPr>
          <a:xfrm>
            <a:off x="398761" y="991440"/>
            <a:ext cx="6510803" cy="3678291"/>
          </a:xfrm>
          <a:prstGeom prst="rect">
            <a:avLst/>
          </a:prstGeom>
        </p:spPr>
      </p:pic>
    </p:spTree>
    <p:extLst>
      <p:ext uri="{BB962C8B-B14F-4D97-AF65-F5344CB8AC3E}">
        <p14:creationId xmlns:p14="http://schemas.microsoft.com/office/powerpoint/2010/main" val="158666359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DB2F5-B2B7-EE0E-7017-A637776130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B829DA-7270-8B9B-8309-C9C31866E206}"/>
              </a:ext>
            </a:extLst>
          </p:cNvPr>
          <p:cNvSpPr>
            <a:spLocks noGrp="1"/>
          </p:cNvSpPr>
          <p:nvPr>
            <p:ph type="title"/>
          </p:nvPr>
        </p:nvSpPr>
        <p:spPr>
          <a:xfrm>
            <a:off x="304799" y="304655"/>
            <a:ext cx="8392313" cy="535531"/>
          </a:xfrm>
        </p:spPr>
        <p:txBody>
          <a:bodyPr/>
          <a:lstStyle/>
          <a:p>
            <a:r>
              <a:rPr lang="en-US" dirty="0"/>
              <a:t>Turbocharger (T/C)  </a:t>
            </a:r>
          </a:p>
        </p:txBody>
      </p:sp>
      <p:pic>
        <p:nvPicPr>
          <p:cNvPr id="7" name="그림 6">
            <a:extLst>
              <a:ext uri="{FF2B5EF4-FFF2-40B4-BE49-F238E27FC236}">
                <a16:creationId xmlns:a16="http://schemas.microsoft.com/office/drawing/2014/main" id="{B534336E-EC6B-EB48-5414-64FDB0161C37}"/>
              </a:ext>
            </a:extLst>
          </p:cNvPr>
          <p:cNvPicPr>
            <a:picLocks noChangeAspect="1"/>
          </p:cNvPicPr>
          <p:nvPr/>
        </p:nvPicPr>
        <p:blipFill>
          <a:blip r:embed="rId2"/>
          <a:stretch>
            <a:fillRect/>
          </a:stretch>
        </p:blipFill>
        <p:spPr>
          <a:xfrm>
            <a:off x="441422" y="962525"/>
            <a:ext cx="4760913" cy="4105347"/>
          </a:xfrm>
          <a:prstGeom prst="rect">
            <a:avLst/>
          </a:prstGeom>
        </p:spPr>
      </p:pic>
      <p:pic>
        <p:nvPicPr>
          <p:cNvPr id="10" name="그림 9">
            <a:extLst>
              <a:ext uri="{FF2B5EF4-FFF2-40B4-BE49-F238E27FC236}">
                <a16:creationId xmlns:a16="http://schemas.microsoft.com/office/drawing/2014/main" id="{17215CF7-6307-CD83-7963-59821735CC40}"/>
              </a:ext>
            </a:extLst>
          </p:cNvPr>
          <p:cNvPicPr>
            <a:picLocks noChangeAspect="1"/>
          </p:cNvPicPr>
          <p:nvPr/>
        </p:nvPicPr>
        <p:blipFill>
          <a:blip r:embed="rId3"/>
          <a:stretch>
            <a:fillRect/>
          </a:stretch>
        </p:blipFill>
        <p:spPr>
          <a:xfrm>
            <a:off x="5718903" y="304655"/>
            <a:ext cx="3120298" cy="4180975"/>
          </a:xfrm>
          <a:prstGeom prst="rect">
            <a:avLst/>
          </a:prstGeom>
        </p:spPr>
      </p:pic>
      <p:cxnSp>
        <p:nvCxnSpPr>
          <p:cNvPr id="11" name="직선 화살표 연결선 10">
            <a:extLst>
              <a:ext uri="{FF2B5EF4-FFF2-40B4-BE49-F238E27FC236}">
                <a16:creationId xmlns:a16="http://schemas.microsoft.com/office/drawing/2014/main" id="{C6278E32-64B0-E284-033D-412717697DEC}"/>
              </a:ext>
            </a:extLst>
          </p:cNvPr>
          <p:cNvCxnSpPr>
            <a:cxnSpLocks/>
          </p:cNvCxnSpPr>
          <p:nvPr/>
        </p:nvCxnSpPr>
        <p:spPr>
          <a:xfrm flipV="1">
            <a:off x="2992835" y="2117558"/>
            <a:ext cx="3242960" cy="244435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3" name="직선 화살표 연결선 12">
            <a:extLst>
              <a:ext uri="{FF2B5EF4-FFF2-40B4-BE49-F238E27FC236}">
                <a16:creationId xmlns:a16="http://schemas.microsoft.com/office/drawing/2014/main" id="{5411F922-770F-2693-9577-80B4F39E5641}"/>
              </a:ext>
            </a:extLst>
          </p:cNvPr>
          <p:cNvCxnSpPr>
            <a:cxnSpLocks/>
          </p:cNvCxnSpPr>
          <p:nvPr/>
        </p:nvCxnSpPr>
        <p:spPr>
          <a:xfrm flipV="1">
            <a:off x="6395070" y="247507"/>
            <a:ext cx="0" cy="1089142"/>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7" name="직선 화살표 연결선 16">
            <a:extLst>
              <a:ext uri="{FF2B5EF4-FFF2-40B4-BE49-F238E27FC236}">
                <a16:creationId xmlns:a16="http://schemas.microsoft.com/office/drawing/2014/main" id="{3938D70E-1C65-4F10-56F1-899837E5E63D}"/>
              </a:ext>
            </a:extLst>
          </p:cNvPr>
          <p:cNvCxnSpPr>
            <a:cxnSpLocks/>
          </p:cNvCxnSpPr>
          <p:nvPr/>
        </p:nvCxnSpPr>
        <p:spPr>
          <a:xfrm>
            <a:off x="6829353" y="247507"/>
            <a:ext cx="0" cy="1214042"/>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1" name="직선 연결선 20">
            <a:extLst>
              <a:ext uri="{FF2B5EF4-FFF2-40B4-BE49-F238E27FC236}">
                <a16:creationId xmlns:a16="http://schemas.microsoft.com/office/drawing/2014/main" id="{043ABE62-224E-16BA-64E1-EB05960CA6BB}"/>
              </a:ext>
            </a:extLst>
          </p:cNvPr>
          <p:cNvCxnSpPr>
            <a:cxnSpLocks/>
          </p:cNvCxnSpPr>
          <p:nvPr/>
        </p:nvCxnSpPr>
        <p:spPr>
          <a:xfrm>
            <a:off x="5771963" y="3577811"/>
            <a:ext cx="1405733"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직선 연결선 22">
            <a:extLst>
              <a:ext uri="{FF2B5EF4-FFF2-40B4-BE49-F238E27FC236}">
                <a16:creationId xmlns:a16="http://schemas.microsoft.com/office/drawing/2014/main" id="{CCB8E069-B1F0-7067-21A3-342145C22F17}"/>
              </a:ext>
            </a:extLst>
          </p:cNvPr>
          <p:cNvCxnSpPr>
            <a:cxnSpLocks/>
          </p:cNvCxnSpPr>
          <p:nvPr/>
        </p:nvCxnSpPr>
        <p:spPr>
          <a:xfrm>
            <a:off x="5773110" y="3778336"/>
            <a:ext cx="1294583"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21069770"/>
      </p:ext>
    </p:extLst>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E08F6-18A7-CA92-D274-7D0BEB2954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621CCC-62BF-BA9A-ADB4-1E3F57DFE07B}"/>
              </a:ext>
            </a:extLst>
          </p:cNvPr>
          <p:cNvSpPr>
            <a:spLocks noGrp="1"/>
          </p:cNvSpPr>
          <p:nvPr>
            <p:ph type="title"/>
          </p:nvPr>
        </p:nvSpPr>
        <p:spPr>
          <a:xfrm>
            <a:off x="304799" y="304655"/>
            <a:ext cx="8392313" cy="535531"/>
          </a:xfrm>
        </p:spPr>
        <p:txBody>
          <a:bodyPr/>
          <a:lstStyle/>
          <a:p>
            <a:r>
              <a:rPr lang="en-US" dirty="0"/>
              <a:t>Turbocharger (T/C)  </a:t>
            </a:r>
          </a:p>
        </p:txBody>
      </p:sp>
      <p:sp>
        <p:nvSpPr>
          <p:cNvPr id="3" name="Text Placeholder 2">
            <a:extLst>
              <a:ext uri="{FF2B5EF4-FFF2-40B4-BE49-F238E27FC236}">
                <a16:creationId xmlns:a16="http://schemas.microsoft.com/office/drawing/2014/main" id="{CD36932B-B0A6-BC3A-3BB5-AB3B30F2B021}"/>
              </a:ext>
            </a:extLst>
          </p:cNvPr>
          <p:cNvSpPr>
            <a:spLocks noGrp="1"/>
          </p:cNvSpPr>
          <p:nvPr>
            <p:ph type="body" sz="quarter" idx="10"/>
          </p:nvPr>
        </p:nvSpPr>
        <p:spPr>
          <a:xfrm>
            <a:off x="304798" y="943315"/>
            <a:ext cx="7446171" cy="3250549"/>
          </a:xfrm>
        </p:spPr>
        <p:txBody>
          <a:bodyPr>
            <a:normAutofit/>
          </a:bodyPr>
          <a:lstStyle/>
          <a:p>
            <a:pPr marL="0" indent="0">
              <a:spcAft>
                <a:spcPts val="1000"/>
              </a:spcAft>
              <a:buNone/>
            </a:pPr>
            <a:r>
              <a:rPr lang="en-US" altLang="ko-KR" sz="1600" b="1" dirty="0"/>
              <a:t>Speed measurement</a:t>
            </a:r>
          </a:p>
          <a:p>
            <a:pPr marL="0" indent="0">
              <a:spcAft>
                <a:spcPts val="1000"/>
              </a:spcAft>
              <a:buNone/>
            </a:pPr>
            <a:r>
              <a:rPr lang="en-US" altLang="ko-KR" sz="1600" dirty="0"/>
              <a:t>A speed measuring system permits continuous monitoring of the turbocharger speed.</a:t>
            </a:r>
            <a:endParaRPr lang="en-US" sz="1600" dirty="0">
              <a:solidFill>
                <a:srgbClr val="000000"/>
              </a:solidFill>
            </a:endParaRPr>
          </a:p>
          <a:p>
            <a:pPr marL="0" indent="0">
              <a:spcAft>
                <a:spcPts val="1000"/>
              </a:spcAft>
              <a:buNone/>
            </a:pPr>
            <a:endParaRPr lang="en-US" sz="1600" dirty="0">
              <a:solidFill>
                <a:srgbClr val="000000"/>
              </a:solidFill>
            </a:endParaRPr>
          </a:p>
        </p:txBody>
      </p:sp>
      <p:pic>
        <p:nvPicPr>
          <p:cNvPr id="9" name="그림 8">
            <a:extLst>
              <a:ext uri="{FF2B5EF4-FFF2-40B4-BE49-F238E27FC236}">
                <a16:creationId xmlns:a16="http://schemas.microsoft.com/office/drawing/2014/main" id="{B7525DF4-6CF1-6455-C25F-E42898791604}"/>
              </a:ext>
            </a:extLst>
          </p:cNvPr>
          <p:cNvPicPr>
            <a:picLocks noChangeAspect="1"/>
          </p:cNvPicPr>
          <p:nvPr/>
        </p:nvPicPr>
        <p:blipFill>
          <a:blip r:embed="rId2"/>
          <a:stretch>
            <a:fillRect/>
          </a:stretch>
        </p:blipFill>
        <p:spPr>
          <a:xfrm>
            <a:off x="419003" y="1911232"/>
            <a:ext cx="3719862" cy="3191015"/>
          </a:xfrm>
          <a:prstGeom prst="rect">
            <a:avLst/>
          </a:prstGeom>
        </p:spPr>
      </p:pic>
      <p:pic>
        <p:nvPicPr>
          <p:cNvPr id="15" name="그림 14">
            <a:extLst>
              <a:ext uri="{FF2B5EF4-FFF2-40B4-BE49-F238E27FC236}">
                <a16:creationId xmlns:a16="http://schemas.microsoft.com/office/drawing/2014/main" id="{007448C1-3BE0-57BF-11DF-AE05DE8BEACB}"/>
              </a:ext>
            </a:extLst>
          </p:cNvPr>
          <p:cNvPicPr>
            <a:picLocks noChangeAspect="1"/>
          </p:cNvPicPr>
          <p:nvPr/>
        </p:nvPicPr>
        <p:blipFill>
          <a:blip r:embed="rId3"/>
          <a:stretch>
            <a:fillRect/>
          </a:stretch>
        </p:blipFill>
        <p:spPr>
          <a:xfrm>
            <a:off x="4572000" y="3310040"/>
            <a:ext cx="3906289" cy="747500"/>
          </a:xfrm>
          <a:prstGeom prst="rect">
            <a:avLst/>
          </a:prstGeom>
        </p:spPr>
      </p:pic>
      <p:cxnSp>
        <p:nvCxnSpPr>
          <p:cNvPr id="5" name="직선 연결선 4">
            <a:extLst>
              <a:ext uri="{FF2B5EF4-FFF2-40B4-BE49-F238E27FC236}">
                <a16:creationId xmlns:a16="http://schemas.microsoft.com/office/drawing/2014/main" id="{1C04BC26-13C6-9821-2C12-B283FE336AA1}"/>
              </a:ext>
            </a:extLst>
          </p:cNvPr>
          <p:cNvCxnSpPr/>
          <p:nvPr/>
        </p:nvCxnSpPr>
        <p:spPr>
          <a:xfrm>
            <a:off x="1395663" y="4193864"/>
            <a:ext cx="488139"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 name="직선 연결선 5">
            <a:extLst>
              <a:ext uri="{FF2B5EF4-FFF2-40B4-BE49-F238E27FC236}">
                <a16:creationId xmlns:a16="http://schemas.microsoft.com/office/drawing/2014/main" id="{F409C0F8-9348-A70C-C971-547459E33457}"/>
              </a:ext>
            </a:extLst>
          </p:cNvPr>
          <p:cNvCxnSpPr>
            <a:cxnSpLocks/>
          </p:cNvCxnSpPr>
          <p:nvPr/>
        </p:nvCxnSpPr>
        <p:spPr>
          <a:xfrm>
            <a:off x="5136911" y="3473115"/>
            <a:ext cx="796376"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1794240"/>
      </p:ext>
    </p:extLst>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EEFEA-CD66-93E6-4D2B-F43E44830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CCAF59-8A0F-D009-56A4-FC19435AFC06}"/>
              </a:ext>
            </a:extLst>
          </p:cNvPr>
          <p:cNvSpPr>
            <a:spLocks noGrp="1"/>
          </p:cNvSpPr>
          <p:nvPr>
            <p:ph type="title"/>
          </p:nvPr>
        </p:nvSpPr>
        <p:spPr>
          <a:xfrm>
            <a:off x="304799" y="304655"/>
            <a:ext cx="8392313" cy="535531"/>
          </a:xfrm>
        </p:spPr>
        <p:txBody>
          <a:bodyPr/>
          <a:lstStyle/>
          <a:p>
            <a:r>
              <a:rPr lang="en-US" altLang="ko-KR" dirty="0"/>
              <a:t>Components of T/C</a:t>
            </a:r>
            <a:endParaRPr lang="en-US" dirty="0"/>
          </a:p>
        </p:txBody>
      </p:sp>
      <p:pic>
        <p:nvPicPr>
          <p:cNvPr id="6" name="그림 5">
            <a:extLst>
              <a:ext uri="{FF2B5EF4-FFF2-40B4-BE49-F238E27FC236}">
                <a16:creationId xmlns:a16="http://schemas.microsoft.com/office/drawing/2014/main" id="{C64920F7-CB23-4327-A664-36AD60FE88E9}"/>
              </a:ext>
            </a:extLst>
          </p:cNvPr>
          <p:cNvPicPr>
            <a:picLocks noChangeAspect="1"/>
          </p:cNvPicPr>
          <p:nvPr/>
        </p:nvPicPr>
        <p:blipFill>
          <a:blip r:embed="rId2"/>
          <a:stretch>
            <a:fillRect/>
          </a:stretch>
        </p:blipFill>
        <p:spPr>
          <a:xfrm>
            <a:off x="442198" y="952442"/>
            <a:ext cx="3931363" cy="4070971"/>
          </a:xfrm>
          <a:prstGeom prst="rect">
            <a:avLst/>
          </a:prstGeom>
        </p:spPr>
      </p:pic>
      <p:pic>
        <p:nvPicPr>
          <p:cNvPr id="8" name="그림 7">
            <a:extLst>
              <a:ext uri="{FF2B5EF4-FFF2-40B4-BE49-F238E27FC236}">
                <a16:creationId xmlns:a16="http://schemas.microsoft.com/office/drawing/2014/main" id="{BCC84495-38D2-31D2-9AFC-9D183D22D9DF}"/>
              </a:ext>
            </a:extLst>
          </p:cNvPr>
          <p:cNvPicPr>
            <a:picLocks noChangeAspect="1"/>
          </p:cNvPicPr>
          <p:nvPr/>
        </p:nvPicPr>
        <p:blipFill>
          <a:blip r:embed="rId3"/>
          <a:stretch>
            <a:fillRect/>
          </a:stretch>
        </p:blipFill>
        <p:spPr>
          <a:xfrm>
            <a:off x="4983573" y="3677767"/>
            <a:ext cx="4160427" cy="1465733"/>
          </a:xfrm>
          <a:prstGeom prst="rect">
            <a:avLst/>
          </a:prstGeom>
        </p:spPr>
      </p:pic>
      <p:pic>
        <p:nvPicPr>
          <p:cNvPr id="10" name="그림 9">
            <a:extLst>
              <a:ext uri="{FF2B5EF4-FFF2-40B4-BE49-F238E27FC236}">
                <a16:creationId xmlns:a16="http://schemas.microsoft.com/office/drawing/2014/main" id="{AFAB7590-BF3F-6E68-1228-AA53382C5D9E}"/>
              </a:ext>
            </a:extLst>
          </p:cNvPr>
          <p:cNvPicPr>
            <a:picLocks noChangeAspect="1"/>
          </p:cNvPicPr>
          <p:nvPr/>
        </p:nvPicPr>
        <p:blipFill>
          <a:blip r:embed="rId4"/>
          <a:stretch>
            <a:fillRect/>
          </a:stretch>
        </p:blipFill>
        <p:spPr>
          <a:xfrm>
            <a:off x="5346606" y="116140"/>
            <a:ext cx="3492595" cy="3163747"/>
          </a:xfrm>
          <a:prstGeom prst="rect">
            <a:avLst/>
          </a:prstGeom>
        </p:spPr>
      </p:pic>
      <p:cxnSp>
        <p:nvCxnSpPr>
          <p:cNvPr id="11" name="직선 화살표 연결선 10">
            <a:extLst>
              <a:ext uri="{FF2B5EF4-FFF2-40B4-BE49-F238E27FC236}">
                <a16:creationId xmlns:a16="http://schemas.microsoft.com/office/drawing/2014/main" id="{832C35D7-34F9-BC36-C8B3-A5D296DAA223}"/>
              </a:ext>
            </a:extLst>
          </p:cNvPr>
          <p:cNvCxnSpPr>
            <a:cxnSpLocks/>
          </p:cNvCxnSpPr>
          <p:nvPr/>
        </p:nvCxnSpPr>
        <p:spPr>
          <a:xfrm flipV="1">
            <a:off x="1081533" y="952442"/>
            <a:ext cx="4040482" cy="380939"/>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4" name="직선 연결선 13">
            <a:extLst>
              <a:ext uri="{FF2B5EF4-FFF2-40B4-BE49-F238E27FC236}">
                <a16:creationId xmlns:a16="http://schemas.microsoft.com/office/drawing/2014/main" id="{9B9BE2F4-70BD-A0E9-E126-B2786707C195}"/>
              </a:ext>
            </a:extLst>
          </p:cNvPr>
          <p:cNvCxnSpPr>
            <a:cxnSpLocks/>
          </p:cNvCxnSpPr>
          <p:nvPr/>
        </p:nvCxnSpPr>
        <p:spPr>
          <a:xfrm>
            <a:off x="6022007" y="3837501"/>
            <a:ext cx="708801"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6" name="직선 연결선 15">
            <a:extLst>
              <a:ext uri="{FF2B5EF4-FFF2-40B4-BE49-F238E27FC236}">
                <a16:creationId xmlns:a16="http://schemas.microsoft.com/office/drawing/2014/main" id="{02B0BFC9-A489-C6AB-50FD-3C1D47DC838C}"/>
              </a:ext>
            </a:extLst>
          </p:cNvPr>
          <p:cNvCxnSpPr>
            <a:cxnSpLocks/>
          </p:cNvCxnSpPr>
          <p:nvPr/>
        </p:nvCxnSpPr>
        <p:spPr>
          <a:xfrm>
            <a:off x="5411261" y="3302804"/>
            <a:ext cx="941413"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0" name="직선 연결선 19">
            <a:extLst>
              <a:ext uri="{FF2B5EF4-FFF2-40B4-BE49-F238E27FC236}">
                <a16:creationId xmlns:a16="http://schemas.microsoft.com/office/drawing/2014/main" id="{DC9C5EA3-2584-DF9B-B7DB-A8B5B1DD1B97}"/>
              </a:ext>
            </a:extLst>
          </p:cNvPr>
          <p:cNvCxnSpPr>
            <a:cxnSpLocks/>
          </p:cNvCxnSpPr>
          <p:nvPr/>
        </p:nvCxnSpPr>
        <p:spPr>
          <a:xfrm>
            <a:off x="7419961" y="239763"/>
            <a:ext cx="321501"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34131350"/>
      </p:ext>
    </p:extLst>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56084-4BD0-FB39-5B66-47E16289C6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FB81D1-F031-4FE9-9581-60AA36BD1AB7}"/>
              </a:ext>
            </a:extLst>
          </p:cNvPr>
          <p:cNvSpPr>
            <a:spLocks noGrp="1"/>
          </p:cNvSpPr>
          <p:nvPr>
            <p:ph type="title"/>
          </p:nvPr>
        </p:nvSpPr>
        <p:spPr>
          <a:xfrm>
            <a:off x="304799" y="304655"/>
            <a:ext cx="8392313" cy="535531"/>
          </a:xfrm>
        </p:spPr>
        <p:txBody>
          <a:bodyPr/>
          <a:lstStyle/>
          <a:p>
            <a:r>
              <a:rPr lang="en-US" altLang="ko-KR" dirty="0"/>
              <a:t>Components of T/C</a:t>
            </a:r>
            <a:endParaRPr lang="en-US" dirty="0"/>
          </a:p>
        </p:txBody>
      </p:sp>
      <p:pic>
        <p:nvPicPr>
          <p:cNvPr id="18" name="그림 17">
            <a:extLst>
              <a:ext uri="{FF2B5EF4-FFF2-40B4-BE49-F238E27FC236}">
                <a16:creationId xmlns:a16="http://schemas.microsoft.com/office/drawing/2014/main" id="{1422AC47-6523-746D-E345-507E0CED4DDE}"/>
              </a:ext>
            </a:extLst>
          </p:cNvPr>
          <p:cNvPicPr>
            <a:picLocks noChangeAspect="1"/>
          </p:cNvPicPr>
          <p:nvPr/>
        </p:nvPicPr>
        <p:blipFill>
          <a:blip r:embed="rId2"/>
          <a:stretch>
            <a:fillRect/>
          </a:stretch>
        </p:blipFill>
        <p:spPr>
          <a:xfrm>
            <a:off x="4219073" y="825214"/>
            <a:ext cx="4674676" cy="4318285"/>
          </a:xfrm>
          <a:prstGeom prst="rect">
            <a:avLst/>
          </a:prstGeom>
        </p:spPr>
      </p:pic>
      <p:cxnSp>
        <p:nvCxnSpPr>
          <p:cNvPr id="19" name="직선 화살표 연결선 18">
            <a:extLst>
              <a:ext uri="{FF2B5EF4-FFF2-40B4-BE49-F238E27FC236}">
                <a16:creationId xmlns:a16="http://schemas.microsoft.com/office/drawing/2014/main" id="{5E86CC7B-412F-6076-9AA4-296EE0E4A02F}"/>
              </a:ext>
            </a:extLst>
          </p:cNvPr>
          <p:cNvCxnSpPr>
            <a:cxnSpLocks/>
          </p:cNvCxnSpPr>
          <p:nvPr/>
        </p:nvCxnSpPr>
        <p:spPr>
          <a:xfrm flipV="1">
            <a:off x="7342823" y="1086280"/>
            <a:ext cx="217365" cy="142844"/>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2" name="직선 화살표 연결선 21">
            <a:extLst>
              <a:ext uri="{FF2B5EF4-FFF2-40B4-BE49-F238E27FC236}">
                <a16:creationId xmlns:a16="http://schemas.microsoft.com/office/drawing/2014/main" id="{D9B2D039-3879-89F6-E663-54D122613DB3}"/>
              </a:ext>
            </a:extLst>
          </p:cNvPr>
          <p:cNvCxnSpPr>
            <a:cxnSpLocks/>
          </p:cNvCxnSpPr>
          <p:nvPr/>
        </p:nvCxnSpPr>
        <p:spPr>
          <a:xfrm flipV="1">
            <a:off x="5652673" y="3528118"/>
            <a:ext cx="217365" cy="142844"/>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3" name="직선 연결선 22">
            <a:extLst>
              <a:ext uri="{FF2B5EF4-FFF2-40B4-BE49-F238E27FC236}">
                <a16:creationId xmlns:a16="http://schemas.microsoft.com/office/drawing/2014/main" id="{89D66CE9-5A52-F7B1-2694-73D6E32E660D}"/>
              </a:ext>
            </a:extLst>
          </p:cNvPr>
          <p:cNvCxnSpPr>
            <a:cxnSpLocks/>
          </p:cNvCxnSpPr>
          <p:nvPr/>
        </p:nvCxnSpPr>
        <p:spPr>
          <a:xfrm>
            <a:off x="4567191" y="4758776"/>
            <a:ext cx="1432330"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5" name="직선 연결선 24">
            <a:extLst>
              <a:ext uri="{FF2B5EF4-FFF2-40B4-BE49-F238E27FC236}">
                <a16:creationId xmlns:a16="http://schemas.microsoft.com/office/drawing/2014/main" id="{A90F5420-5B48-329E-4378-56D25EE2B46B}"/>
              </a:ext>
            </a:extLst>
          </p:cNvPr>
          <p:cNvCxnSpPr>
            <a:cxnSpLocks/>
          </p:cNvCxnSpPr>
          <p:nvPr/>
        </p:nvCxnSpPr>
        <p:spPr>
          <a:xfrm>
            <a:off x="6203484" y="2943727"/>
            <a:ext cx="91669"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pic>
        <p:nvPicPr>
          <p:cNvPr id="33" name="그림 32">
            <a:extLst>
              <a:ext uri="{FF2B5EF4-FFF2-40B4-BE49-F238E27FC236}">
                <a16:creationId xmlns:a16="http://schemas.microsoft.com/office/drawing/2014/main" id="{2684905C-1A8E-ED4B-4657-137C6066183D}"/>
              </a:ext>
            </a:extLst>
          </p:cNvPr>
          <p:cNvPicPr>
            <a:picLocks noChangeAspect="1"/>
          </p:cNvPicPr>
          <p:nvPr/>
        </p:nvPicPr>
        <p:blipFill>
          <a:blip r:embed="rId3"/>
          <a:stretch>
            <a:fillRect/>
          </a:stretch>
        </p:blipFill>
        <p:spPr>
          <a:xfrm>
            <a:off x="656182" y="1086280"/>
            <a:ext cx="3036731" cy="3472829"/>
          </a:xfrm>
          <a:prstGeom prst="rect">
            <a:avLst/>
          </a:prstGeom>
        </p:spPr>
      </p:pic>
      <p:sp>
        <p:nvSpPr>
          <p:cNvPr id="34" name="TextBox 33">
            <a:extLst>
              <a:ext uri="{FF2B5EF4-FFF2-40B4-BE49-F238E27FC236}">
                <a16:creationId xmlns:a16="http://schemas.microsoft.com/office/drawing/2014/main" id="{C37D8730-4FEB-723F-D32E-3665FFB3A68F}"/>
              </a:ext>
            </a:extLst>
          </p:cNvPr>
          <p:cNvSpPr txBox="1"/>
          <p:nvPr/>
        </p:nvSpPr>
        <p:spPr>
          <a:xfrm>
            <a:off x="2844689" y="4137688"/>
            <a:ext cx="874790" cy="3693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Compressor casing</a:t>
            </a:r>
            <a:endParaRPr lang="ko-KR" altLang="en-US" sz="1000" b="1" dirty="0">
              <a:solidFill>
                <a:srgbClr val="000000"/>
              </a:solidFill>
              <a:latin typeface="Calibri" panose="020F0502020204030204" pitchFamily="34" charset="0"/>
            </a:endParaRPr>
          </a:p>
        </p:txBody>
      </p:sp>
      <p:sp>
        <p:nvSpPr>
          <p:cNvPr id="35" name="TextBox 34">
            <a:extLst>
              <a:ext uri="{FF2B5EF4-FFF2-40B4-BE49-F238E27FC236}">
                <a16:creationId xmlns:a16="http://schemas.microsoft.com/office/drawing/2014/main" id="{3F94F1E1-E1A9-1CA5-4DE5-086447BD45BE}"/>
              </a:ext>
            </a:extLst>
          </p:cNvPr>
          <p:cNvSpPr txBox="1"/>
          <p:nvPr/>
        </p:nvSpPr>
        <p:spPr>
          <a:xfrm>
            <a:off x="573566" y="2235296"/>
            <a:ext cx="641704"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V-clamp</a:t>
            </a:r>
            <a:endParaRPr lang="ko-KR" altLang="en-US" sz="1000" b="1" dirty="0">
              <a:solidFill>
                <a:srgbClr val="000000"/>
              </a:solidFill>
              <a:latin typeface="Calibri" panose="020F0502020204030204" pitchFamily="34" charset="0"/>
            </a:endParaRPr>
          </a:p>
        </p:txBody>
      </p:sp>
      <p:sp>
        <p:nvSpPr>
          <p:cNvPr id="36" name="TextBox 35">
            <a:extLst>
              <a:ext uri="{FF2B5EF4-FFF2-40B4-BE49-F238E27FC236}">
                <a16:creationId xmlns:a16="http://schemas.microsoft.com/office/drawing/2014/main" id="{604B5A0F-9329-9B9C-A05D-E43D93AEBA33}"/>
              </a:ext>
            </a:extLst>
          </p:cNvPr>
          <p:cNvSpPr txBox="1"/>
          <p:nvPr/>
        </p:nvSpPr>
        <p:spPr>
          <a:xfrm>
            <a:off x="3619284" y="3497874"/>
            <a:ext cx="641704"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V-clamp</a:t>
            </a:r>
            <a:endParaRPr lang="ko-KR" altLang="en-US" sz="1000" b="1" dirty="0">
              <a:solidFill>
                <a:srgbClr val="000000"/>
              </a:solidFill>
              <a:latin typeface="Calibri" panose="020F0502020204030204" pitchFamily="34" charset="0"/>
            </a:endParaRPr>
          </a:p>
        </p:txBody>
      </p:sp>
    </p:spTree>
    <p:extLst>
      <p:ext uri="{BB962C8B-B14F-4D97-AF65-F5344CB8AC3E}">
        <p14:creationId xmlns:p14="http://schemas.microsoft.com/office/powerpoint/2010/main" val="1852982404"/>
      </p:ext>
    </p:extLst>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1BA4F-D55E-1DA9-53F6-F5B66AB3FC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27E148-03EB-F254-0B8E-7BD2432A9D82}"/>
              </a:ext>
            </a:extLst>
          </p:cNvPr>
          <p:cNvSpPr>
            <a:spLocks noGrp="1"/>
          </p:cNvSpPr>
          <p:nvPr>
            <p:ph type="title"/>
          </p:nvPr>
        </p:nvSpPr>
        <p:spPr>
          <a:xfrm>
            <a:off x="304799" y="304655"/>
            <a:ext cx="8392313" cy="535531"/>
          </a:xfrm>
        </p:spPr>
        <p:txBody>
          <a:bodyPr/>
          <a:lstStyle/>
          <a:p>
            <a:r>
              <a:rPr lang="en-US" altLang="ko-KR" dirty="0"/>
              <a:t>Components of T/C</a:t>
            </a:r>
            <a:endParaRPr lang="en-US" dirty="0"/>
          </a:p>
        </p:txBody>
      </p:sp>
      <p:pic>
        <p:nvPicPr>
          <p:cNvPr id="4" name="그림 3">
            <a:extLst>
              <a:ext uri="{FF2B5EF4-FFF2-40B4-BE49-F238E27FC236}">
                <a16:creationId xmlns:a16="http://schemas.microsoft.com/office/drawing/2014/main" id="{7010A05A-065C-6AF9-2404-0A60D169547E}"/>
              </a:ext>
            </a:extLst>
          </p:cNvPr>
          <p:cNvPicPr>
            <a:picLocks noChangeAspect="1"/>
          </p:cNvPicPr>
          <p:nvPr/>
        </p:nvPicPr>
        <p:blipFill>
          <a:blip r:embed="rId2"/>
          <a:stretch>
            <a:fillRect/>
          </a:stretch>
        </p:blipFill>
        <p:spPr>
          <a:xfrm>
            <a:off x="440012" y="955650"/>
            <a:ext cx="6840812" cy="3696439"/>
          </a:xfrm>
          <a:prstGeom prst="rect">
            <a:avLst/>
          </a:prstGeom>
        </p:spPr>
      </p:pic>
    </p:spTree>
    <p:extLst>
      <p:ext uri="{BB962C8B-B14F-4D97-AF65-F5344CB8AC3E}">
        <p14:creationId xmlns:p14="http://schemas.microsoft.com/office/powerpoint/2010/main" val="903121555"/>
      </p:ext>
    </p:extLst>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9DA4F-E052-7105-FE4E-2318E6EA74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95F3C7-DA48-7C18-3B0A-2E5BC4962908}"/>
              </a:ext>
            </a:extLst>
          </p:cNvPr>
          <p:cNvSpPr>
            <a:spLocks noGrp="1"/>
          </p:cNvSpPr>
          <p:nvPr>
            <p:ph type="title"/>
          </p:nvPr>
        </p:nvSpPr>
        <p:spPr>
          <a:xfrm>
            <a:off x="304799" y="304655"/>
            <a:ext cx="8392313" cy="535531"/>
          </a:xfrm>
        </p:spPr>
        <p:txBody>
          <a:bodyPr/>
          <a:lstStyle/>
          <a:p>
            <a:r>
              <a:rPr lang="en-US" altLang="ko-KR" dirty="0"/>
              <a:t>Components of T/C</a:t>
            </a:r>
            <a:endParaRPr lang="en-US" dirty="0"/>
          </a:p>
        </p:txBody>
      </p:sp>
      <p:pic>
        <p:nvPicPr>
          <p:cNvPr id="4" name="그림 3">
            <a:extLst>
              <a:ext uri="{FF2B5EF4-FFF2-40B4-BE49-F238E27FC236}">
                <a16:creationId xmlns:a16="http://schemas.microsoft.com/office/drawing/2014/main" id="{D4B338B8-7087-A865-577A-01C82B7F35B3}"/>
              </a:ext>
            </a:extLst>
          </p:cNvPr>
          <p:cNvPicPr>
            <a:picLocks noChangeAspect="1"/>
          </p:cNvPicPr>
          <p:nvPr/>
        </p:nvPicPr>
        <p:blipFill>
          <a:blip r:embed="rId2"/>
          <a:stretch>
            <a:fillRect/>
          </a:stretch>
        </p:blipFill>
        <p:spPr>
          <a:xfrm>
            <a:off x="3100710" y="840186"/>
            <a:ext cx="5189852" cy="3809277"/>
          </a:xfrm>
          <a:prstGeom prst="rect">
            <a:avLst/>
          </a:prstGeom>
        </p:spPr>
      </p:pic>
      <p:pic>
        <p:nvPicPr>
          <p:cNvPr id="5" name="그림 4">
            <a:extLst>
              <a:ext uri="{FF2B5EF4-FFF2-40B4-BE49-F238E27FC236}">
                <a16:creationId xmlns:a16="http://schemas.microsoft.com/office/drawing/2014/main" id="{B13F8035-BCC5-8B4B-6B21-35E42C6DABDC}"/>
              </a:ext>
            </a:extLst>
          </p:cNvPr>
          <p:cNvPicPr>
            <a:picLocks noChangeAspect="1"/>
          </p:cNvPicPr>
          <p:nvPr/>
        </p:nvPicPr>
        <p:blipFill>
          <a:blip r:embed="rId3"/>
          <a:stretch>
            <a:fillRect/>
          </a:stretch>
        </p:blipFill>
        <p:spPr>
          <a:xfrm>
            <a:off x="481263" y="1686167"/>
            <a:ext cx="2115018" cy="2418751"/>
          </a:xfrm>
          <a:prstGeom prst="rect">
            <a:avLst/>
          </a:prstGeom>
        </p:spPr>
      </p:pic>
      <p:sp>
        <p:nvSpPr>
          <p:cNvPr id="6" name="TextBox 5">
            <a:extLst>
              <a:ext uri="{FF2B5EF4-FFF2-40B4-BE49-F238E27FC236}">
                <a16:creationId xmlns:a16="http://schemas.microsoft.com/office/drawing/2014/main" id="{F39D9E4D-02F2-B273-4440-1506DF05B157}"/>
              </a:ext>
            </a:extLst>
          </p:cNvPr>
          <p:cNvSpPr txBox="1"/>
          <p:nvPr/>
        </p:nvSpPr>
        <p:spPr>
          <a:xfrm>
            <a:off x="5058500" y="3768356"/>
            <a:ext cx="874790" cy="3693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Compressor casing</a:t>
            </a:r>
            <a:endParaRPr lang="ko-KR" altLang="en-US" sz="1000" b="1" dirty="0">
              <a:solidFill>
                <a:srgbClr val="000000"/>
              </a:solidFill>
              <a:latin typeface="Calibri" panose="020F0502020204030204" pitchFamily="34" charset="0"/>
            </a:endParaRPr>
          </a:p>
        </p:txBody>
      </p:sp>
      <p:sp>
        <p:nvSpPr>
          <p:cNvPr id="7" name="TextBox 6">
            <a:extLst>
              <a:ext uri="{FF2B5EF4-FFF2-40B4-BE49-F238E27FC236}">
                <a16:creationId xmlns:a16="http://schemas.microsoft.com/office/drawing/2014/main" id="{3942594E-A89F-9F9E-DE1C-0EDCFC4BAF61}"/>
              </a:ext>
            </a:extLst>
          </p:cNvPr>
          <p:cNvSpPr txBox="1"/>
          <p:nvPr/>
        </p:nvSpPr>
        <p:spPr>
          <a:xfrm>
            <a:off x="5736725" y="3537524"/>
            <a:ext cx="530667"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O-ring</a:t>
            </a:r>
            <a:endParaRPr lang="ko-KR" altLang="en-US" sz="1000" b="1" dirty="0">
              <a:solidFill>
                <a:srgbClr val="000000"/>
              </a:solidFill>
              <a:latin typeface="Calibri" panose="020F0502020204030204" pitchFamily="34" charset="0"/>
            </a:endParaRPr>
          </a:p>
        </p:txBody>
      </p:sp>
      <p:sp>
        <p:nvSpPr>
          <p:cNvPr id="8" name="TextBox 7">
            <a:extLst>
              <a:ext uri="{FF2B5EF4-FFF2-40B4-BE49-F238E27FC236}">
                <a16:creationId xmlns:a16="http://schemas.microsoft.com/office/drawing/2014/main" id="{B0B15B40-D412-F94E-DE37-FF220D1517B7}"/>
              </a:ext>
            </a:extLst>
          </p:cNvPr>
          <p:cNvSpPr txBox="1"/>
          <p:nvPr/>
        </p:nvSpPr>
        <p:spPr>
          <a:xfrm>
            <a:off x="6132431" y="3293908"/>
            <a:ext cx="748113" cy="3693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Wall insert</a:t>
            </a:r>
            <a:endParaRPr lang="ko-KR" altLang="en-US" sz="1000" b="1" dirty="0">
              <a:solidFill>
                <a:srgbClr val="000000"/>
              </a:solidFill>
              <a:latin typeface="Calibri" panose="020F0502020204030204" pitchFamily="34" charset="0"/>
            </a:endParaRPr>
          </a:p>
        </p:txBody>
      </p:sp>
      <p:sp>
        <p:nvSpPr>
          <p:cNvPr id="9" name="TextBox 8">
            <a:extLst>
              <a:ext uri="{FF2B5EF4-FFF2-40B4-BE49-F238E27FC236}">
                <a16:creationId xmlns:a16="http://schemas.microsoft.com/office/drawing/2014/main" id="{C075CA66-2A0C-0FBE-CD42-82EE10CCF663}"/>
              </a:ext>
            </a:extLst>
          </p:cNvPr>
          <p:cNvSpPr txBox="1"/>
          <p:nvPr/>
        </p:nvSpPr>
        <p:spPr>
          <a:xfrm>
            <a:off x="6762769" y="3029626"/>
            <a:ext cx="648683"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V-clamp</a:t>
            </a:r>
            <a:endParaRPr lang="ko-KR" altLang="en-US" sz="1000" b="1" dirty="0">
              <a:solidFill>
                <a:srgbClr val="000000"/>
              </a:solidFill>
              <a:latin typeface="Calibri" panose="020F0502020204030204" pitchFamily="34" charset="0"/>
            </a:endParaRPr>
          </a:p>
        </p:txBody>
      </p:sp>
      <p:sp>
        <p:nvSpPr>
          <p:cNvPr id="10" name="TextBox 9">
            <a:extLst>
              <a:ext uri="{FF2B5EF4-FFF2-40B4-BE49-F238E27FC236}">
                <a16:creationId xmlns:a16="http://schemas.microsoft.com/office/drawing/2014/main" id="{ED56562D-7B08-1FBC-254D-A24994C0938B}"/>
              </a:ext>
            </a:extLst>
          </p:cNvPr>
          <p:cNvSpPr txBox="1"/>
          <p:nvPr/>
        </p:nvSpPr>
        <p:spPr>
          <a:xfrm>
            <a:off x="7181516" y="2629408"/>
            <a:ext cx="648683"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Diffuser</a:t>
            </a:r>
            <a:endParaRPr lang="ko-KR" altLang="en-US" sz="1000" b="1" dirty="0">
              <a:solidFill>
                <a:srgbClr val="000000"/>
              </a:solidFill>
              <a:latin typeface="Calibri" panose="020F0502020204030204" pitchFamily="34" charset="0"/>
            </a:endParaRPr>
          </a:p>
        </p:txBody>
      </p:sp>
      <p:sp>
        <p:nvSpPr>
          <p:cNvPr id="11" name="TextBox 10">
            <a:extLst>
              <a:ext uri="{FF2B5EF4-FFF2-40B4-BE49-F238E27FC236}">
                <a16:creationId xmlns:a16="http://schemas.microsoft.com/office/drawing/2014/main" id="{68A4FB5E-3AF0-BC8F-B985-7F1902B6D8A2}"/>
              </a:ext>
            </a:extLst>
          </p:cNvPr>
          <p:cNvSpPr txBox="1"/>
          <p:nvPr/>
        </p:nvSpPr>
        <p:spPr>
          <a:xfrm>
            <a:off x="7834295" y="2337731"/>
            <a:ext cx="530667"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O-ring</a:t>
            </a:r>
            <a:endParaRPr lang="ko-KR" altLang="en-US" sz="1000" b="1" dirty="0">
              <a:solidFill>
                <a:srgbClr val="000000"/>
              </a:solidFill>
              <a:latin typeface="Calibri" panose="020F0502020204030204" pitchFamily="34" charset="0"/>
            </a:endParaRPr>
          </a:p>
        </p:txBody>
      </p:sp>
      <p:sp>
        <p:nvSpPr>
          <p:cNvPr id="12" name="TextBox 11">
            <a:extLst>
              <a:ext uri="{FF2B5EF4-FFF2-40B4-BE49-F238E27FC236}">
                <a16:creationId xmlns:a16="http://schemas.microsoft.com/office/drawing/2014/main" id="{7C5EC2AC-5CDC-1315-BA8C-B7CB35F38113}"/>
              </a:ext>
            </a:extLst>
          </p:cNvPr>
          <p:cNvSpPr txBox="1"/>
          <p:nvPr/>
        </p:nvSpPr>
        <p:spPr>
          <a:xfrm>
            <a:off x="7917943" y="2168345"/>
            <a:ext cx="530667"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O-ring</a:t>
            </a:r>
            <a:endParaRPr lang="ko-KR" altLang="en-US" sz="1000" b="1" dirty="0">
              <a:solidFill>
                <a:srgbClr val="000000"/>
              </a:solidFill>
              <a:latin typeface="Calibri" panose="020F0502020204030204" pitchFamily="34" charset="0"/>
            </a:endParaRPr>
          </a:p>
        </p:txBody>
      </p:sp>
      <p:sp>
        <p:nvSpPr>
          <p:cNvPr id="13" name="TextBox 12">
            <a:extLst>
              <a:ext uri="{FF2B5EF4-FFF2-40B4-BE49-F238E27FC236}">
                <a16:creationId xmlns:a16="http://schemas.microsoft.com/office/drawing/2014/main" id="{E9FE25C4-29DF-5D2F-DE2E-881BCAC9BA8A}"/>
              </a:ext>
            </a:extLst>
          </p:cNvPr>
          <p:cNvSpPr txBox="1"/>
          <p:nvPr/>
        </p:nvSpPr>
        <p:spPr>
          <a:xfrm>
            <a:off x="8207909" y="1636502"/>
            <a:ext cx="648683" cy="3693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Bearing flange</a:t>
            </a:r>
            <a:endParaRPr lang="ko-KR" altLang="en-US" sz="1000" b="1" dirty="0">
              <a:solidFill>
                <a:srgbClr val="000000"/>
              </a:solidFill>
              <a:latin typeface="Calibri" panose="020F0502020204030204" pitchFamily="34" charset="0"/>
            </a:endParaRPr>
          </a:p>
        </p:txBody>
      </p:sp>
      <p:sp>
        <p:nvSpPr>
          <p:cNvPr id="14" name="TextBox 13">
            <a:extLst>
              <a:ext uri="{FF2B5EF4-FFF2-40B4-BE49-F238E27FC236}">
                <a16:creationId xmlns:a16="http://schemas.microsoft.com/office/drawing/2014/main" id="{017F83A2-6442-D466-EFB8-54205241FC3B}"/>
              </a:ext>
            </a:extLst>
          </p:cNvPr>
          <p:cNvSpPr txBox="1"/>
          <p:nvPr/>
        </p:nvSpPr>
        <p:spPr>
          <a:xfrm>
            <a:off x="8207909" y="1090909"/>
            <a:ext cx="815961" cy="3693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Positioning</a:t>
            </a:r>
          </a:p>
          <a:p>
            <a:pPr algn="ctr">
              <a:lnSpc>
                <a:spcPct val="90000"/>
              </a:lnSpc>
            </a:pPr>
            <a:r>
              <a:rPr lang="en-US" altLang="ko-KR" sz="1000" b="1" dirty="0">
                <a:solidFill>
                  <a:srgbClr val="000000"/>
                </a:solidFill>
                <a:latin typeface="Calibri" panose="020F0502020204030204" pitchFamily="34" charset="0"/>
              </a:rPr>
              <a:t> pin</a:t>
            </a:r>
            <a:endParaRPr lang="ko-KR" altLang="en-US" sz="1000" b="1" dirty="0">
              <a:solidFill>
                <a:srgbClr val="000000"/>
              </a:solidFill>
              <a:latin typeface="Calibri" panose="020F0502020204030204" pitchFamily="34" charset="0"/>
            </a:endParaRPr>
          </a:p>
        </p:txBody>
      </p:sp>
      <p:cxnSp>
        <p:nvCxnSpPr>
          <p:cNvPr id="15" name="직선 연결선 14">
            <a:extLst>
              <a:ext uri="{FF2B5EF4-FFF2-40B4-BE49-F238E27FC236}">
                <a16:creationId xmlns:a16="http://schemas.microsoft.com/office/drawing/2014/main" id="{6D74FB36-F047-DA37-BE65-76EA646B7E90}"/>
              </a:ext>
            </a:extLst>
          </p:cNvPr>
          <p:cNvCxnSpPr/>
          <p:nvPr/>
        </p:nvCxnSpPr>
        <p:spPr>
          <a:xfrm>
            <a:off x="7300912" y="2818744"/>
            <a:ext cx="414338"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8957847"/>
      </p:ext>
    </p:extLst>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739AB-CAC5-0D21-28B7-E1E5F6EC39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C6781B-2D6B-540C-B605-FBF62DCAE308}"/>
              </a:ext>
            </a:extLst>
          </p:cNvPr>
          <p:cNvSpPr>
            <a:spLocks noGrp="1"/>
          </p:cNvSpPr>
          <p:nvPr>
            <p:ph type="title"/>
          </p:nvPr>
        </p:nvSpPr>
        <p:spPr>
          <a:xfrm>
            <a:off x="304799" y="304655"/>
            <a:ext cx="8392313" cy="535531"/>
          </a:xfrm>
        </p:spPr>
        <p:txBody>
          <a:bodyPr/>
          <a:lstStyle/>
          <a:p>
            <a:r>
              <a:rPr lang="en-US" dirty="0"/>
              <a:t>Components of T/C</a:t>
            </a:r>
          </a:p>
        </p:txBody>
      </p:sp>
      <p:pic>
        <p:nvPicPr>
          <p:cNvPr id="4" name="그림 3">
            <a:extLst>
              <a:ext uri="{FF2B5EF4-FFF2-40B4-BE49-F238E27FC236}">
                <a16:creationId xmlns:a16="http://schemas.microsoft.com/office/drawing/2014/main" id="{B79585D1-2DBE-7E3C-2B3B-4EA37F5727A3}"/>
              </a:ext>
            </a:extLst>
          </p:cNvPr>
          <p:cNvPicPr>
            <a:picLocks noChangeAspect="1"/>
          </p:cNvPicPr>
          <p:nvPr/>
        </p:nvPicPr>
        <p:blipFill>
          <a:blip r:embed="rId2"/>
          <a:stretch>
            <a:fillRect/>
          </a:stretch>
        </p:blipFill>
        <p:spPr>
          <a:xfrm>
            <a:off x="3939483" y="631066"/>
            <a:ext cx="4366019" cy="3989062"/>
          </a:xfrm>
          <a:prstGeom prst="rect">
            <a:avLst/>
          </a:prstGeom>
        </p:spPr>
      </p:pic>
      <p:pic>
        <p:nvPicPr>
          <p:cNvPr id="5" name="그림 4">
            <a:extLst>
              <a:ext uri="{FF2B5EF4-FFF2-40B4-BE49-F238E27FC236}">
                <a16:creationId xmlns:a16="http://schemas.microsoft.com/office/drawing/2014/main" id="{43E70FC9-5E0E-AE45-B0FE-300C0BB12CC9}"/>
              </a:ext>
            </a:extLst>
          </p:cNvPr>
          <p:cNvPicPr>
            <a:picLocks noChangeAspect="1"/>
          </p:cNvPicPr>
          <p:nvPr/>
        </p:nvPicPr>
        <p:blipFill>
          <a:blip r:embed="rId3"/>
          <a:stretch>
            <a:fillRect/>
          </a:stretch>
        </p:blipFill>
        <p:spPr>
          <a:xfrm>
            <a:off x="481263" y="1376625"/>
            <a:ext cx="2385690" cy="2728294"/>
          </a:xfrm>
          <a:prstGeom prst="rect">
            <a:avLst/>
          </a:prstGeom>
        </p:spPr>
      </p:pic>
      <p:sp>
        <p:nvSpPr>
          <p:cNvPr id="6" name="TextBox 5">
            <a:extLst>
              <a:ext uri="{FF2B5EF4-FFF2-40B4-BE49-F238E27FC236}">
                <a16:creationId xmlns:a16="http://schemas.microsoft.com/office/drawing/2014/main" id="{37D8B87A-2BDD-757D-2E1F-51C7A787B41F}"/>
              </a:ext>
            </a:extLst>
          </p:cNvPr>
          <p:cNvSpPr txBox="1"/>
          <p:nvPr/>
        </p:nvSpPr>
        <p:spPr>
          <a:xfrm>
            <a:off x="5141002" y="4605730"/>
            <a:ext cx="620406" cy="3693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Bearing casing</a:t>
            </a:r>
            <a:endParaRPr lang="ko-KR" altLang="en-US" sz="1000" b="1" dirty="0">
              <a:solidFill>
                <a:srgbClr val="000000"/>
              </a:solidFill>
              <a:latin typeface="Calibri" panose="020F0502020204030204" pitchFamily="34" charset="0"/>
            </a:endParaRPr>
          </a:p>
        </p:txBody>
      </p:sp>
      <p:sp>
        <p:nvSpPr>
          <p:cNvPr id="7" name="TextBox 6">
            <a:extLst>
              <a:ext uri="{FF2B5EF4-FFF2-40B4-BE49-F238E27FC236}">
                <a16:creationId xmlns:a16="http://schemas.microsoft.com/office/drawing/2014/main" id="{5905098E-1834-FB5B-413B-2B34F1283E48}"/>
              </a:ext>
            </a:extLst>
          </p:cNvPr>
          <p:cNvSpPr txBox="1"/>
          <p:nvPr/>
        </p:nvSpPr>
        <p:spPr>
          <a:xfrm>
            <a:off x="5720158" y="4620128"/>
            <a:ext cx="620406" cy="3693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Bearing casing</a:t>
            </a:r>
            <a:endParaRPr lang="ko-KR" altLang="en-US" sz="1000" b="1" dirty="0">
              <a:solidFill>
                <a:srgbClr val="000000"/>
              </a:solidFill>
              <a:latin typeface="Calibri" panose="020F0502020204030204" pitchFamily="34" charset="0"/>
            </a:endParaRPr>
          </a:p>
        </p:txBody>
      </p:sp>
      <p:sp>
        <p:nvSpPr>
          <p:cNvPr id="8" name="TextBox 7">
            <a:extLst>
              <a:ext uri="{FF2B5EF4-FFF2-40B4-BE49-F238E27FC236}">
                <a16:creationId xmlns:a16="http://schemas.microsoft.com/office/drawing/2014/main" id="{B1D21FC0-9229-FDFD-D4C1-1B530625B945}"/>
              </a:ext>
            </a:extLst>
          </p:cNvPr>
          <p:cNvSpPr txBox="1"/>
          <p:nvPr/>
        </p:nvSpPr>
        <p:spPr>
          <a:xfrm>
            <a:off x="6374939" y="3974880"/>
            <a:ext cx="648683"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V-clamp</a:t>
            </a:r>
            <a:endParaRPr lang="ko-KR" altLang="en-US" sz="1000" b="1" dirty="0">
              <a:solidFill>
                <a:srgbClr val="000000"/>
              </a:solidFill>
              <a:latin typeface="Calibri" panose="020F0502020204030204" pitchFamily="34" charset="0"/>
            </a:endParaRPr>
          </a:p>
        </p:txBody>
      </p:sp>
      <p:sp>
        <p:nvSpPr>
          <p:cNvPr id="9" name="TextBox 8">
            <a:extLst>
              <a:ext uri="{FF2B5EF4-FFF2-40B4-BE49-F238E27FC236}">
                <a16:creationId xmlns:a16="http://schemas.microsoft.com/office/drawing/2014/main" id="{1546113F-8ECD-A559-A04B-B715AEFC3ABF}"/>
              </a:ext>
            </a:extLst>
          </p:cNvPr>
          <p:cNvSpPr txBox="1"/>
          <p:nvPr/>
        </p:nvSpPr>
        <p:spPr>
          <a:xfrm>
            <a:off x="7423402" y="3494049"/>
            <a:ext cx="648683" cy="3693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Nozzle ring</a:t>
            </a:r>
            <a:endParaRPr lang="ko-KR" altLang="en-US" sz="1000" b="1" dirty="0">
              <a:solidFill>
                <a:srgbClr val="000000"/>
              </a:solidFill>
              <a:latin typeface="Calibri" panose="020F0502020204030204" pitchFamily="34" charset="0"/>
            </a:endParaRPr>
          </a:p>
        </p:txBody>
      </p:sp>
      <p:cxnSp>
        <p:nvCxnSpPr>
          <p:cNvPr id="3" name="직선 연결선 2">
            <a:extLst>
              <a:ext uri="{FF2B5EF4-FFF2-40B4-BE49-F238E27FC236}">
                <a16:creationId xmlns:a16="http://schemas.microsoft.com/office/drawing/2014/main" id="{76879873-D9D1-C1AE-3784-677221FF31A1}"/>
              </a:ext>
            </a:extLst>
          </p:cNvPr>
          <p:cNvCxnSpPr/>
          <p:nvPr/>
        </p:nvCxnSpPr>
        <p:spPr>
          <a:xfrm>
            <a:off x="7558087" y="3846056"/>
            <a:ext cx="414338"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79720639"/>
      </p:ext>
    </p:extLst>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9B622-87C0-7114-552F-A3A9A3BA57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68F95E-B505-9284-8ED0-AFE271387145}"/>
              </a:ext>
            </a:extLst>
          </p:cNvPr>
          <p:cNvSpPr>
            <a:spLocks noGrp="1"/>
          </p:cNvSpPr>
          <p:nvPr>
            <p:ph type="title"/>
          </p:nvPr>
        </p:nvSpPr>
        <p:spPr>
          <a:xfrm>
            <a:off x="304799" y="304655"/>
            <a:ext cx="8392313" cy="535531"/>
          </a:xfrm>
        </p:spPr>
        <p:txBody>
          <a:bodyPr/>
          <a:lstStyle/>
          <a:p>
            <a:r>
              <a:rPr lang="nb-NO" altLang="ko-KR" dirty="0"/>
              <a:t>Radial </a:t>
            </a:r>
            <a:r>
              <a:rPr lang="nb-NO" altLang="ko-KR" dirty="0" err="1"/>
              <a:t>clearances</a:t>
            </a:r>
            <a:r>
              <a:rPr lang="nb-NO" altLang="ko-KR" dirty="0"/>
              <a:t> N and R for </a:t>
            </a:r>
            <a:r>
              <a:rPr lang="en-US" dirty="0"/>
              <a:t>T/C</a:t>
            </a:r>
          </a:p>
        </p:txBody>
      </p:sp>
      <p:sp>
        <p:nvSpPr>
          <p:cNvPr id="3" name="Text Placeholder 2">
            <a:extLst>
              <a:ext uri="{FF2B5EF4-FFF2-40B4-BE49-F238E27FC236}">
                <a16:creationId xmlns:a16="http://schemas.microsoft.com/office/drawing/2014/main" id="{87597E16-32DB-7DCB-AF33-B536F45D4C4B}"/>
              </a:ext>
            </a:extLst>
          </p:cNvPr>
          <p:cNvSpPr>
            <a:spLocks noGrp="1"/>
          </p:cNvSpPr>
          <p:nvPr>
            <p:ph type="body" sz="quarter" idx="10"/>
          </p:nvPr>
        </p:nvSpPr>
        <p:spPr>
          <a:xfrm>
            <a:off x="341467" y="946475"/>
            <a:ext cx="8461066" cy="3250549"/>
          </a:xfrm>
        </p:spPr>
        <p:txBody>
          <a:bodyPr>
            <a:normAutofit/>
          </a:bodyPr>
          <a:lstStyle/>
          <a:p>
            <a:pPr marL="0" indent="0">
              <a:spcAft>
                <a:spcPts val="1000"/>
              </a:spcAft>
              <a:buNone/>
            </a:pPr>
            <a:r>
              <a:rPr lang="en-US" altLang="ko-KR" sz="1600" dirty="0"/>
              <a:t>These are the theoretical values of the radial clearance between the compressor wheel and the wall insert and / or turbine wheel and the gas outlet flange.</a:t>
            </a:r>
          </a:p>
          <a:p>
            <a:pPr marL="0" indent="0">
              <a:spcAft>
                <a:spcPts val="1000"/>
              </a:spcAft>
              <a:buNone/>
            </a:pPr>
            <a:r>
              <a:rPr lang="en-US" altLang="ko-KR" sz="1600" dirty="0"/>
              <a:t>The minimum and maximum values result from the manufacturing tolerances of the compressor wheel and turbine wheel or the wall insert and gas outlet flange.</a:t>
            </a:r>
          </a:p>
          <a:p>
            <a:pPr marL="0" indent="0">
              <a:spcAft>
                <a:spcPts val="1000"/>
              </a:spcAft>
              <a:buNone/>
            </a:pPr>
            <a:r>
              <a:rPr lang="en-US" altLang="ko-KR" sz="1600" dirty="0"/>
              <a:t>N1 and N2 as well as R1 and R2 are each measured at the same time using two feeler gauges. </a:t>
            </a:r>
          </a:p>
        </p:txBody>
      </p:sp>
      <p:pic>
        <p:nvPicPr>
          <p:cNvPr id="5" name="그림 4">
            <a:extLst>
              <a:ext uri="{FF2B5EF4-FFF2-40B4-BE49-F238E27FC236}">
                <a16:creationId xmlns:a16="http://schemas.microsoft.com/office/drawing/2014/main" id="{0D60B322-2C6E-B573-9FFD-8E9EC630E71C}"/>
              </a:ext>
            </a:extLst>
          </p:cNvPr>
          <p:cNvPicPr>
            <a:picLocks noChangeAspect="1"/>
          </p:cNvPicPr>
          <p:nvPr/>
        </p:nvPicPr>
        <p:blipFill>
          <a:blip r:embed="rId2"/>
          <a:stretch>
            <a:fillRect/>
          </a:stretch>
        </p:blipFill>
        <p:spPr>
          <a:xfrm>
            <a:off x="446887" y="2552112"/>
            <a:ext cx="5486400" cy="2591388"/>
          </a:xfrm>
          <a:prstGeom prst="rect">
            <a:avLst/>
          </a:prstGeom>
        </p:spPr>
      </p:pic>
      <p:pic>
        <p:nvPicPr>
          <p:cNvPr id="7" name="그림 6">
            <a:extLst>
              <a:ext uri="{FF2B5EF4-FFF2-40B4-BE49-F238E27FC236}">
                <a16:creationId xmlns:a16="http://schemas.microsoft.com/office/drawing/2014/main" id="{E3480B52-8B53-F39E-62E7-425203AE928C}"/>
              </a:ext>
            </a:extLst>
          </p:cNvPr>
          <p:cNvPicPr>
            <a:picLocks noChangeAspect="1"/>
          </p:cNvPicPr>
          <p:nvPr/>
        </p:nvPicPr>
        <p:blipFill>
          <a:blip r:embed="rId3"/>
          <a:stretch>
            <a:fillRect/>
          </a:stretch>
        </p:blipFill>
        <p:spPr>
          <a:xfrm>
            <a:off x="6251839" y="2707673"/>
            <a:ext cx="2550694" cy="1489351"/>
          </a:xfrm>
          <a:prstGeom prst="rect">
            <a:avLst/>
          </a:prstGeom>
        </p:spPr>
      </p:pic>
      <p:pic>
        <p:nvPicPr>
          <p:cNvPr id="9" name="그림 8">
            <a:extLst>
              <a:ext uri="{FF2B5EF4-FFF2-40B4-BE49-F238E27FC236}">
                <a16:creationId xmlns:a16="http://schemas.microsoft.com/office/drawing/2014/main" id="{A84FC14F-C54F-E432-5E22-6A16FAD09090}"/>
              </a:ext>
            </a:extLst>
          </p:cNvPr>
          <p:cNvPicPr>
            <a:picLocks noChangeAspect="1"/>
          </p:cNvPicPr>
          <p:nvPr/>
        </p:nvPicPr>
        <p:blipFill>
          <a:blip r:embed="rId4"/>
          <a:stretch>
            <a:fillRect/>
          </a:stretch>
        </p:blipFill>
        <p:spPr>
          <a:xfrm>
            <a:off x="7012695" y="4195555"/>
            <a:ext cx="1017526" cy="188735"/>
          </a:xfrm>
          <a:prstGeom prst="rect">
            <a:avLst/>
          </a:prstGeom>
        </p:spPr>
      </p:pic>
    </p:spTree>
    <p:extLst>
      <p:ext uri="{BB962C8B-B14F-4D97-AF65-F5344CB8AC3E}">
        <p14:creationId xmlns:p14="http://schemas.microsoft.com/office/powerpoint/2010/main" val="3844117385"/>
      </p:ext>
    </p:extLst>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29F51-A470-6231-BBF2-7A65F6A9D5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4DBE92-C927-ED85-A7DF-BDA3ABBD727E}"/>
              </a:ext>
            </a:extLst>
          </p:cNvPr>
          <p:cNvSpPr>
            <a:spLocks noGrp="1"/>
          </p:cNvSpPr>
          <p:nvPr>
            <p:ph type="title"/>
          </p:nvPr>
        </p:nvSpPr>
        <p:spPr>
          <a:xfrm>
            <a:off x="304799" y="304655"/>
            <a:ext cx="8392313" cy="535531"/>
          </a:xfrm>
        </p:spPr>
        <p:txBody>
          <a:bodyPr/>
          <a:lstStyle/>
          <a:p>
            <a:r>
              <a:rPr lang="nb-NO" altLang="ko-KR" dirty="0"/>
              <a:t>Radial </a:t>
            </a:r>
            <a:r>
              <a:rPr lang="nb-NO" altLang="ko-KR" dirty="0" err="1"/>
              <a:t>clearances</a:t>
            </a:r>
            <a:r>
              <a:rPr lang="nb-NO" altLang="ko-KR" dirty="0"/>
              <a:t> N and R for </a:t>
            </a:r>
            <a:r>
              <a:rPr lang="en-US" dirty="0"/>
              <a:t>T/C</a:t>
            </a:r>
          </a:p>
        </p:txBody>
      </p:sp>
      <p:sp>
        <p:nvSpPr>
          <p:cNvPr id="3" name="Text Placeholder 2">
            <a:extLst>
              <a:ext uri="{FF2B5EF4-FFF2-40B4-BE49-F238E27FC236}">
                <a16:creationId xmlns:a16="http://schemas.microsoft.com/office/drawing/2014/main" id="{E1C2A4FC-A1B5-E255-0C46-B5FCA4288718}"/>
              </a:ext>
            </a:extLst>
          </p:cNvPr>
          <p:cNvSpPr>
            <a:spLocks noGrp="1"/>
          </p:cNvSpPr>
          <p:nvPr>
            <p:ph type="body" sz="quarter" idx="10"/>
          </p:nvPr>
        </p:nvSpPr>
        <p:spPr>
          <a:xfrm>
            <a:off x="341467" y="946475"/>
            <a:ext cx="8461066" cy="1171083"/>
          </a:xfrm>
        </p:spPr>
        <p:txBody>
          <a:bodyPr>
            <a:normAutofit/>
          </a:bodyPr>
          <a:lstStyle/>
          <a:p>
            <a:pPr marL="0" indent="0">
              <a:spcAft>
                <a:spcPts val="1000"/>
              </a:spcAft>
              <a:buNone/>
            </a:pPr>
            <a:r>
              <a:rPr lang="en-US" altLang="ko-KR" sz="1600" dirty="0"/>
              <a:t>To measure N1 and N2, the feeler gauges must be pushed between the wall insert and the compressor wheel free of play, in each case above and below. </a:t>
            </a:r>
          </a:p>
          <a:p>
            <a:pPr marL="0" indent="0">
              <a:spcAft>
                <a:spcPts val="1000"/>
              </a:spcAft>
              <a:buNone/>
            </a:pPr>
            <a:r>
              <a:rPr lang="en-US" altLang="ko-KR" sz="1600" dirty="0"/>
              <a:t>To measure R1 and R2, the feeler gauges must be pushed between the gas outlet flange and the turbine free of play, in each case above and below.</a:t>
            </a:r>
            <a:endParaRPr lang="en-US" sz="1600" dirty="0">
              <a:solidFill>
                <a:srgbClr val="000000"/>
              </a:solidFill>
            </a:endParaRPr>
          </a:p>
        </p:txBody>
      </p:sp>
      <p:pic>
        <p:nvPicPr>
          <p:cNvPr id="5" name="그림 4">
            <a:extLst>
              <a:ext uri="{FF2B5EF4-FFF2-40B4-BE49-F238E27FC236}">
                <a16:creationId xmlns:a16="http://schemas.microsoft.com/office/drawing/2014/main" id="{895C6C44-3890-972D-8730-DA0116873364}"/>
              </a:ext>
            </a:extLst>
          </p:cNvPr>
          <p:cNvPicPr>
            <a:picLocks noChangeAspect="1"/>
          </p:cNvPicPr>
          <p:nvPr/>
        </p:nvPicPr>
        <p:blipFill>
          <a:blip r:embed="rId2"/>
          <a:stretch>
            <a:fillRect/>
          </a:stretch>
        </p:blipFill>
        <p:spPr>
          <a:xfrm>
            <a:off x="935026" y="2173339"/>
            <a:ext cx="6084541" cy="2873908"/>
          </a:xfrm>
          <a:prstGeom prst="rect">
            <a:avLst/>
          </a:prstGeom>
        </p:spPr>
      </p:pic>
    </p:spTree>
    <p:extLst>
      <p:ext uri="{BB962C8B-B14F-4D97-AF65-F5344CB8AC3E}">
        <p14:creationId xmlns:p14="http://schemas.microsoft.com/office/powerpoint/2010/main" val="1640068078"/>
      </p:ext>
    </p:extLst>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2008C-DF12-C4CA-0B9B-5170115D69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1D45BF-20B4-8F3C-1167-1CF3A2B01EC6}"/>
              </a:ext>
            </a:extLst>
          </p:cNvPr>
          <p:cNvSpPr>
            <a:spLocks noGrp="1"/>
          </p:cNvSpPr>
          <p:nvPr>
            <p:ph type="title"/>
          </p:nvPr>
        </p:nvSpPr>
        <p:spPr>
          <a:xfrm>
            <a:off x="304799" y="304655"/>
            <a:ext cx="8392313" cy="535531"/>
          </a:xfrm>
        </p:spPr>
        <p:txBody>
          <a:bodyPr/>
          <a:lstStyle/>
          <a:p>
            <a:r>
              <a:rPr lang="en-US" dirty="0"/>
              <a:t>Components of T/C</a:t>
            </a:r>
          </a:p>
        </p:txBody>
      </p:sp>
      <p:pic>
        <p:nvPicPr>
          <p:cNvPr id="5" name="그림 4">
            <a:extLst>
              <a:ext uri="{FF2B5EF4-FFF2-40B4-BE49-F238E27FC236}">
                <a16:creationId xmlns:a16="http://schemas.microsoft.com/office/drawing/2014/main" id="{D77CBD64-25BB-4C81-90FB-AA8E98022071}"/>
              </a:ext>
            </a:extLst>
          </p:cNvPr>
          <p:cNvPicPr>
            <a:picLocks noChangeAspect="1"/>
          </p:cNvPicPr>
          <p:nvPr/>
        </p:nvPicPr>
        <p:blipFill>
          <a:blip r:embed="rId2"/>
          <a:stretch>
            <a:fillRect/>
          </a:stretch>
        </p:blipFill>
        <p:spPr>
          <a:xfrm>
            <a:off x="520126" y="2013276"/>
            <a:ext cx="8293958" cy="2269736"/>
          </a:xfrm>
          <a:prstGeom prst="rect">
            <a:avLst/>
          </a:prstGeom>
        </p:spPr>
      </p:pic>
      <p:sp>
        <p:nvSpPr>
          <p:cNvPr id="6" name="Text Placeholder 2">
            <a:extLst>
              <a:ext uri="{FF2B5EF4-FFF2-40B4-BE49-F238E27FC236}">
                <a16:creationId xmlns:a16="http://schemas.microsoft.com/office/drawing/2014/main" id="{4BDDB1EB-A5A3-797A-261C-AC7940719318}"/>
              </a:ext>
            </a:extLst>
          </p:cNvPr>
          <p:cNvSpPr>
            <a:spLocks noGrp="1"/>
          </p:cNvSpPr>
          <p:nvPr>
            <p:ph type="body" sz="quarter" idx="10"/>
          </p:nvPr>
        </p:nvSpPr>
        <p:spPr>
          <a:xfrm>
            <a:off x="341466" y="946475"/>
            <a:ext cx="8651279" cy="1171083"/>
          </a:xfrm>
        </p:spPr>
        <p:txBody>
          <a:bodyPr>
            <a:normAutofit/>
          </a:bodyPr>
          <a:lstStyle/>
          <a:p>
            <a:pPr marL="0" indent="0">
              <a:spcAft>
                <a:spcPts val="1000"/>
              </a:spcAft>
              <a:buNone/>
            </a:pPr>
            <a:r>
              <a:rPr lang="en-US" altLang="ko-KR" sz="1600" dirty="0"/>
              <a:t>The mean values measured must be within the permissible values of the radial clearance N and R.</a:t>
            </a:r>
          </a:p>
          <a:p>
            <a:pPr marL="0" indent="0">
              <a:spcAft>
                <a:spcPts val="1000"/>
              </a:spcAft>
              <a:buNone/>
            </a:pPr>
            <a:r>
              <a:rPr lang="en-US" altLang="ko-KR" sz="1600" dirty="0"/>
              <a:t>Clearances out of tolerance and excessively worn components can be the cause of serious damage to machinery and property.</a:t>
            </a:r>
            <a:endParaRPr lang="en-US" sz="1600" dirty="0">
              <a:solidFill>
                <a:srgbClr val="000000"/>
              </a:solidFill>
            </a:endParaRPr>
          </a:p>
        </p:txBody>
      </p:sp>
      <p:pic>
        <p:nvPicPr>
          <p:cNvPr id="8" name="그림 7">
            <a:extLst>
              <a:ext uri="{FF2B5EF4-FFF2-40B4-BE49-F238E27FC236}">
                <a16:creationId xmlns:a16="http://schemas.microsoft.com/office/drawing/2014/main" id="{A3A3E206-BE38-A6C2-1459-DB80CB9D294F}"/>
              </a:ext>
            </a:extLst>
          </p:cNvPr>
          <p:cNvPicPr>
            <a:picLocks noChangeAspect="1"/>
          </p:cNvPicPr>
          <p:nvPr/>
        </p:nvPicPr>
        <p:blipFill>
          <a:blip r:embed="rId3"/>
          <a:stretch>
            <a:fillRect/>
          </a:stretch>
        </p:blipFill>
        <p:spPr>
          <a:xfrm>
            <a:off x="520126" y="4449747"/>
            <a:ext cx="8403868" cy="591986"/>
          </a:xfrm>
          <a:prstGeom prst="rect">
            <a:avLst/>
          </a:prstGeom>
        </p:spPr>
      </p:pic>
    </p:spTree>
    <p:extLst>
      <p:ext uri="{BB962C8B-B14F-4D97-AF65-F5344CB8AC3E}">
        <p14:creationId xmlns:p14="http://schemas.microsoft.com/office/powerpoint/2010/main" val="927186784"/>
      </p:ext>
    </p:extLst>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7E23D-CA20-572D-C537-5BB65FDE97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C8C4C5-7D73-4F84-F457-487D42F28C3D}"/>
              </a:ext>
            </a:extLst>
          </p:cNvPr>
          <p:cNvSpPr>
            <a:spLocks noGrp="1"/>
          </p:cNvSpPr>
          <p:nvPr>
            <p:ph type="title"/>
          </p:nvPr>
        </p:nvSpPr>
        <p:spPr>
          <a:xfrm>
            <a:off x="304799" y="304655"/>
            <a:ext cx="8392313" cy="535531"/>
          </a:xfrm>
        </p:spPr>
        <p:txBody>
          <a:bodyPr/>
          <a:lstStyle/>
          <a:p>
            <a:r>
              <a:rPr lang="en-US" dirty="0"/>
              <a:t>Components of T/C</a:t>
            </a:r>
          </a:p>
        </p:txBody>
      </p:sp>
      <p:pic>
        <p:nvPicPr>
          <p:cNvPr id="4" name="그림 3">
            <a:extLst>
              <a:ext uri="{FF2B5EF4-FFF2-40B4-BE49-F238E27FC236}">
                <a16:creationId xmlns:a16="http://schemas.microsoft.com/office/drawing/2014/main" id="{9FAC35AF-9140-BE60-E7F9-DE7AC5E574AC}"/>
              </a:ext>
            </a:extLst>
          </p:cNvPr>
          <p:cNvPicPr>
            <a:picLocks noChangeAspect="1"/>
          </p:cNvPicPr>
          <p:nvPr/>
        </p:nvPicPr>
        <p:blipFill>
          <a:blip r:embed="rId2"/>
          <a:stretch>
            <a:fillRect/>
          </a:stretch>
        </p:blipFill>
        <p:spPr>
          <a:xfrm>
            <a:off x="363797" y="0"/>
            <a:ext cx="4277541" cy="5143500"/>
          </a:xfrm>
          <a:prstGeom prst="rect">
            <a:avLst/>
          </a:prstGeom>
        </p:spPr>
      </p:pic>
      <p:pic>
        <p:nvPicPr>
          <p:cNvPr id="6" name="그림 5">
            <a:extLst>
              <a:ext uri="{FF2B5EF4-FFF2-40B4-BE49-F238E27FC236}">
                <a16:creationId xmlns:a16="http://schemas.microsoft.com/office/drawing/2014/main" id="{8AB0EC7E-11F7-D06A-AF83-07548425961A}"/>
              </a:ext>
            </a:extLst>
          </p:cNvPr>
          <p:cNvPicPr>
            <a:picLocks noChangeAspect="1"/>
          </p:cNvPicPr>
          <p:nvPr/>
        </p:nvPicPr>
        <p:blipFill>
          <a:blip r:embed="rId3"/>
          <a:stretch>
            <a:fillRect/>
          </a:stretch>
        </p:blipFill>
        <p:spPr>
          <a:xfrm>
            <a:off x="5129553" y="1307965"/>
            <a:ext cx="3822530" cy="2527570"/>
          </a:xfrm>
          <a:prstGeom prst="rect">
            <a:avLst/>
          </a:prstGeom>
        </p:spPr>
      </p:pic>
      <p:cxnSp>
        <p:nvCxnSpPr>
          <p:cNvPr id="7" name="직선 연결선 6">
            <a:extLst>
              <a:ext uri="{FF2B5EF4-FFF2-40B4-BE49-F238E27FC236}">
                <a16:creationId xmlns:a16="http://schemas.microsoft.com/office/drawing/2014/main" id="{843BF259-4868-1A11-CA60-0DC869DF497F}"/>
              </a:ext>
            </a:extLst>
          </p:cNvPr>
          <p:cNvCxnSpPr>
            <a:cxnSpLocks/>
          </p:cNvCxnSpPr>
          <p:nvPr/>
        </p:nvCxnSpPr>
        <p:spPr>
          <a:xfrm>
            <a:off x="5150178" y="3617495"/>
            <a:ext cx="3093172"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 name="직선 연결선 8">
            <a:extLst>
              <a:ext uri="{FF2B5EF4-FFF2-40B4-BE49-F238E27FC236}">
                <a16:creationId xmlns:a16="http://schemas.microsoft.com/office/drawing/2014/main" id="{D9AFED6E-CB5B-5CE3-3D79-4B7E24C88879}"/>
              </a:ext>
            </a:extLst>
          </p:cNvPr>
          <p:cNvCxnSpPr>
            <a:cxnSpLocks/>
          </p:cNvCxnSpPr>
          <p:nvPr/>
        </p:nvCxnSpPr>
        <p:spPr>
          <a:xfrm>
            <a:off x="2695073" y="222297"/>
            <a:ext cx="275008"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54160901"/>
      </p:ext>
    </p:extLst>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BC362-8B4E-4788-4AAD-B99732824347}"/>
            </a:ext>
          </a:extLst>
        </p:cNvPr>
        <p:cNvGrpSpPr/>
        <p:nvPr/>
      </p:nvGrpSpPr>
      <p:grpSpPr>
        <a:xfrm>
          <a:off x="0" y="0"/>
          <a:ext cx="0" cy="0"/>
          <a:chOff x="0" y="0"/>
          <a:chExt cx="0" cy="0"/>
        </a:xfrm>
      </p:grpSpPr>
      <p:pic>
        <p:nvPicPr>
          <p:cNvPr id="4" name="그림 3">
            <a:extLst>
              <a:ext uri="{FF2B5EF4-FFF2-40B4-BE49-F238E27FC236}">
                <a16:creationId xmlns:a16="http://schemas.microsoft.com/office/drawing/2014/main" id="{518108FA-30DC-CFD7-A420-65197C40A2A2}"/>
              </a:ext>
            </a:extLst>
          </p:cNvPr>
          <p:cNvPicPr>
            <a:picLocks noChangeAspect="1"/>
          </p:cNvPicPr>
          <p:nvPr/>
        </p:nvPicPr>
        <p:blipFill>
          <a:blip r:embed="rId2"/>
          <a:stretch>
            <a:fillRect/>
          </a:stretch>
        </p:blipFill>
        <p:spPr>
          <a:xfrm>
            <a:off x="2068770" y="0"/>
            <a:ext cx="4580196" cy="5143500"/>
          </a:xfrm>
          <a:prstGeom prst="rect">
            <a:avLst/>
          </a:prstGeom>
        </p:spPr>
      </p:pic>
      <p:sp>
        <p:nvSpPr>
          <p:cNvPr id="9" name="TextBox 8">
            <a:extLst>
              <a:ext uri="{FF2B5EF4-FFF2-40B4-BE49-F238E27FC236}">
                <a16:creationId xmlns:a16="http://schemas.microsoft.com/office/drawing/2014/main" id="{912A67FE-0745-01F1-A06E-566E6EA55C74}"/>
              </a:ext>
            </a:extLst>
          </p:cNvPr>
          <p:cNvSpPr txBox="1"/>
          <p:nvPr/>
        </p:nvSpPr>
        <p:spPr>
          <a:xfrm>
            <a:off x="1620906" y="4805333"/>
            <a:ext cx="531027"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O-ring</a:t>
            </a:r>
            <a:endParaRPr lang="ko-KR" altLang="en-US" sz="1000" b="1" dirty="0">
              <a:solidFill>
                <a:srgbClr val="000000"/>
              </a:solidFill>
              <a:latin typeface="Calibri" panose="020F0502020204030204" pitchFamily="34" charset="0"/>
            </a:endParaRPr>
          </a:p>
        </p:txBody>
      </p:sp>
      <p:sp>
        <p:nvSpPr>
          <p:cNvPr id="10" name="TextBox 9">
            <a:extLst>
              <a:ext uri="{FF2B5EF4-FFF2-40B4-BE49-F238E27FC236}">
                <a16:creationId xmlns:a16="http://schemas.microsoft.com/office/drawing/2014/main" id="{9AEC22C1-5836-05A2-254A-50B51F3B8E35}"/>
              </a:ext>
            </a:extLst>
          </p:cNvPr>
          <p:cNvSpPr txBox="1"/>
          <p:nvPr/>
        </p:nvSpPr>
        <p:spPr>
          <a:xfrm>
            <a:off x="3272096" y="4897032"/>
            <a:ext cx="1018020"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Bearing casing</a:t>
            </a:r>
            <a:endParaRPr lang="ko-KR" altLang="en-US" sz="1000" b="1" dirty="0">
              <a:solidFill>
                <a:srgbClr val="000000"/>
              </a:solidFill>
              <a:latin typeface="Calibri" panose="020F0502020204030204" pitchFamily="34" charset="0"/>
            </a:endParaRPr>
          </a:p>
        </p:txBody>
      </p:sp>
      <p:sp>
        <p:nvSpPr>
          <p:cNvPr id="11" name="TextBox 10">
            <a:extLst>
              <a:ext uri="{FF2B5EF4-FFF2-40B4-BE49-F238E27FC236}">
                <a16:creationId xmlns:a16="http://schemas.microsoft.com/office/drawing/2014/main" id="{FE8D3A2C-B6AD-070A-5670-A5AD9ABCEA4C}"/>
              </a:ext>
            </a:extLst>
          </p:cNvPr>
          <p:cNvSpPr txBox="1"/>
          <p:nvPr/>
        </p:nvSpPr>
        <p:spPr>
          <a:xfrm>
            <a:off x="3774231" y="4444416"/>
            <a:ext cx="880271" cy="3693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Partition wall</a:t>
            </a:r>
            <a:endParaRPr lang="ko-KR" altLang="en-US" sz="1000" b="1" dirty="0">
              <a:solidFill>
                <a:srgbClr val="000000"/>
              </a:solidFill>
              <a:latin typeface="Calibri" panose="020F0502020204030204" pitchFamily="34" charset="0"/>
            </a:endParaRPr>
          </a:p>
        </p:txBody>
      </p:sp>
      <p:sp>
        <p:nvSpPr>
          <p:cNvPr id="12" name="TextBox 11">
            <a:extLst>
              <a:ext uri="{FF2B5EF4-FFF2-40B4-BE49-F238E27FC236}">
                <a16:creationId xmlns:a16="http://schemas.microsoft.com/office/drawing/2014/main" id="{3167AFD1-01C8-DCBD-7FCB-2EFF938F95A7}"/>
              </a:ext>
            </a:extLst>
          </p:cNvPr>
          <p:cNvSpPr txBox="1"/>
          <p:nvPr/>
        </p:nvSpPr>
        <p:spPr>
          <a:xfrm>
            <a:off x="4345118" y="4056918"/>
            <a:ext cx="789501"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Nozzle ring</a:t>
            </a:r>
            <a:endParaRPr lang="ko-KR" altLang="en-US" sz="1000" b="1" dirty="0">
              <a:solidFill>
                <a:srgbClr val="000000"/>
              </a:solidFill>
              <a:latin typeface="Calibri" panose="020F0502020204030204" pitchFamily="34" charset="0"/>
            </a:endParaRPr>
          </a:p>
        </p:txBody>
      </p:sp>
      <p:sp>
        <p:nvSpPr>
          <p:cNvPr id="13" name="TextBox 12">
            <a:extLst>
              <a:ext uri="{FF2B5EF4-FFF2-40B4-BE49-F238E27FC236}">
                <a16:creationId xmlns:a16="http://schemas.microsoft.com/office/drawing/2014/main" id="{1A95EBE8-A0D3-DE25-3E93-6601C8E04CA9}"/>
              </a:ext>
            </a:extLst>
          </p:cNvPr>
          <p:cNvSpPr txBox="1"/>
          <p:nvPr/>
        </p:nvSpPr>
        <p:spPr>
          <a:xfrm>
            <a:off x="4868778" y="3638526"/>
            <a:ext cx="1277640"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 </a:t>
            </a:r>
            <a:r>
              <a:rPr lang="en-US" altLang="ko-KR" sz="1000" b="1" dirty="0" err="1">
                <a:solidFill>
                  <a:srgbClr val="000000"/>
                </a:solidFill>
                <a:latin typeface="Calibri" panose="020F0502020204030204" pitchFamily="34" charset="0"/>
              </a:rPr>
              <a:t>Verbusripp</a:t>
            </a:r>
            <a:r>
              <a:rPr lang="en-US" altLang="ko-KR" sz="1000" b="1" dirty="0">
                <a:solidFill>
                  <a:srgbClr val="000000"/>
                </a:solidFill>
                <a:latin typeface="Calibri" panose="020F0502020204030204" pitchFamily="34" charset="0"/>
              </a:rPr>
              <a:t> washer</a:t>
            </a:r>
            <a:endParaRPr lang="ko-KR" altLang="en-US" sz="1000" b="1" dirty="0">
              <a:solidFill>
                <a:srgbClr val="000000"/>
              </a:solidFill>
              <a:latin typeface="Calibri" panose="020F0502020204030204" pitchFamily="34" charset="0"/>
            </a:endParaRPr>
          </a:p>
        </p:txBody>
      </p:sp>
      <p:sp>
        <p:nvSpPr>
          <p:cNvPr id="14" name="TextBox 13">
            <a:extLst>
              <a:ext uri="{FF2B5EF4-FFF2-40B4-BE49-F238E27FC236}">
                <a16:creationId xmlns:a16="http://schemas.microsoft.com/office/drawing/2014/main" id="{F694290C-AC2E-B4AD-6947-DF52ABA95556}"/>
              </a:ext>
            </a:extLst>
          </p:cNvPr>
          <p:cNvSpPr txBox="1"/>
          <p:nvPr/>
        </p:nvSpPr>
        <p:spPr>
          <a:xfrm>
            <a:off x="5287019" y="3321800"/>
            <a:ext cx="1464415"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 Hexagon socket screw</a:t>
            </a:r>
            <a:endParaRPr lang="ko-KR" altLang="en-US" sz="1000" b="1" dirty="0">
              <a:solidFill>
                <a:srgbClr val="000000"/>
              </a:solidFill>
              <a:latin typeface="Calibri" panose="020F0502020204030204" pitchFamily="34" charset="0"/>
            </a:endParaRPr>
          </a:p>
        </p:txBody>
      </p:sp>
      <p:sp>
        <p:nvSpPr>
          <p:cNvPr id="15" name="TextBox 14">
            <a:extLst>
              <a:ext uri="{FF2B5EF4-FFF2-40B4-BE49-F238E27FC236}">
                <a16:creationId xmlns:a16="http://schemas.microsoft.com/office/drawing/2014/main" id="{FE40A170-E8C3-3DED-2F07-8C70AD218FFA}"/>
              </a:ext>
            </a:extLst>
          </p:cNvPr>
          <p:cNvSpPr txBox="1"/>
          <p:nvPr/>
        </p:nvSpPr>
        <p:spPr>
          <a:xfrm>
            <a:off x="4386368" y="2774896"/>
            <a:ext cx="842212"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 Piston ring</a:t>
            </a:r>
            <a:endParaRPr lang="ko-KR" altLang="en-US" sz="1000" b="1" dirty="0">
              <a:solidFill>
                <a:srgbClr val="000000"/>
              </a:solidFill>
              <a:latin typeface="Calibri" panose="020F0502020204030204" pitchFamily="34" charset="0"/>
            </a:endParaRPr>
          </a:p>
        </p:txBody>
      </p:sp>
      <p:sp>
        <p:nvSpPr>
          <p:cNvPr id="16" name="TextBox 15">
            <a:extLst>
              <a:ext uri="{FF2B5EF4-FFF2-40B4-BE49-F238E27FC236}">
                <a16:creationId xmlns:a16="http://schemas.microsoft.com/office/drawing/2014/main" id="{49134B1C-61D4-EC2C-F951-D2A1A2551030}"/>
              </a:ext>
            </a:extLst>
          </p:cNvPr>
          <p:cNvSpPr txBox="1"/>
          <p:nvPr/>
        </p:nvSpPr>
        <p:spPr>
          <a:xfrm>
            <a:off x="5465203" y="2996667"/>
            <a:ext cx="502462"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 Shaft</a:t>
            </a:r>
            <a:endParaRPr lang="ko-KR" altLang="en-US" sz="1000" b="1" dirty="0">
              <a:solidFill>
                <a:srgbClr val="000000"/>
              </a:solidFill>
              <a:latin typeface="Calibri" panose="020F0502020204030204" pitchFamily="34" charset="0"/>
            </a:endParaRPr>
          </a:p>
        </p:txBody>
      </p:sp>
      <p:sp>
        <p:nvSpPr>
          <p:cNvPr id="17" name="TextBox 16">
            <a:extLst>
              <a:ext uri="{FF2B5EF4-FFF2-40B4-BE49-F238E27FC236}">
                <a16:creationId xmlns:a16="http://schemas.microsoft.com/office/drawing/2014/main" id="{27D606D2-4668-8392-1CFC-4F33D6EAAB54}"/>
              </a:ext>
            </a:extLst>
          </p:cNvPr>
          <p:cNvSpPr txBox="1"/>
          <p:nvPr/>
        </p:nvSpPr>
        <p:spPr>
          <a:xfrm>
            <a:off x="6449591" y="440243"/>
            <a:ext cx="893860"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 Orifice plate</a:t>
            </a:r>
            <a:endParaRPr lang="ko-KR" altLang="en-US" sz="1000" b="1" dirty="0">
              <a:solidFill>
                <a:srgbClr val="000000"/>
              </a:solidFill>
              <a:latin typeface="Calibri" panose="020F0502020204030204" pitchFamily="34" charset="0"/>
            </a:endParaRPr>
          </a:p>
        </p:txBody>
      </p:sp>
      <p:sp>
        <p:nvSpPr>
          <p:cNvPr id="18" name="TextBox 17">
            <a:extLst>
              <a:ext uri="{FF2B5EF4-FFF2-40B4-BE49-F238E27FC236}">
                <a16:creationId xmlns:a16="http://schemas.microsoft.com/office/drawing/2014/main" id="{63DEF969-3D25-CEBB-8189-AFEB511E5417}"/>
              </a:ext>
            </a:extLst>
          </p:cNvPr>
          <p:cNvSpPr txBox="1"/>
          <p:nvPr/>
        </p:nvSpPr>
        <p:spPr>
          <a:xfrm>
            <a:off x="6545841" y="951006"/>
            <a:ext cx="1464415"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 Hexagon socket screw</a:t>
            </a:r>
            <a:endParaRPr lang="ko-KR" altLang="en-US" sz="1000" b="1" dirty="0">
              <a:solidFill>
                <a:srgbClr val="000000"/>
              </a:solidFill>
              <a:latin typeface="Calibri" panose="020F0502020204030204" pitchFamily="34" charset="0"/>
            </a:endParaRPr>
          </a:p>
        </p:txBody>
      </p:sp>
      <p:sp>
        <p:nvSpPr>
          <p:cNvPr id="19" name="TextBox 18">
            <a:extLst>
              <a:ext uri="{FF2B5EF4-FFF2-40B4-BE49-F238E27FC236}">
                <a16:creationId xmlns:a16="http://schemas.microsoft.com/office/drawing/2014/main" id="{0B750941-77BD-FD27-EDCD-279575432B63}"/>
              </a:ext>
            </a:extLst>
          </p:cNvPr>
          <p:cNvSpPr txBox="1"/>
          <p:nvPr/>
        </p:nvSpPr>
        <p:spPr>
          <a:xfrm>
            <a:off x="2959519" y="1833177"/>
            <a:ext cx="842212"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 Piston ring</a:t>
            </a:r>
            <a:endParaRPr lang="ko-KR" altLang="en-US" sz="1000" b="1" dirty="0">
              <a:solidFill>
                <a:srgbClr val="000000"/>
              </a:solidFill>
              <a:latin typeface="Calibri" panose="020F0502020204030204" pitchFamily="34" charset="0"/>
            </a:endParaRPr>
          </a:p>
        </p:txBody>
      </p:sp>
      <p:sp>
        <p:nvSpPr>
          <p:cNvPr id="20" name="TextBox 19">
            <a:extLst>
              <a:ext uri="{FF2B5EF4-FFF2-40B4-BE49-F238E27FC236}">
                <a16:creationId xmlns:a16="http://schemas.microsoft.com/office/drawing/2014/main" id="{8BEFD546-1D0C-B253-FEA9-812733B2F9BE}"/>
              </a:ext>
            </a:extLst>
          </p:cNvPr>
          <p:cNvSpPr txBox="1"/>
          <p:nvPr/>
        </p:nvSpPr>
        <p:spPr>
          <a:xfrm>
            <a:off x="1538037" y="2135368"/>
            <a:ext cx="1255291"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 Compressor wheel</a:t>
            </a:r>
            <a:endParaRPr lang="ko-KR" altLang="en-US" sz="1000" b="1" dirty="0">
              <a:solidFill>
                <a:srgbClr val="000000"/>
              </a:solidFill>
              <a:latin typeface="Calibri" panose="020F0502020204030204" pitchFamily="34" charset="0"/>
            </a:endParaRPr>
          </a:p>
        </p:txBody>
      </p:sp>
      <p:sp>
        <p:nvSpPr>
          <p:cNvPr id="21" name="TextBox 20">
            <a:extLst>
              <a:ext uri="{FF2B5EF4-FFF2-40B4-BE49-F238E27FC236}">
                <a16:creationId xmlns:a16="http://schemas.microsoft.com/office/drawing/2014/main" id="{8A4550F2-40BE-1B47-D693-6124D70BB0E0}"/>
              </a:ext>
            </a:extLst>
          </p:cNvPr>
          <p:cNvSpPr txBox="1"/>
          <p:nvPr/>
        </p:nvSpPr>
        <p:spPr>
          <a:xfrm>
            <a:off x="3690829" y="2581298"/>
            <a:ext cx="1464415"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 Hexagon socket screw</a:t>
            </a:r>
            <a:endParaRPr lang="ko-KR" altLang="en-US" sz="1000" b="1" dirty="0">
              <a:solidFill>
                <a:srgbClr val="000000"/>
              </a:solidFill>
              <a:latin typeface="Calibri" panose="020F0502020204030204" pitchFamily="34" charset="0"/>
            </a:endParaRPr>
          </a:p>
        </p:txBody>
      </p:sp>
      <p:sp>
        <p:nvSpPr>
          <p:cNvPr id="22" name="TextBox 21">
            <a:extLst>
              <a:ext uri="{FF2B5EF4-FFF2-40B4-BE49-F238E27FC236}">
                <a16:creationId xmlns:a16="http://schemas.microsoft.com/office/drawing/2014/main" id="{0C9CC605-8EDB-3363-D85B-BAEDE8B2C515}"/>
              </a:ext>
            </a:extLst>
          </p:cNvPr>
          <p:cNvSpPr txBox="1"/>
          <p:nvPr/>
        </p:nvSpPr>
        <p:spPr>
          <a:xfrm>
            <a:off x="3064040" y="2991926"/>
            <a:ext cx="821011"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Cup spring</a:t>
            </a:r>
            <a:endParaRPr lang="ko-KR" altLang="en-US" sz="1000" b="1" dirty="0">
              <a:solidFill>
                <a:srgbClr val="000000"/>
              </a:solidFill>
              <a:latin typeface="Calibri" panose="020F0502020204030204" pitchFamily="34" charset="0"/>
            </a:endParaRPr>
          </a:p>
        </p:txBody>
      </p:sp>
      <p:sp>
        <p:nvSpPr>
          <p:cNvPr id="23" name="TextBox 22">
            <a:extLst>
              <a:ext uri="{FF2B5EF4-FFF2-40B4-BE49-F238E27FC236}">
                <a16:creationId xmlns:a16="http://schemas.microsoft.com/office/drawing/2014/main" id="{8CF1D30D-0D1E-5F8C-35B6-04EE42080E1D}"/>
              </a:ext>
            </a:extLst>
          </p:cNvPr>
          <p:cNvSpPr txBox="1"/>
          <p:nvPr/>
        </p:nvSpPr>
        <p:spPr>
          <a:xfrm>
            <a:off x="2126907" y="3067476"/>
            <a:ext cx="692391"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 Lock nut</a:t>
            </a:r>
            <a:endParaRPr lang="ko-KR" altLang="en-US" sz="1000" b="1" dirty="0">
              <a:solidFill>
                <a:srgbClr val="000000"/>
              </a:solidFill>
              <a:latin typeface="Calibri" panose="020F0502020204030204" pitchFamily="34" charset="0"/>
            </a:endParaRPr>
          </a:p>
        </p:txBody>
      </p:sp>
      <p:sp>
        <p:nvSpPr>
          <p:cNvPr id="24" name="TextBox 23">
            <a:extLst>
              <a:ext uri="{FF2B5EF4-FFF2-40B4-BE49-F238E27FC236}">
                <a16:creationId xmlns:a16="http://schemas.microsoft.com/office/drawing/2014/main" id="{E8120532-DA64-380D-78A3-440CAB666C79}"/>
              </a:ext>
            </a:extLst>
          </p:cNvPr>
          <p:cNvSpPr txBox="1"/>
          <p:nvPr/>
        </p:nvSpPr>
        <p:spPr>
          <a:xfrm>
            <a:off x="3387500" y="1225330"/>
            <a:ext cx="692391" cy="3693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 Bearing cover</a:t>
            </a:r>
            <a:endParaRPr lang="ko-KR" altLang="en-US" sz="1000" b="1" dirty="0">
              <a:solidFill>
                <a:srgbClr val="000000"/>
              </a:solidFill>
              <a:latin typeface="Calibri" panose="020F0502020204030204" pitchFamily="34" charset="0"/>
            </a:endParaRPr>
          </a:p>
        </p:txBody>
      </p:sp>
      <p:sp>
        <p:nvSpPr>
          <p:cNvPr id="25" name="TextBox 24">
            <a:extLst>
              <a:ext uri="{FF2B5EF4-FFF2-40B4-BE49-F238E27FC236}">
                <a16:creationId xmlns:a16="http://schemas.microsoft.com/office/drawing/2014/main" id="{07A1D329-5921-9014-1B2D-2AAB6B6DE12D}"/>
              </a:ext>
            </a:extLst>
          </p:cNvPr>
          <p:cNvSpPr txBox="1"/>
          <p:nvPr/>
        </p:nvSpPr>
        <p:spPr>
          <a:xfrm>
            <a:off x="4333986" y="2200363"/>
            <a:ext cx="531027"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O-ring</a:t>
            </a:r>
            <a:endParaRPr lang="ko-KR" altLang="en-US" sz="1000" b="1" dirty="0">
              <a:solidFill>
                <a:srgbClr val="000000"/>
              </a:solidFill>
              <a:latin typeface="Calibri" panose="020F0502020204030204" pitchFamily="34" charset="0"/>
            </a:endParaRPr>
          </a:p>
        </p:txBody>
      </p:sp>
      <p:sp>
        <p:nvSpPr>
          <p:cNvPr id="26" name="TextBox 25">
            <a:extLst>
              <a:ext uri="{FF2B5EF4-FFF2-40B4-BE49-F238E27FC236}">
                <a16:creationId xmlns:a16="http://schemas.microsoft.com/office/drawing/2014/main" id="{8F17FA60-168C-5B27-4EA5-971145848049}"/>
              </a:ext>
            </a:extLst>
          </p:cNvPr>
          <p:cNvSpPr txBox="1"/>
          <p:nvPr/>
        </p:nvSpPr>
        <p:spPr>
          <a:xfrm>
            <a:off x="2990078" y="717064"/>
            <a:ext cx="968934"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 Bearing bush</a:t>
            </a:r>
            <a:endParaRPr lang="ko-KR" altLang="en-US" sz="1000" b="1" dirty="0">
              <a:solidFill>
                <a:srgbClr val="000000"/>
              </a:solidFill>
              <a:latin typeface="Calibri" panose="020F0502020204030204" pitchFamily="34" charset="0"/>
            </a:endParaRPr>
          </a:p>
        </p:txBody>
      </p:sp>
      <p:sp>
        <p:nvSpPr>
          <p:cNvPr id="27" name="TextBox 26">
            <a:extLst>
              <a:ext uri="{FF2B5EF4-FFF2-40B4-BE49-F238E27FC236}">
                <a16:creationId xmlns:a16="http://schemas.microsoft.com/office/drawing/2014/main" id="{7F20CD77-1C6A-E1D2-0D01-ACA84EF075D0}"/>
              </a:ext>
            </a:extLst>
          </p:cNvPr>
          <p:cNvSpPr txBox="1"/>
          <p:nvPr/>
        </p:nvSpPr>
        <p:spPr>
          <a:xfrm>
            <a:off x="4145612" y="443583"/>
            <a:ext cx="605765" cy="3693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 Thrust bearing</a:t>
            </a:r>
            <a:endParaRPr lang="ko-KR" altLang="en-US" sz="1000" b="1" dirty="0">
              <a:solidFill>
                <a:srgbClr val="000000"/>
              </a:solidFill>
              <a:latin typeface="Calibri" panose="020F0502020204030204" pitchFamily="34" charset="0"/>
            </a:endParaRPr>
          </a:p>
        </p:txBody>
      </p:sp>
      <p:sp>
        <p:nvSpPr>
          <p:cNvPr id="28" name="TextBox 27">
            <a:extLst>
              <a:ext uri="{FF2B5EF4-FFF2-40B4-BE49-F238E27FC236}">
                <a16:creationId xmlns:a16="http://schemas.microsoft.com/office/drawing/2014/main" id="{D0353F7C-CA3A-0B92-CE14-E3E9033BCC97}"/>
              </a:ext>
            </a:extLst>
          </p:cNvPr>
          <p:cNvSpPr txBox="1"/>
          <p:nvPr/>
        </p:nvSpPr>
        <p:spPr>
          <a:xfrm>
            <a:off x="4592625" y="447118"/>
            <a:ext cx="586093" cy="3693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 Thrust ring</a:t>
            </a:r>
            <a:endParaRPr lang="ko-KR" altLang="en-US" sz="1000" b="1" dirty="0">
              <a:solidFill>
                <a:srgbClr val="000000"/>
              </a:solidFill>
              <a:latin typeface="Calibri" panose="020F0502020204030204" pitchFamily="34" charset="0"/>
            </a:endParaRPr>
          </a:p>
        </p:txBody>
      </p:sp>
      <p:sp>
        <p:nvSpPr>
          <p:cNvPr id="29" name="TextBox 28">
            <a:extLst>
              <a:ext uri="{FF2B5EF4-FFF2-40B4-BE49-F238E27FC236}">
                <a16:creationId xmlns:a16="http://schemas.microsoft.com/office/drawing/2014/main" id="{E31C9857-3B42-F714-053F-7FFB425B7ACA}"/>
              </a:ext>
            </a:extLst>
          </p:cNvPr>
          <p:cNvSpPr txBox="1"/>
          <p:nvPr/>
        </p:nvSpPr>
        <p:spPr>
          <a:xfrm>
            <a:off x="5332350" y="193202"/>
            <a:ext cx="968934" cy="3693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 Plain bearing bush</a:t>
            </a:r>
            <a:endParaRPr lang="ko-KR" altLang="en-US" sz="1000" b="1" dirty="0">
              <a:solidFill>
                <a:srgbClr val="000000"/>
              </a:solidFill>
              <a:latin typeface="Calibri" panose="020F0502020204030204" pitchFamily="34" charset="0"/>
            </a:endParaRPr>
          </a:p>
        </p:txBody>
      </p:sp>
      <p:sp>
        <p:nvSpPr>
          <p:cNvPr id="30" name="TextBox 29">
            <a:extLst>
              <a:ext uri="{FF2B5EF4-FFF2-40B4-BE49-F238E27FC236}">
                <a16:creationId xmlns:a16="http://schemas.microsoft.com/office/drawing/2014/main" id="{957133FC-282B-86CD-782A-F3E9591A0A10}"/>
              </a:ext>
            </a:extLst>
          </p:cNvPr>
          <p:cNvSpPr txBox="1"/>
          <p:nvPr/>
        </p:nvSpPr>
        <p:spPr>
          <a:xfrm>
            <a:off x="6437890" y="1249245"/>
            <a:ext cx="797611"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 Safety ring</a:t>
            </a:r>
            <a:endParaRPr lang="ko-KR" altLang="en-US" sz="1000" b="1" dirty="0">
              <a:solidFill>
                <a:srgbClr val="000000"/>
              </a:solidFill>
              <a:latin typeface="Calibri" panose="020F0502020204030204" pitchFamily="34" charset="0"/>
            </a:endParaRPr>
          </a:p>
        </p:txBody>
      </p:sp>
      <p:sp>
        <p:nvSpPr>
          <p:cNvPr id="31" name="TextBox 30">
            <a:extLst>
              <a:ext uri="{FF2B5EF4-FFF2-40B4-BE49-F238E27FC236}">
                <a16:creationId xmlns:a16="http://schemas.microsoft.com/office/drawing/2014/main" id="{BDDE553A-487D-6752-84C4-E25602637409}"/>
              </a:ext>
            </a:extLst>
          </p:cNvPr>
          <p:cNvSpPr txBox="1"/>
          <p:nvPr/>
        </p:nvSpPr>
        <p:spPr>
          <a:xfrm>
            <a:off x="6052598" y="1777250"/>
            <a:ext cx="1044232"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  Bearing flange</a:t>
            </a:r>
            <a:endParaRPr lang="ko-KR" altLang="en-US" sz="1000" b="1" dirty="0">
              <a:solidFill>
                <a:srgbClr val="000000"/>
              </a:solidFill>
              <a:latin typeface="Calibri" panose="020F0502020204030204" pitchFamily="34" charset="0"/>
            </a:endParaRPr>
          </a:p>
        </p:txBody>
      </p:sp>
      <p:sp>
        <p:nvSpPr>
          <p:cNvPr id="32" name="TextBox 31">
            <a:extLst>
              <a:ext uri="{FF2B5EF4-FFF2-40B4-BE49-F238E27FC236}">
                <a16:creationId xmlns:a16="http://schemas.microsoft.com/office/drawing/2014/main" id="{76F42B0A-B821-42C5-C1D7-BA9E7FE23613}"/>
              </a:ext>
            </a:extLst>
          </p:cNvPr>
          <p:cNvSpPr txBox="1"/>
          <p:nvPr/>
        </p:nvSpPr>
        <p:spPr>
          <a:xfrm>
            <a:off x="5192089" y="1969531"/>
            <a:ext cx="531027" cy="2308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O-ring</a:t>
            </a:r>
            <a:endParaRPr lang="ko-KR" altLang="en-US" sz="1000" b="1" dirty="0">
              <a:solidFill>
                <a:srgbClr val="000000"/>
              </a:solidFill>
              <a:latin typeface="Calibri" panose="020F0502020204030204" pitchFamily="34" charset="0"/>
            </a:endParaRPr>
          </a:p>
        </p:txBody>
      </p:sp>
      <p:cxnSp>
        <p:nvCxnSpPr>
          <p:cNvPr id="2" name="직선 연결선 1">
            <a:extLst>
              <a:ext uri="{FF2B5EF4-FFF2-40B4-BE49-F238E27FC236}">
                <a16:creationId xmlns:a16="http://schemas.microsoft.com/office/drawing/2014/main" id="{7B7F9507-192D-DE56-F03B-547567258EE5}"/>
              </a:ext>
            </a:extLst>
          </p:cNvPr>
          <p:cNvCxnSpPr>
            <a:cxnSpLocks/>
          </p:cNvCxnSpPr>
          <p:nvPr/>
        </p:nvCxnSpPr>
        <p:spPr>
          <a:xfrm>
            <a:off x="4447977" y="4274303"/>
            <a:ext cx="581223"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9349491"/>
      </p:ext>
    </p:extLst>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0A304-2CFE-9164-9043-3D63C3A958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25EC36-1E25-6D88-03C5-6A00E88DF9F3}"/>
              </a:ext>
            </a:extLst>
          </p:cNvPr>
          <p:cNvSpPr>
            <a:spLocks noGrp="1"/>
          </p:cNvSpPr>
          <p:nvPr>
            <p:ph type="title"/>
          </p:nvPr>
        </p:nvSpPr>
        <p:spPr>
          <a:xfrm>
            <a:off x="304799" y="304655"/>
            <a:ext cx="8392313" cy="535531"/>
          </a:xfrm>
        </p:spPr>
        <p:txBody>
          <a:bodyPr/>
          <a:lstStyle/>
          <a:p>
            <a:r>
              <a:rPr lang="en-US" dirty="0"/>
              <a:t>Cleaning of T/C  </a:t>
            </a:r>
          </a:p>
        </p:txBody>
      </p:sp>
      <p:sp>
        <p:nvSpPr>
          <p:cNvPr id="3" name="Text Placeholder 2">
            <a:extLst>
              <a:ext uri="{FF2B5EF4-FFF2-40B4-BE49-F238E27FC236}">
                <a16:creationId xmlns:a16="http://schemas.microsoft.com/office/drawing/2014/main" id="{7AF9AB25-D58F-E456-D2CC-5FC07E9CCC37}"/>
              </a:ext>
            </a:extLst>
          </p:cNvPr>
          <p:cNvSpPr>
            <a:spLocks noGrp="1"/>
          </p:cNvSpPr>
          <p:nvPr>
            <p:ph type="body" sz="quarter" idx="10"/>
          </p:nvPr>
        </p:nvSpPr>
        <p:spPr>
          <a:xfrm>
            <a:off x="304799" y="925741"/>
            <a:ext cx="8550443" cy="3995342"/>
          </a:xfrm>
        </p:spPr>
        <p:txBody>
          <a:bodyPr>
            <a:normAutofit/>
          </a:bodyPr>
          <a:lstStyle/>
          <a:p>
            <a:pPr marL="0" indent="0">
              <a:spcAft>
                <a:spcPts val="1000"/>
              </a:spcAft>
              <a:buNone/>
            </a:pPr>
            <a:r>
              <a:rPr lang="en-US" altLang="ko-KR" sz="1600" dirty="0"/>
              <a:t>Regular cleaning of the exhaust turbine is essential to ensure optimum engine operation using HFO as fuel. </a:t>
            </a:r>
          </a:p>
          <a:p>
            <a:pPr marL="0" indent="0">
              <a:spcAft>
                <a:spcPts val="1000"/>
              </a:spcAft>
              <a:buNone/>
            </a:pPr>
            <a:r>
              <a:rPr lang="en-US" altLang="ko-KR" sz="1600" dirty="0"/>
              <a:t>Depending on the quality of the fuel used, particularly hard deposits can be formed on the nozzle ring in conjunction with high exhaust gas temperatures. </a:t>
            </a:r>
          </a:p>
          <a:p>
            <a:pPr marL="0" indent="0">
              <a:spcAft>
                <a:spcPts val="1000"/>
              </a:spcAft>
              <a:buNone/>
            </a:pPr>
            <a:r>
              <a:rPr lang="en-US" altLang="ko-KR" sz="1600" dirty="0"/>
              <a:t>Heavily contaminated turbine components, in particular a contaminated nozzle ring, lead to deterioration in turbine efficiency. Reduced engine power and poorer efficiency are the result. </a:t>
            </a:r>
          </a:p>
          <a:p>
            <a:pPr marL="0" indent="0">
              <a:spcAft>
                <a:spcPts val="1000"/>
              </a:spcAft>
              <a:buNone/>
            </a:pPr>
            <a:r>
              <a:rPr lang="en-US" altLang="ko-KR" sz="1600" dirty="0"/>
              <a:t>Under certain circumstances, even the omission of only one turbine washing cycle can lead to a build-up of carbon residues that can no longer be removed with the next regular cleaning process. The resulting need for an early turbocharger service increases the operating costs of the engine plant. </a:t>
            </a:r>
            <a:endParaRPr lang="en-US" sz="1600" dirty="0">
              <a:solidFill>
                <a:srgbClr val="000000"/>
              </a:solidFill>
            </a:endParaRPr>
          </a:p>
        </p:txBody>
      </p:sp>
      <p:pic>
        <p:nvPicPr>
          <p:cNvPr id="4" name="Picture 6" descr="Pulsation and Vibration Measurement on Stator Side for Turbocharger Turbine  Blade Vibration Monitoring">
            <a:extLst>
              <a:ext uri="{FF2B5EF4-FFF2-40B4-BE49-F238E27FC236}">
                <a16:creationId xmlns:a16="http://schemas.microsoft.com/office/drawing/2014/main" id="{5D37B30F-D3EF-DC1B-C34F-88F7FA86D7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4602" y="4008651"/>
            <a:ext cx="1888041" cy="1125959"/>
          </a:xfrm>
          <a:prstGeom prst="rect">
            <a:avLst/>
          </a:prstGeom>
          <a:noFill/>
          <a:extLst>
            <a:ext uri="{909E8E84-426E-40DD-AFC4-6F175D3DCCD1}">
              <a14:hiddenFill xmlns:a14="http://schemas.microsoft.com/office/drawing/2010/main">
                <a:solidFill>
                  <a:srgbClr val="FFFFFF"/>
                </a:solidFill>
              </a14:hiddenFill>
            </a:ext>
          </a:extLst>
        </p:spPr>
      </p:pic>
      <p:cxnSp>
        <p:nvCxnSpPr>
          <p:cNvPr id="5" name="직선 화살표 연결선 4">
            <a:extLst>
              <a:ext uri="{FF2B5EF4-FFF2-40B4-BE49-F238E27FC236}">
                <a16:creationId xmlns:a16="http://schemas.microsoft.com/office/drawing/2014/main" id="{1CFFF601-4B1E-4644-1124-FDC88AB533D8}"/>
              </a:ext>
            </a:extLst>
          </p:cNvPr>
          <p:cNvCxnSpPr>
            <a:cxnSpLocks/>
          </p:cNvCxnSpPr>
          <p:nvPr/>
        </p:nvCxnSpPr>
        <p:spPr>
          <a:xfrm flipH="1">
            <a:off x="5117781" y="4611716"/>
            <a:ext cx="382369"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3F0C86E7-A1FA-2B9B-3A6B-9F31858F17C2}"/>
              </a:ext>
            </a:extLst>
          </p:cNvPr>
          <p:cNvSpPr txBox="1"/>
          <p:nvPr/>
        </p:nvSpPr>
        <p:spPr>
          <a:xfrm>
            <a:off x="5500149" y="4433925"/>
            <a:ext cx="1251285" cy="369332"/>
          </a:xfrm>
          <a:prstGeom prst="rect">
            <a:avLst/>
          </a:prstGeom>
          <a:noFill/>
        </p:spPr>
        <p:txBody>
          <a:bodyPr wrap="square" rtlCol="0">
            <a:spAutoFit/>
          </a:bodyPr>
          <a:lstStyle/>
          <a:p>
            <a:pPr algn="ctr">
              <a:lnSpc>
                <a:spcPct val="90000"/>
              </a:lnSpc>
            </a:pPr>
            <a:r>
              <a:rPr lang="en-US" altLang="ko-KR" sz="1000" b="1" dirty="0">
                <a:solidFill>
                  <a:srgbClr val="000000"/>
                </a:solidFill>
                <a:latin typeface="Calibri" panose="020F0502020204030204" pitchFamily="34" charset="0"/>
              </a:rPr>
              <a:t>Contaminated nozzle ring of T/C</a:t>
            </a:r>
            <a:endParaRPr lang="ko-KR" altLang="en-US" sz="1000" b="1" dirty="0">
              <a:solidFill>
                <a:srgbClr val="000000"/>
              </a:solidFill>
              <a:latin typeface="Calibri" panose="020F0502020204030204" pitchFamily="34" charset="0"/>
            </a:endParaRPr>
          </a:p>
        </p:txBody>
      </p:sp>
    </p:spTree>
    <p:extLst>
      <p:ext uri="{BB962C8B-B14F-4D97-AF65-F5344CB8AC3E}">
        <p14:creationId xmlns:p14="http://schemas.microsoft.com/office/powerpoint/2010/main" val="677122506"/>
      </p:ext>
    </p:extLst>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BF87D-7D1E-B4B6-742C-C2465465BA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02529A-935D-4A9B-F405-DA0AC16F006D}"/>
              </a:ext>
            </a:extLst>
          </p:cNvPr>
          <p:cNvSpPr>
            <a:spLocks noGrp="1"/>
          </p:cNvSpPr>
          <p:nvPr>
            <p:ph type="title"/>
          </p:nvPr>
        </p:nvSpPr>
        <p:spPr>
          <a:xfrm>
            <a:off x="304799" y="304655"/>
            <a:ext cx="8392313" cy="535531"/>
          </a:xfrm>
        </p:spPr>
        <p:txBody>
          <a:bodyPr/>
          <a:lstStyle/>
          <a:p>
            <a:r>
              <a:rPr lang="en-US" dirty="0"/>
              <a:t>Cleaning of T/C  </a:t>
            </a:r>
          </a:p>
        </p:txBody>
      </p:sp>
      <p:sp>
        <p:nvSpPr>
          <p:cNvPr id="3" name="Text Placeholder 2">
            <a:extLst>
              <a:ext uri="{FF2B5EF4-FFF2-40B4-BE49-F238E27FC236}">
                <a16:creationId xmlns:a16="http://schemas.microsoft.com/office/drawing/2014/main" id="{16DD3E41-3796-F343-7891-2791F173C401}"/>
              </a:ext>
            </a:extLst>
          </p:cNvPr>
          <p:cNvSpPr>
            <a:spLocks noGrp="1"/>
          </p:cNvSpPr>
          <p:nvPr>
            <p:ph type="body" sz="quarter" idx="10"/>
          </p:nvPr>
        </p:nvSpPr>
        <p:spPr>
          <a:xfrm>
            <a:off x="304799" y="925741"/>
            <a:ext cx="8550443" cy="3995342"/>
          </a:xfrm>
        </p:spPr>
        <p:txBody>
          <a:bodyPr>
            <a:normAutofit/>
          </a:bodyPr>
          <a:lstStyle/>
          <a:p>
            <a:pPr marL="0" indent="0">
              <a:spcAft>
                <a:spcPts val="1000"/>
              </a:spcAft>
              <a:buNone/>
            </a:pPr>
            <a:r>
              <a:rPr lang="en-US" altLang="ko-KR" sz="1600" b="1" dirty="0"/>
              <a:t>Turbine cleaning </a:t>
            </a:r>
          </a:p>
          <a:p>
            <a:pPr marL="0" indent="0">
              <a:spcAft>
                <a:spcPts val="1000"/>
              </a:spcAft>
              <a:buNone/>
            </a:pPr>
            <a:r>
              <a:rPr lang="en-US" altLang="ko-KR" sz="1600" dirty="0"/>
              <a:t>Generally, there are two different washing processes for cleaning the turbine: short-term and long-term washing. Which washing process to use depends on the turbocharger type. </a:t>
            </a:r>
          </a:p>
          <a:p>
            <a:pPr marL="0" indent="0">
              <a:spcAft>
                <a:spcPts val="1000"/>
              </a:spcAft>
              <a:buNone/>
            </a:pPr>
            <a:r>
              <a:rPr lang="en-US" altLang="ko-KR" sz="1600" dirty="0"/>
              <a:t>In short-term washing, water is introduced into the turbine several times for a short time. This leads to temperature shocks which cause the dirt to flake off. </a:t>
            </a:r>
          </a:p>
          <a:p>
            <a:pPr marL="0" indent="0">
              <a:spcAft>
                <a:spcPts val="1000"/>
              </a:spcAft>
              <a:buNone/>
            </a:pPr>
            <a:r>
              <a:rPr lang="en-US" altLang="ko-KR" sz="1600" dirty="0"/>
              <a:t>The cleaning effect of long-term washing is based on dissolving the dirt with water. Thus, the 10 minute cleaning time should ensure that all dirty surfaces are wetted with water and that dirt is dissolved. </a:t>
            </a:r>
            <a:endParaRPr lang="en-US" sz="1600" dirty="0">
              <a:solidFill>
                <a:srgbClr val="000000"/>
              </a:solidFill>
            </a:endParaRPr>
          </a:p>
        </p:txBody>
      </p:sp>
      <p:pic>
        <p:nvPicPr>
          <p:cNvPr id="8" name="그림 7">
            <a:extLst>
              <a:ext uri="{FF2B5EF4-FFF2-40B4-BE49-F238E27FC236}">
                <a16:creationId xmlns:a16="http://schemas.microsoft.com/office/drawing/2014/main" id="{379620DB-A457-2340-553C-C5AFAE1C1502}"/>
              </a:ext>
            </a:extLst>
          </p:cNvPr>
          <p:cNvPicPr>
            <a:picLocks noChangeAspect="1"/>
          </p:cNvPicPr>
          <p:nvPr/>
        </p:nvPicPr>
        <p:blipFill>
          <a:blip r:embed="rId2"/>
          <a:stretch>
            <a:fillRect/>
          </a:stretch>
        </p:blipFill>
        <p:spPr>
          <a:xfrm>
            <a:off x="1359249" y="3420087"/>
            <a:ext cx="5729070" cy="1281603"/>
          </a:xfrm>
          <a:prstGeom prst="rect">
            <a:avLst/>
          </a:prstGeom>
        </p:spPr>
      </p:pic>
    </p:spTree>
    <p:extLst>
      <p:ext uri="{BB962C8B-B14F-4D97-AF65-F5344CB8AC3E}">
        <p14:creationId xmlns:p14="http://schemas.microsoft.com/office/powerpoint/2010/main" val="2554902556"/>
      </p:ext>
    </p:extLst>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B09FA-A57E-7F17-FECC-81F3F48F6E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F06F85-8BEE-F2CD-E9A5-D1237472ED0D}"/>
              </a:ext>
            </a:extLst>
          </p:cNvPr>
          <p:cNvSpPr>
            <a:spLocks noGrp="1"/>
          </p:cNvSpPr>
          <p:nvPr>
            <p:ph type="title"/>
          </p:nvPr>
        </p:nvSpPr>
        <p:spPr>
          <a:xfrm>
            <a:off x="304799" y="304655"/>
            <a:ext cx="8392313" cy="535531"/>
          </a:xfrm>
        </p:spPr>
        <p:txBody>
          <a:bodyPr/>
          <a:lstStyle/>
          <a:p>
            <a:r>
              <a:rPr lang="en-US" dirty="0"/>
              <a:t>Cleaning of T/C  </a:t>
            </a:r>
          </a:p>
        </p:txBody>
      </p:sp>
      <p:sp>
        <p:nvSpPr>
          <p:cNvPr id="3" name="Text Placeholder 2">
            <a:extLst>
              <a:ext uri="{FF2B5EF4-FFF2-40B4-BE49-F238E27FC236}">
                <a16:creationId xmlns:a16="http://schemas.microsoft.com/office/drawing/2014/main" id="{8EFF5B95-6D7B-4723-4602-F925D2864E77}"/>
              </a:ext>
            </a:extLst>
          </p:cNvPr>
          <p:cNvSpPr>
            <a:spLocks noGrp="1"/>
          </p:cNvSpPr>
          <p:nvPr>
            <p:ph type="body" sz="quarter" idx="10"/>
          </p:nvPr>
        </p:nvSpPr>
        <p:spPr>
          <a:xfrm>
            <a:off x="304799" y="1072529"/>
            <a:ext cx="8550443" cy="3848554"/>
          </a:xfrm>
        </p:spPr>
        <p:txBody>
          <a:bodyPr>
            <a:normAutofit/>
          </a:bodyPr>
          <a:lstStyle/>
          <a:p>
            <a:pPr marL="0" indent="0">
              <a:spcAft>
                <a:spcPts val="1000"/>
              </a:spcAft>
              <a:buNone/>
            </a:pPr>
            <a:r>
              <a:rPr lang="en-US" altLang="ko-KR" sz="1600" dirty="0"/>
              <a:t>Despite regular turbine washing in compliance with the washing parameters, if the turbines and nozzle rings are dirty, manual cleaning of the components is necessary.</a:t>
            </a:r>
          </a:p>
          <a:p>
            <a:pPr marL="0" indent="0">
              <a:spcAft>
                <a:spcPts val="1000"/>
              </a:spcAft>
              <a:buNone/>
            </a:pPr>
            <a:endParaRPr lang="en-US" altLang="ko-KR" sz="1600" dirty="0"/>
          </a:p>
          <a:p>
            <a:pPr marL="0" indent="0">
              <a:spcAft>
                <a:spcPts val="1000"/>
              </a:spcAft>
              <a:buNone/>
            </a:pPr>
            <a:r>
              <a:rPr lang="en-US" altLang="ko-KR" sz="1600" dirty="0"/>
              <a:t>Chemical analyses show that usually deposits on turbines and nozzle rings are mainly oxidic vanadium compounds. If fuels with a high vanadium content are used, we recommend shortening the washing intervals. </a:t>
            </a:r>
          </a:p>
          <a:p>
            <a:pPr marL="0" indent="0">
              <a:spcAft>
                <a:spcPts val="1000"/>
              </a:spcAft>
              <a:buNone/>
            </a:pPr>
            <a:endParaRPr lang="en-US" altLang="ko-KR" sz="1600" dirty="0"/>
          </a:p>
          <a:p>
            <a:pPr marL="0" indent="0">
              <a:spcAft>
                <a:spcPts val="1000"/>
              </a:spcAft>
              <a:buNone/>
            </a:pPr>
            <a:r>
              <a:rPr lang="en-US" altLang="ko-KR" sz="1600" dirty="0"/>
              <a:t>Field experience and tests have shown improved cleaning results with the long-term washing procedure, therefore in case operators experience insufficient cleaning results with the short term water injection, ABB recommends changing to long-term washing.</a:t>
            </a:r>
            <a:endParaRPr lang="en-US" sz="1600" dirty="0">
              <a:solidFill>
                <a:srgbClr val="000000"/>
              </a:solidFill>
            </a:endParaRPr>
          </a:p>
        </p:txBody>
      </p:sp>
    </p:spTree>
    <p:extLst>
      <p:ext uri="{BB962C8B-B14F-4D97-AF65-F5344CB8AC3E}">
        <p14:creationId xmlns:p14="http://schemas.microsoft.com/office/powerpoint/2010/main" val="856003550"/>
      </p:ext>
    </p:extLst>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89EB0-9C2C-6954-66AC-894DD873EA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4CFFC-C15B-9C90-2AC6-3AB294314E46}"/>
              </a:ext>
            </a:extLst>
          </p:cNvPr>
          <p:cNvSpPr>
            <a:spLocks noGrp="1"/>
          </p:cNvSpPr>
          <p:nvPr>
            <p:ph type="title"/>
          </p:nvPr>
        </p:nvSpPr>
        <p:spPr>
          <a:xfrm>
            <a:off x="304799" y="304655"/>
            <a:ext cx="8392313" cy="535531"/>
          </a:xfrm>
        </p:spPr>
        <p:txBody>
          <a:bodyPr/>
          <a:lstStyle/>
          <a:p>
            <a:r>
              <a:rPr lang="en-US" dirty="0"/>
              <a:t>Dry cleaning of T/C turbine side </a:t>
            </a:r>
          </a:p>
        </p:txBody>
      </p:sp>
      <p:pic>
        <p:nvPicPr>
          <p:cNvPr id="6" name="온라인 미디어 5" title="HOW TO CARRY OUT DRY CLEANING OF TURBOCHARGER TURBINE SIDE | STX MAN GENERATOR">
            <a:hlinkClick r:id="" action="ppaction://media"/>
            <a:extLst>
              <a:ext uri="{FF2B5EF4-FFF2-40B4-BE49-F238E27FC236}">
                <a16:creationId xmlns:a16="http://schemas.microsoft.com/office/drawing/2014/main" id="{7EA01A3A-2A06-4C7E-CA42-D9638E12DB9D}"/>
              </a:ext>
            </a:extLst>
          </p:cNvPr>
          <p:cNvPicPr>
            <a:picLocks noRot="1" noChangeAspect="1"/>
          </p:cNvPicPr>
          <p:nvPr>
            <a:videoFile r:link="rId1"/>
          </p:nvPr>
        </p:nvPicPr>
        <p:blipFill>
          <a:blip r:embed="rId3"/>
          <a:stretch>
            <a:fillRect/>
          </a:stretch>
        </p:blipFill>
        <p:spPr>
          <a:xfrm>
            <a:off x="390310" y="969403"/>
            <a:ext cx="6361125" cy="3593730"/>
          </a:xfrm>
          <a:prstGeom prst="rect">
            <a:avLst/>
          </a:prstGeom>
        </p:spPr>
      </p:pic>
    </p:spTree>
    <p:extLst>
      <p:ext uri="{BB962C8B-B14F-4D97-AF65-F5344CB8AC3E}">
        <p14:creationId xmlns:p14="http://schemas.microsoft.com/office/powerpoint/2010/main" val="374462126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22636-9752-CF7F-7987-70162B5E1C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6841A5-E89C-F2EC-B657-B00DBC599A16}"/>
              </a:ext>
            </a:extLst>
          </p:cNvPr>
          <p:cNvSpPr>
            <a:spLocks noGrp="1"/>
          </p:cNvSpPr>
          <p:nvPr>
            <p:ph type="title"/>
          </p:nvPr>
        </p:nvSpPr>
        <p:spPr>
          <a:xfrm>
            <a:off x="304799" y="304655"/>
            <a:ext cx="8392313" cy="535531"/>
          </a:xfrm>
        </p:spPr>
        <p:txBody>
          <a:bodyPr/>
          <a:lstStyle/>
          <a:p>
            <a:r>
              <a:rPr lang="en-US" dirty="0"/>
              <a:t>Water washing of T/C turbine side </a:t>
            </a:r>
          </a:p>
        </p:txBody>
      </p:sp>
      <p:sp>
        <p:nvSpPr>
          <p:cNvPr id="3" name="Text Placeholder 2">
            <a:extLst>
              <a:ext uri="{FF2B5EF4-FFF2-40B4-BE49-F238E27FC236}">
                <a16:creationId xmlns:a16="http://schemas.microsoft.com/office/drawing/2014/main" id="{420BCA12-E6FF-5493-1F43-5418B6939D2F}"/>
              </a:ext>
            </a:extLst>
          </p:cNvPr>
          <p:cNvSpPr>
            <a:spLocks noGrp="1"/>
          </p:cNvSpPr>
          <p:nvPr>
            <p:ph type="body" sz="quarter" idx="10"/>
          </p:nvPr>
        </p:nvSpPr>
        <p:spPr>
          <a:xfrm>
            <a:off x="304799" y="2492256"/>
            <a:ext cx="5313900" cy="336884"/>
          </a:xfrm>
        </p:spPr>
        <p:txBody>
          <a:bodyPr>
            <a:normAutofit/>
          </a:bodyPr>
          <a:lstStyle/>
          <a:p>
            <a:pPr marL="0" indent="0">
              <a:spcAft>
                <a:spcPts val="1000"/>
              </a:spcAft>
              <a:buNone/>
            </a:pPr>
            <a:r>
              <a:rPr lang="en-US" altLang="ko-KR" sz="1600" b="1" dirty="0"/>
              <a:t>https://www.youtube.com/watch?v=vzn5oku3xOo</a:t>
            </a:r>
            <a:endParaRPr lang="en-US" sz="1600" dirty="0">
              <a:solidFill>
                <a:srgbClr val="000000"/>
              </a:solidFill>
            </a:endParaRPr>
          </a:p>
        </p:txBody>
      </p:sp>
    </p:spTree>
    <p:extLst>
      <p:ext uri="{BB962C8B-B14F-4D97-AF65-F5344CB8AC3E}">
        <p14:creationId xmlns:p14="http://schemas.microsoft.com/office/powerpoint/2010/main" val="1722075858"/>
      </p:ext>
    </p:extLst>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3C2EC-83B1-C372-8EEF-9706E085A3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18DBE5-C6E0-79A1-D49F-50C3B7F7FF40}"/>
              </a:ext>
            </a:extLst>
          </p:cNvPr>
          <p:cNvSpPr>
            <a:spLocks noGrp="1"/>
          </p:cNvSpPr>
          <p:nvPr>
            <p:ph type="title"/>
          </p:nvPr>
        </p:nvSpPr>
        <p:spPr>
          <a:xfrm>
            <a:off x="304799" y="304655"/>
            <a:ext cx="8392313" cy="535531"/>
          </a:xfrm>
        </p:spPr>
        <p:txBody>
          <a:bodyPr/>
          <a:lstStyle/>
          <a:p>
            <a:r>
              <a:rPr lang="en-US" dirty="0"/>
              <a:t>T/C cleaning for compressor and turbine sides </a:t>
            </a:r>
          </a:p>
        </p:txBody>
      </p:sp>
      <p:pic>
        <p:nvPicPr>
          <p:cNvPr id="6" name="온라인 미디어 5" title="Auxiliary Engine Turbocharge Cleaning for Compressor Side and Turbine Side">
            <a:hlinkClick r:id="" action="ppaction://media"/>
            <a:extLst>
              <a:ext uri="{FF2B5EF4-FFF2-40B4-BE49-F238E27FC236}">
                <a16:creationId xmlns:a16="http://schemas.microsoft.com/office/drawing/2014/main" id="{F970239A-B38D-C6AB-834B-9D75ED3D4FE5}"/>
              </a:ext>
            </a:extLst>
          </p:cNvPr>
          <p:cNvPicPr>
            <a:picLocks noRot="1" noChangeAspect="1"/>
          </p:cNvPicPr>
          <p:nvPr>
            <a:videoFile r:link="rId1"/>
          </p:nvPr>
        </p:nvPicPr>
        <p:blipFill>
          <a:blip r:embed="rId3"/>
          <a:stretch>
            <a:fillRect/>
          </a:stretch>
        </p:blipFill>
        <p:spPr>
          <a:xfrm>
            <a:off x="452186" y="993032"/>
            <a:ext cx="6354250" cy="3589847"/>
          </a:xfrm>
          <a:prstGeom prst="rect">
            <a:avLst/>
          </a:prstGeom>
        </p:spPr>
      </p:pic>
      <p:pic>
        <p:nvPicPr>
          <p:cNvPr id="1026" name="Picture 2" descr="Convalve Blog • How Ball Valves Work">
            <a:extLst>
              <a:ext uri="{FF2B5EF4-FFF2-40B4-BE49-F238E27FC236}">
                <a16:creationId xmlns:a16="http://schemas.microsoft.com/office/drawing/2014/main" id="{94A82C5D-C2F5-8877-91FE-9841884FC5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7686" y="2342971"/>
            <a:ext cx="2238520" cy="889967"/>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94A59C9E-C68F-8118-98D1-E5E61CC33A57}"/>
              </a:ext>
            </a:extLst>
          </p:cNvPr>
          <p:cNvSpPr>
            <a:spLocks noGrp="1"/>
          </p:cNvSpPr>
          <p:nvPr>
            <p:ph type="body" sz="quarter" idx="10"/>
          </p:nvPr>
        </p:nvSpPr>
        <p:spPr>
          <a:xfrm>
            <a:off x="7469640" y="3426848"/>
            <a:ext cx="994612" cy="336884"/>
          </a:xfrm>
        </p:spPr>
        <p:txBody>
          <a:bodyPr>
            <a:normAutofit/>
          </a:bodyPr>
          <a:lstStyle/>
          <a:p>
            <a:pPr marL="0" indent="0">
              <a:spcAft>
                <a:spcPts val="1000"/>
              </a:spcAft>
              <a:buNone/>
            </a:pPr>
            <a:r>
              <a:rPr lang="en-US" altLang="ko-KR" sz="1600" b="1" dirty="0"/>
              <a:t>Ball valve</a:t>
            </a:r>
            <a:endParaRPr lang="en-US" sz="1600" dirty="0">
              <a:solidFill>
                <a:srgbClr val="000000"/>
              </a:solidFill>
            </a:endParaRPr>
          </a:p>
        </p:txBody>
      </p:sp>
    </p:spTree>
    <p:extLst>
      <p:ext uri="{BB962C8B-B14F-4D97-AF65-F5344CB8AC3E}">
        <p14:creationId xmlns:p14="http://schemas.microsoft.com/office/powerpoint/2010/main" val="243772911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D6ECE-BFF3-1E13-7EF2-8691561370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43A524-E7B1-A9D0-3CB4-9C403682DF18}"/>
              </a:ext>
            </a:extLst>
          </p:cNvPr>
          <p:cNvSpPr>
            <a:spLocks noGrp="1"/>
          </p:cNvSpPr>
          <p:nvPr>
            <p:ph type="title"/>
          </p:nvPr>
        </p:nvSpPr>
        <p:spPr>
          <a:xfrm>
            <a:off x="304799" y="304655"/>
            <a:ext cx="8392313" cy="535531"/>
          </a:xfrm>
        </p:spPr>
        <p:txBody>
          <a:bodyPr/>
          <a:lstStyle/>
          <a:p>
            <a:r>
              <a:rPr lang="en-US" dirty="0"/>
              <a:t>T/C cleaning for compressor</a:t>
            </a:r>
          </a:p>
        </p:txBody>
      </p:sp>
      <p:pic>
        <p:nvPicPr>
          <p:cNvPr id="5" name="그림 4">
            <a:extLst>
              <a:ext uri="{FF2B5EF4-FFF2-40B4-BE49-F238E27FC236}">
                <a16:creationId xmlns:a16="http://schemas.microsoft.com/office/drawing/2014/main" id="{C583D4D5-8B78-FFE5-308B-0B61D8295215}"/>
              </a:ext>
            </a:extLst>
          </p:cNvPr>
          <p:cNvPicPr>
            <a:picLocks noChangeAspect="1"/>
          </p:cNvPicPr>
          <p:nvPr/>
        </p:nvPicPr>
        <p:blipFill>
          <a:blip r:embed="rId2"/>
          <a:stretch>
            <a:fillRect/>
          </a:stretch>
        </p:blipFill>
        <p:spPr>
          <a:xfrm>
            <a:off x="446889" y="1014949"/>
            <a:ext cx="6662054" cy="3681661"/>
          </a:xfrm>
          <a:prstGeom prst="rect">
            <a:avLst/>
          </a:prstGeom>
        </p:spPr>
      </p:pic>
    </p:spTree>
    <p:extLst>
      <p:ext uri="{BB962C8B-B14F-4D97-AF65-F5344CB8AC3E}">
        <p14:creationId xmlns:p14="http://schemas.microsoft.com/office/powerpoint/2010/main" val="4069612357"/>
      </p:ext>
    </p:extLst>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D65DA-3D81-09AE-0F9C-961F4C26E4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CF983E-5169-B63D-002E-E392E4F24129}"/>
              </a:ext>
            </a:extLst>
          </p:cNvPr>
          <p:cNvSpPr>
            <a:spLocks noGrp="1"/>
          </p:cNvSpPr>
          <p:nvPr>
            <p:ph type="title"/>
          </p:nvPr>
        </p:nvSpPr>
        <p:spPr>
          <a:xfrm>
            <a:off x="304799" y="304655"/>
            <a:ext cx="8392313" cy="535531"/>
          </a:xfrm>
        </p:spPr>
        <p:txBody>
          <a:bodyPr/>
          <a:lstStyle/>
          <a:p>
            <a:r>
              <a:rPr lang="en-US" dirty="0"/>
              <a:t>T/C cleaning for compressor</a:t>
            </a:r>
          </a:p>
        </p:txBody>
      </p:sp>
      <p:pic>
        <p:nvPicPr>
          <p:cNvPr id="4" name="그림 3">
            <a:extLst>
              <a:ext uri="{FF2B5EF4-FFF2-40B4-BE49-F238E27FC236}">
                <a16:creationId xmlns:a16="http://schemas.microsoft.com/office/drawing/2014/main" id="{0EA5A34C-B9B3-3112-0FC2-8CBE24FF1C13}"/>
              </a:ext>
            </a:extLst>
          </p:cNvPr>
          <p:cNvPicPr>
            <a:picLocks noChangeAspect="1"/>
          </p:cNvPicPr>
          <p:nvPr/>
        </p:nvPicPr>
        <p:blipFill>
          <a:blip r:embed="rId2"/>
          <a:stretch>
            <a:fillRect/>
          </a:stretch>
        </p:blipFill>
        <p:spPr>
          <a:xfrm>
            <a:off x="5444084" y="0"/>
            <a:ext cx="3679291" cy="5143500"/>
          </a:xfrm>
          <a:prstGeom prst="rect">
            <a:avLst/>
          </a:prstGeom>
        </p:spPr>
      </p:pic>
      <p:sp>
        <p:nvSpPr>
          <p:cNvPr id="8" name="직사각형 7">
            <a:extLst>
              <a:ext uri="{FF2B5EF4-FFF2-40B4-BE49-F238E27FC236}">
                <a16:creationId xmlns:a16="http://schemas.microsoft.com/office/drawing/2014/main" id="{61AA69B4-F082-15D2-1BFC-0095906FA537}"/>
              </a:ext>
            </a:extLst>
          </p:cNvPr>
          <p:cNvSpPr/>
          <p:nvPr/>
        </p:nvSpPr>
        <p:spPr>
          <a:xfrm>
            <a:off x="7500830" y="4530752"/>
            <a:ext cx="529389" cy="36929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1000" b="1" dirty="0">
                <a:solidFill>
                  <a:schemeClr val="bg1"/>
                </a:solidFill>
                <a:latin typeface="Calibri" panose="020F0502020204030204" pitchFamily="34" charset="0"/>
              </a:rPr>
              <a:t>Screw plug</a:t>
            </a:r>
          </a:p>
        </p:txBody>
      </p:sp>
      <p:sp>
        <p:nvSpPr>
          <p:cNvPr id="9" name="직사각형 8">
            <a:extLst>
              <a:ext uri="{FF2B5EF4-FFF2-40B4-BE49-F238E27FC236}">
                <a16:creationId xmlns:a16="http://schemas.microsoft.com/office/drawing/2014/main" id="{177C3FC1-DFAC-C47E-698A-D38A4C14AD99}"/>
              </a:ext>
            </a:extLst>
          </p:cNvPr>
          <p:cNvSpPr/>
          <p:nvPr/>
        </p:nvSpPr>
        <p:spPr>
          <a:xfrm>
            <a:off x="6567659" y="4669213"/>
            <a:ext cx="728770" cy="230833"/>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1000" b="1" dirty="0">
                <a:solidFill>
                  <a:schemeClr val="bg1"/>
                </a:solidFill>
                <a:latin typeface="Calibri" panose="020F0502020204030204" pitchFamily="34" charset="0"/>
              </a:rPr>
              <a:t>Container</a:t>
            </a:r>
          </a:p>
        </p:txBody>
      </p:sp>
      <p:sp>
        <p:nvSpPr>
          <p:cNvPr id="10" name="직사각형 9">
            <a:extLst>
              <a:ext uri="{FF2B5EF4-FFF2-40B4-BE49-F238E27FC236}">
                <a16:creationId xmlns:a16="http://schemas.microsoft.com/office/drawing/2014/main" id="{222153B4-1020-440F-4246-AAB7CD0D3511}"/>
              </a:ext>
            </a:extLst>
          </p:cNvPr>
          <p:cNvSpPr/>
          <p:nvPr/>
        </p:nvSpPr>
        <p:spPr>
          <a:xfrm>
            <a:off x="8420004" y="4729149"/>
            <a:ext cx="694394" cy="36929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1000" b="1" dirty="0">
                <a:solidFill>
                  <a:schemeClr val="bg1"/>
                </a:solidFill>
                <a:latin typeface="Calibri" panose="020F0502020204030204" pitchFamily="34" charset="0"/>
              </a:rPr>
              <a:t>Valve activator</a:t>
            </a:r>
          </a:p>
        </p:txBody>
      </p:sp>
      <p:sp>
        <p:nvSpPr>
          <p:cNvPr id="11" name="직사각형 10">
            <a:extLst>
              <a:ext uri="{FF2B5EF4-FFF2-40B4-BE49-F238E27FC236}">
                <a16:creationId xmlns:a16="http://schemas.microsoft.com/office/drawing/2014/main" id="{EA7F3B1A-4C67-C03B-31CD-E43416266B38}"/>
              </a:ext>
            </a:extLst>
          </p:cNvPr>
          <p:cNvSpPr/>
          <p:nvPr/>
        </p:nvSpPr>
        <p:spPr>
          <a:xfrm>
            <a:off x="8318022" y="3479011"/>
            <a:ext cx="825978" cy="36929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1000" b="1" dirty="0">
                <a:solidFill>
                  <a:schemeClr val="bg1"/>
                </a:solidFill>
                <a:latin typeface="Calibri" panose="020F0502020204030204" pitchFamily="34" charset="0"/>
              </a:rPr>
              <a:t>Pressurized air</a:t>
            </a:r>
          </a:p>
        </p:txBody>
      </p:sp>
      <p:sp>
        <p:nvSpPr>
          <p:cNvPr id="12" name="직사각형 11">
            <a:extLst>
              <a:ext uri="{FF2B5EF4-FFF2-40B4-BE49-F238E27FC236}">
                <a16:creationId xmlns:a16="http://schemas.microsoft.com/office/drawing/2014/main" id="{D9967BCF-39BF-6E2D-C71C-25617772EBD4}"/>
              </a:ext>
            </a:extLst>
          </p:cNvPr>
          <p:cNvSpPr/>
          <p:nvPr/>
        </p:nvSpPr>
        <p:spPr>
          <a:xfrm>
            <a:off x="6932044" y="3430556"/>
            <a:ext cx="568786" cy="233102"/>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1000" b="1" dirty="0">
                <a:solidFill>
                  <a:schemeClr val="bg1"/>
                </a:solidFill>
                <a:latin typeface="Calibri" panose="020F0502020204030204" pitchFamily="34" charset="0"/>
              </a:rPr>
              <a:t>Water</a:t>
            </a:r>
          </a:p>
        </p:txBody>
      </p:sp>
      <p:sp>
        <p:nvSpPr>
          <p:cNvPr id="13" name="Text Placeholder 2">
            <a:extLst>
              <a:ext uri="{FF2B5EF4-FFF2-40B4-BE49-F238E27FC236}">
                <a16:creationId xmlns:a16="http://schemas.microsoft.com/office/drawing/2014/main" id="{F3C69C2E-D192-91C8-6436-8909EF38186B}"/>
              </a:ext>
            </a:extLst>
          </p:cNvPr>
          <p:cNvSpPr>
            <a:spLocks noGrp="1"/>
          </p:cNvSpPr>
          <p:nvPr>
            <p:ph type="body" sz="quarter" idx="10"/>
          </p:nvPr>
        </p:nvSpPr>
        <p:spPr>
          <a:xfrm>
            <a:off x="304798" y="1031278"/>
            <a:ext cx="5751095" cy="3980734"/>
          </a:xfrm>
        </p:spPr>
        <p:txBody>
          <a:bodyPr>
            <a:normAutofit/>
          </a:bodyPr>
          <a:lstStyle/>
          <a:p>
            <a:pPr marL="0" indent="0">
              <a:spcAft>
                <a:spcPts val="1000"/>
              </a:spcAft>
              <a:buNone/>
            </a:pPr>
            <a:r>
              <a:rPr lang="en-US" altLang="ko-KR" sz="1600" b="1" dirty="0"/>
              <a:t>Operating state prerequisites for cleaning compressor with XC1</a:t>
            </a:r>
          </a:p>
          <a:p>
            <a:pPr marL="0" indent="0">
              <a:spcAft>
                <a:spcPts val="1000"/>
              </a:spcAft>
              <a:buNone/>
            </a:pPr>
            <a:r>
              <a:rPr lang="en-US" sz="1600" dirty="0">
                <a:solidFill>
                  <a:srgbClr val="000000"/>
                </a:solidFill>
              </a:rPr>
              <a:t>To be able to carry out a satisfactory cleaning process which has been tested and is recommended by ABB Turbocharging, the following prerequisites must be fulfilled:</a:t>
            </a:r>
          </a:p>
          <a:p>
            <a:pPr marL="0" indent="0">
              <a:spcAft>
                <a:spcPts val="1000"/>
              </a:spcAft>
              <a:buNone/>
            </a:pPr>
            <a:r>
              <a:rPr lang="en-US" sz="1600" dirty="0">
                <a:solidFill>
                  <a:srgbClr val="000000"/>
                </a:solidFill>
              </a:rPr>
              <a:t>1) Run engine at load from 50 … 85 %.</a:t>
            </a:r>
          </a:p>
          <a:p>
            <a:pPr marL="0" indent="0">
              <a:spcAft>
                <a:spcPts val="1000"/>
              </a:spcAft>
              <a:buNone/>
            </a:pPr>
            <a:r>
              <a:rPr lang="en-US" sz="1600" dirty="0">
                <a:solidFill>
                  <a:srgbClr val="000000"/>
                </a:solidFill>
              </a:rPr>
              <a:t>2) Start cleaning cycle according to following description Wet cleaning operation with XC1.</a:t>
            </a:r>
          </a:p>
        </p:txBody>
      </p:sp>
    </p:spTree>
    <p:extLst>
      <p:ext uri="{BB962C8B-B14F-4D97-AF65-F5344CB8AC3E}">
        <p14:creationId xmlns:p14="http://schemas.microsoft.com/office/powerpoint/2010/main" val="1649929547"/>
      </p:ext>
    </p:extLst>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3662C-2B84-19C0-50EA-260BC9B875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ABA7F6-7164-388C-0781-EBC5C026C78B}"/>
              </a:ext>
            </a:extLst>
          </p:cNvPr>
          <p:cNvSpPr>
            <a:spLocks noGrp="1"/>
          </p:cNvSpPr>
          <p:nvPr>
            <p:ph type="title"/>
          </p:nvPr>
        </p:nvSpPr>
        <p:spPr>
          <a:xfrm>
            <a:off x="304799" y="304655"/>
            <a:ext cx="8392313" cy="535531"/>
          </a:xfrm>
        </p:spPr>
        <p:txBody>
          <a:bodyPr/>
          <a:lstStyle/>
          <a:p>
            <a:r>
              <a:rPr lang="en-US" dirty="0"/>
              <a:t>T/C cleaning for compressor</a:t>
            </a:r>
          </a:p>
        </p:txBody>
      </p:sp>
      <p:pic>
        <p:nvPicPr>
          <p:cNvPr id="4" name="그림 3">
            <a:extLst>
              <a:ext uri="{FF2B5EF4-FFF2-40B4-BE49-F238E27FC236}">
                <a16:creationId xmlns:a16="http://schemas.microsoft.com/office/drawing/2014/main" id="{9BACBE35-97FC-CD57-C8B3-DF9D291CEB0E}"/>
              </a:ext>
            </a:extLst>
          </p:cNvPr>
          <p:cNvPicPr>
            <a:picLocks noChangeAspect="1"/>
          </p:cNvPicPr>
          <p:nvPr/>
        </p:nvPicPr>
        <p:blipFill>
          <a:blip r:embed="rId2"/>
          <a:stretch>
            <a:fillRect/>
          </a:stretch>
        </p:blipFill>
        <p:spPr>
          <a:xfrm>
            <a:off x="5444084" y="0"/>
            <a:ext cx="3679291" cy="5143500"/>
          </a:xfrm>
          <a:prstGeom prst="rect">
            <a:avLst/>
          </a:prstGeom>
        </p:spPr>
      </p:pic>
      <p:sp>
        <p:nvSpPr>
          <p:cNvPr id="8" name="직사각형 7">
            <a:extLst>
              <a:ext uri="{FF2B5EF4-FFF2-40B4-BE49-F238E27FC236}">
                <a16:creationId xmlns:a16="http://schemas.microsoft.com/office/drawing/2014/main" id="{37181036-3E8B-E25A-2FC8-56C4696CA5D3}"/>
              </a:ext>
            </a:extLst>
          </p:cNvPr>
          <p:cNvSpPr/>
          <p:nvPr/>
        </p:nvSpPr>
        <p:spPr>
          <a:xfrm>
            <a:off x="7500830" y="4530752"/>
            <a:ext cx="529389" cy="36929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1000" b="1" dirty="0">
                <a:solidFill>
                  <a:schemeClr val="bg1"/>
                </a:solidFill>
                <a:latin typeface="Calibri" panose="020F0502020204030204" pitchFamily="34" charset="0"/>
              </a:rPr>
              <a:t>Screw plug</a:t>
            </a:r>
          </a:p>
        </p:txBody>
      </p:sp>
      <p:sp>
        <p:nvSpPr>
          <p:cNvPr id="9" name="직사각형 8">
            <a:extLst>
              <a:ext uri="{FF2B5EF4-FFF2-40B4-BE49-F238E27FC236}">
                <a16:creationId xmlns:a16="http://schemas.microsoft.com/office/drawing/2014/main" id="{4D4A8045-E423-AF80-4BE9-53E8212F334B}"/>
              </a:ext>
            </a:extLst>
          </p:cNvPr>
          <p:cNvSpPr/>
          <p:nvPr/>
        </p:nvSpPr>
        <p:spPr>
          <a:xfrm>
            <a:off x="6567659" y="4669213"/>
            <a:ext cx="728770" cy="230833"/>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1000" b="1" dirty="0">
                <a:solidFill>
                  <a:schemeClr val="bg1"/>
                </a:solidFill>
                <a:latin typeface="Calibri" panose="020F0502020204030204" pitchFamily="34" charset="0"/>
              </a:rPr>
              <a:t>Container</a:t>
            </a:r>
          </a:p>
        </p:txBody>
      </p:sp>
      <p:sp>
        <p:nvSpPr>
          <p:cNvPr id="10" name="직사각형 9">
            <a:extLst>
              <a:ext uri="{FF2B5EF4-FFF2-40B4-BE49-F238E27FC236}">
                <a16:creationId xmlns:a16="http://schemas.microsoft.com/office/drawing/2014/main" id="{C94A7218-1BC3-9578-2CAA-191FC6204B35}"/>
              </a:ext>
            </a:extLst>
          </p:cNvPr>
          <p:cNvSpPr/>
          <p:nvPr/>
        </p:nvSpPr>
        <p:spPr>
          <a:xfrm>
            <a:off x="8420004" y="4729149"/>
            <a:ext cx="694394" cy="36929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1000" b="1" dirty="0">
                <a:solidFill>
                  <a:schemeClr val="bg1"/>
                </a:solidFill>
                <a:latin typeface="Calibri" panose="020F0502020204030204" pitchFamily="34" charset="0"/>
              </a:rPr>
              <a:t>Valve activator</a:t>
            </a:r>
          </a:p>
        </p:txBody>
      </p:sp>
      <p:sp>
        <p:nvSpPr>
          <p:cNvPr id="11" name="직사각형 10">
            <a:extLst>
              <a:ext uri="{FF2B5EF4-FFF2-40B4-BE49-F238E27FC236}">
                <a16:creationId xmlns:a16="http://schemas.microsoft.com/office/drawing/2014/main" id="{11D8883B-2AD8-A4BC-9F80-1365D945AED5}"/>
              </a:ext>
            </a:extLst>
          </p:cNvPr>
          <p:cNvSpPr/>
          <p:nvPr/>
        </p:nvSpPr>
        <p:spPr>
          <a:xfrm>
            <a:off x="8318022" y="3479011"/>
            <a:ext cx="825978" cy="36929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1000" b="1" dirty="0">
                <a:solidFill>
                  <a:schemeClr val="bg1"/>
                </a:solidFill>
                <a:latin typeface="Calibri" panose="020F0502020204030204" pitchFamily="34" charset="0"/>
              </a:rPr>
              <a:t>Pressurized air</a:t>
            </a:r>
          </a:p>
        </p:txBody>
      </p:sp>
      <p:sp>
        <p:nvSpPr>
          <p:cNvPr id="12" name="직사각형 11">
            <a:extLst>
              <a:ext uri="{FF2B5EF4-FFF2-40B4-BE49-F238E27FC236}">
                <a16:creationId xmlns:a16="http://schemas.microsoft.com/office/drawing/2014/main" id="{8C006365-4952-63F1-7136-B8B760180021}"/>
              </a:ext>
            </a:extLst>
          </p:cNvPr>
          <p:cNvSpPr/>
          <p:nvPr/>
        </p:nvSpPr>
        <p:spPr>
          <a:xfrm>
            <a:off x="6932044" y="3430556"/>
            <a:ext cx="568786" cy="233102"/>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1000" b="1" dirty="0">
                <a:solidFill>
                  <a:schemeClr val="bg1"/>
                </a:solidFill>
                <a:latin typeface="Calibri" panose="020F0502020204030204" pitchFamily="34" charset="0"/>
              </a:rPr>
              <a:t>Water</a:t>
            </a:r>
          </a:p>
        </p:txBody>
      </p:sp>
      <p:sp>
        <p:nvSpPr>
          <p:cNvPr id="13" name="Text Placeholder 2">
            <a:extLst>
              <a:ext uri="{FF2B5EF4-FFF2-40B4-BE49-F238E27FC236}">
                <a16:creationId xmlns:a16="http://schemas.microsoft.com/office/drawing/2014/main" id="{7B53EB74-B7B5-EBEE-BAF3-4B593EEA33F1}"/>
              </a:ext>
            </a:extLst>
          </p:cNvPr>
          <p:cNvSpPr>
            <a:spLocks noGrp="1"/>
          </p:cNvSpPr>
          <p:nvPr>
            <p:ph type="body" sz="quarter" idx="10"/>
          </p:nvPr>
        </p:nvSpPr>
        <p:spPr>
          <a:xfrm>
            <a:off x="304798" y="1031278"/>
            <a:ext cx="5751095" cy="3980734"/>
          </a:xfrm>
        </p:spPr>
        <p:txBody>
          <a:bodyPr>
            <a:normAutofit/>
          </a:bodyPr>
          <a:lstStyle/>
          <a:p>
            <a:pPr marL="0" indent="0">
              <a:spcAft>
                <a:spcPts val="1000"/>
              </a:spcAft>
              <a:buNone/>
            </a:pPr>
            <a:r>
              <a:rPr lang="en-US" altLang="ko-KR" sz="1600" b="1" dirty="0"/>
              <a:t>Operating state prerequisites for cleaning compressor with XC1</a:t>
            </a:r>
          </a:p>
          <a:p>
            <a:pPr marL="0" indent="0">
              <a:spcAft>
                <a:spcPts val="1000"/>
              </a:spcAft>
              <a:buNone/>
            </a:pPr>
            <a:r>
              <a:rPr lang="en-US" altLang="ko-KR" sz="1200" dirty="0"/>
              <a:t>Operating the water pressure vessel</a:t>
            </a:r>
          </a:p>
          <a:p>
            <a:pPr marL="0" indent="0">
              <a:spcAft>
                <a:spcPts val="1000"/>
              </a:spcAft>
              <a:buNone/>
            </a:pPr>
            <a:r>
              <a:rPr lang="en-US" sz="1200" dirty="0">
                <a:solidFill>
                  <a:srgbClr val="000000"/>
                </a:solidFill>
              </a:rPr>
              <a:t>1) </a:t>
            </a:r>
            <a:r>
              <a:rPr lang="en-US" altLang="ko-KR" sz="1200" dirty="0"/>
              <a:t>Remove the screw plug (X).</a:t>
            </a:r>
          </a:p>
          <a:p>
            <a:pPr marL="0" indent="0">
              <a:spcAft>
                <a:spcPts val="1000"/>
              </a:spcAft>
              <a:buNone/>
            </a:pPr>
            <a:r>
              <a:rPr lang="en-US" sz="1200" dirty="0">
                <a:solidFill>
                  <a:srgbClr val="000000"/>
                </a:solidFill>
              </a:rPr>
              <a:t>2) </a:t>
            </a:r>
            <a:r>
              <a:rPr lang="en-US" altLang="ko-KR" sz="1200" dirty="0"/>
              <a:t>Fill the vessel with clean water.</a:t>
            </a:r>
          </a:p>
          <a:p>
            <a:pPr marL="0" indent="0">
              <a:spcAft>
                <a:spcPts val="1000"/>
              </a:spcAft>
              <a:buNone/>
            </a:pPr>
            <a:r>
              <a:rPr lang="en-US" sz="1200" dirty="0">
                <a:solidFill>
                  <a:srgbClr val="000000"/>
                </a:solidFill>
              </a:rPr>
              <a:t>3) </a:t>
            </a:r>
            <a:r>
              <a:rPr lang="nb-NO" altLang="ko-KR" sz="1200" dirty="0" err="1"/>
              <a:t>Replace</a:t>
            </a:r>
            <a:r>
              <a:rPr lang="nb-NO" altLang="ko-KR" sz="1200" dirty="0"/>
              <a:t> </a:t>
            </a:r>
            <a:r>
              <a:rPr lang="nb-NO" altLang="ko-KR" sz="1200" dirty="0" err="1"/>
              <a:t>the</a:t>
            </a:r>
            <a:r>
              <a:rPr lang="nb-NO" altLang="ko-KR" sz="1200" dirty="0"/>
              <a:t> </a:t>
            </a:r>
            <a:r>
              <a:rPr lang="nb-NO" altLang="ko-KR" sz="1200" dirty="0" err="1"/>
              <a:t>screw</a:t>
            </a:r>
            <a:r>
              <a:rPr lang="nb-NO" altLang="ko-KR" sz="1200" dirty="0"/>
              <a:t> </a:t>
            </a:r>
            <a:r>
              <a:rPr lang="nb-NO" altLang="ko-KR" sz="1200" dirty="0" err="1"/>
              <a:t>plug</a:t>
            </a:r>
            <a:r>
              <a:rPr lang="nb-NO" altLang="ko-KR" sz="1200" dirty="0"/>
              <a:t>.</a:t>
            </a:r>
          </a:p>
          <a:p>
            <a:pPr marL="0" indent="0">
              <a:spcAft>
                <a:spcPts val="1000"/>
              </a:spcAft>
              <a:buNone/>
            </a:pPr>
            <a:r>
              <a:rPr lang="nb-NO" sz="1200" dirty="0">
                <a:solidFill>
                  <a:srgbClr val="000000"/>
                </a:solidFill>
              </a:rPr>
              <a:t>4) </a:t>
            </a:r>
            <a:r>
              <a:rPr lang="en-US" altLang="ko-KR" sz="1200" dirty="0"/>
              <a:t>Push the valve activator (Y) against the spring and hold it for 10 to 15 seconds until entire volume of water has been injected.</a:t>
            </a:r>
          </a:p>
          <a:p>
            <a:pPr marL="0" indent="0">
              <a:spcAft>
                <a:spcPts val="1000"/>
              </a:spcAft>
              <a:buNone/>
            </a:pPr>
            <a:r>
              <a:rPr lang="en-US" sz="1200" dirty="0">
                <a:solidFill>
                  <a:srgbClr val="000000"/>
                </a:solidFill>
              </a:rPr>
              <a:t>5) </a:t>
            </a:r>
            <a:r>
              <a:rPr lang="en-US" altLang="ko-KR" sz="1200" dirty="0"/>
              <a:t>After cleaning, wait at least 5 minutes with the engine running to allow the turbocharger to dry.</a:t>
            </a:r>
          </a:p>
          <a:p>
            <a:pPr marL="0" indent="0">
              <a:spcAft>
                <a:spcPts val="1000"/>
              </a:spcAft>
              <a:buNone/>
            </a:pPr>
            <a:r>
              <a:rPr lang="en-US" sz="1200" dirty="0">
                <a:solidFill>
                  <a:srgbClr val="000000"/>
                </a:solidFill>
              </a:rPr>
              <a:t>6) </a:t>
            </a:r>
            <a:r>
              <a:rPr lang="en-US" altLang="ko-KR" sz="1200" dirty="0"/>
              <a:t>The cleaning cycle may only be repeated after a stabilization period of at least 10 minutes has elapsed.</a:t>
            </a:r>
            <a:endParaRPr lang="en-US" sz="1200" dirty="0">
              <a:solidFill>
                <a:srgbClr val="000000"/>
              </a:solidFill>
            </a:endParaRPr>
          </a:p>
        </p:txBody>
      </p:sp>
      <p:pic>
        <p:nvPicPr>
          <p:cNvPr id="5" name="그림 4">
            <a:extLst>
              <a:ext uri="{FF2B5EF4-FFF2-40B4-BE49-F238E27FC236}">
                <a16:creationId xmlns:a16="http://schemas.microsoft.com/office/drawing/2014/main" id="{93F5AB85-36F0-9413-B790-EAC0E6AA6FE8}"/>
              </a:ext>
            </a:extLst>
          </p:cNvPr>
          <p:cNvPicPr>
            <a:picLocks noChangeAspect="1"/>
          </p:cNvPicPr>
          <p:nvPr/>
        </p:nvPicPr>
        <p:blipFill>
          <a:blip r:embed="rId3"/>
          <a:stretch>
            <a:fillRect/>
          </a:stretch>
        </p:blipFill>
        <p:spPr>
          <a:xfrm>
            <a:off x="385011" y="4285532"/>
            <a:ext cx="5318528" cy="781112"/>
          </a:xfrm>
          <a:prstGeom prst="rect">
            <a:avLst/>
          </a:prstGeom>
        </p:spPr>
      </p:pic>
    </p:spTree>
    <p:extLst>
      <p:ext uri="{BB962C8B-B14F-4D97-AF65-F5344CB8AC3E}">
        <p14:creationId xmlns:p14="http://schemas.microsoft.com/office/powerpoint/2010/main" val="1424938294"/>
      </p:ext>
    </p:extLst>
  </p:cSld>
  <p:clrMapOvr>
    <a:masterClrMapping/>
  </p:clrMapOvr>
  <p:transition>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A322E-BFCD-AD8E-59A9-773B0B39F7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371162-F25C-9F01-88C2-02EA6570B04A}"/>
              </a:ext>
            </a:extLst>
          </p:cNvPr>
          <p:cNvSpPr>
            <a:spLocks noGrp="1"/>
          </p:cNvSpPr>
          <p:nvPr>
            <p:ph type="title"/>
          </p:nvPr>
        </p:nvSpPr>
        <p:spPr>
          <a:xfrm>
            <a:off x="304799" y="304655"/>
            <a:ext cx="8392313" cy="535531"/>
          </a:xfrm>
        </p:spPr>
        <p:txBody>
          <a:bodyPr/>
          <a:lstStyle/>
          <a:p>
            <a:r>
              <a:rPr lang="en-US" dirty="0"/>
              <a:t>T/C cleaning for compressor and turbine sides </a:t>
            </a:r>
          </a:p>
        </p:txBody>
      </p:sp>
      <p:pic>
        <p:nvPicPr>
          <p:cNvPr id="3" name="온라인 미디어 2" title="Turbocharger Washing Procedure">
            <a:hlinkClick r:id="" action="ppaction://media"/>
            <a:extLst>
              <a:ext uri="{FF2B5EF4-FFF2-40B4-BE49-F238E27FC236}">
                <a16:creationId xmlns:a16="http://schemas.microsoft.com/office/drawing/2014/main" id="{90EB5FDC-793F-6D67-939C-780FC792585D}"/>
              </a:ext>
            </a:extLst>
          </p:cNvPr>
          <p:cNvPicPr>
            <a:picLocks noRot="1" noChangeAspect="1"/>
          </p:cNvPicPr>
          <p:nvPr>
            <a:videoFile r:link="rId1"/>
          </p:nvPr>
        </p:nvPicPr>
        <p:blipFill>
          <a:blip r:embed="rId3"/>
          <a:stretch>
            <a:fillRect/>
          </a:stretch>
        </p:blipFill>
        <p:spPr>
          <a:xfrm>
            <a:off x="1484061" y="840186"/>
            <a:ext cx="5611133" cy="4208350"/>
          </a:xfrm>
          <a:prstGeom prst="rect">
            <a:avLst/>
          </a:prstGeom>
        </p:spPr>
      </p:pic>
    </p:spTree>
    <p:extLst>
      <p:ext uri="{BB962C8B-B14F-4D97-AF65-F5344CB8AC3E}">
        <p14:creationId xmlns:p14="http://schemas.microsoft.com/office/powerpoint/2010/main" val="236990017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C49EA-0964-107F-1BF8-B814E4382B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18CED1-3CE8-3CA9-5229-78F5F25B5362}"/>
              </a:ext>
            </a:extLst>
          </p:cNvPr>
          <p:cNvSpPr>
            <a:spLocks noGrp="1"/>
          </p:cNvSpPr>
          <p:nvPr>
            <p:ph type="title"/>
          </p:nvPr>
        </p:nvSpPr>
        <p:spPr>
          <a:xfrm>
            <a:off x="304799" y="304655"/>
            <a:ext cx="8392313" cy="535531"/>
          </a:xfrm>
        </p:spPr>
        <p:txBody>
          <a:bodyPr/>
          <a:lstStyle/>
          <a:p>
            <a:r>
              <a:rPr lang="en-US" dirty="0"/>
              <a:t>T/C system</a:t>
            </a:r>
          </a:p>
        </p:txBody>
      </p:sp>
      <p:grpSp>
        <p:nvGrpSpPr>
          <p:cNvPr id="10" name="그룹 9">
            <a:extLst>
              <a:ext uri="{FF2B5EF4-FFF2-40B4-BE49-F238E27FC236}">
                <a16:creationId xmlns:a16="http://schemas.microsoft.com/office/drawing/2014/main" id="{61621E00-EBFC-BE2C-40E9-6CA971131733}"/>
              </a:ext>
            </a:extLst>
          </p:cNvPr>
          <p:cNvGrpSpPr/>
          <p:nvPr/>
        </p:nvGrpSpPr>
        <p:grpSpPr>
          <a:xfrm>
            <a:off x="435174" y="918767"/>
            <a:ext cx="6444257" cy="3735301"/>
            <a:chOff x="435174" y="918767"/>
            <a:chExt cx="6444257" cy="3735301"/>
          </a:xfrm>
        </p:grpSpPr>
        <p:pic>
          <p:nvPicPr>
            <p:cNvPr id="4" name="그림 3">
              <a:extLst>
                <a:ext uri="{FF2B5EF4-FFF2-40B4-BE49-F238E27FC236}">
                  <a16:creationId xmlns:a16="http://schemas.microsoft.com/office/drawing/2014/main" id="{ECC757DB-4324-1ACA-AD9F-17AB3D65F507}"/>
                </a:ext>
              </a:extLst>
            </p:cNvPr>
            <p:cNvPicPr>
              <a:picLocks noChangeAspect="1"/>
            </p:cNvPicPr>
            <p:nvPr/>
          </p:nvPicPr>
          <p:blipFill>
            <a:blip r:embed="rId3"/>
            <a:stretch>
              <a:fillRect/>
            </a:stretch>
          </p:blipFill>
          <p:spPr>
            <a:xfrm>
              <a:off x="435174" y="918767"/>
              <a:ext cx="6444257" cy="3735301"/>
            </a:xfrm>
            <a:prstGeom prst="rect">
              <a:avLst/>
            </a:prstGeom>
          </p:spPr>
        </p:pic>
        <p:pic>
          <p:nvPicPr>
            <p:cNvPr id="7" name="그림 6">
              <a:extLst>
                <a:ext uri="{FF2B5EF4-FFF2-40B4-BE49-F238E27FC236}">
                  <a16:creationId xmlns:a16="http://schemas.microsoft.com/office/drawing/2014/main" id="{9DAFE401-0246-8B99-F990-8327B6575414}"/>
                </a:ext>
              </a:extLst>
            </p:cNvPr>
            <p:cNvPicPr>
              <a:picLocks noChangeAspect="1"/>
            </p:cNvPicPr>
            <p:nvPr/>
          </p:nvPicPr>
          <p:blipFill>
            <a:blip r:embed="rId4"/>
            <a:stretch>
              <a:fillRect/>
            </a:stretch>
          </p:blipFill>
          <p:spPr>
            <a:xfrm>
              <a:off x="2625320" y="3153233"/>
              <a:ext cx="1013230" cy="117544"/>
            </a:xfrm>
            <a:prstGeom prst="rect">
              <a:avLst/>
            </a:prstGeom>
          </p:spPr>
        </p:pic>
        <p:pic>
          <p:nvPicPr>
            <p:cNvPr id="9" name="그림 8">
              <a:extLst>
                <a:ext uri="{FF2B5EF4-FFF2-40B4-BE49-F238E27FC236}">
                  <a16:creationId xmlns:a16="http://schemas.microsoft.com/office/drawing/2014/main" id="{770DCBB0-7969-52D3-28F3-591FF5C65134}"/>
                </a:ext>
              </a:extLst>
            </p:cNvPr>
            <p:cNvPicPr>
              <a:picLocks noChangeAspect="1"/>
            </p:cNvPicPr>
            <p:nvPr/>
          </p:nvPicPr>
          <p:blipFill>
            <a:blip r:embed="rId5"/>
            <a:stretch>
              <a:fillRect/>
            </a:stretch>
          </p:blipFill>
          <p:spPr>
            <a:xfrm>
              <a:off x="2625320" y="2495792"/>
              <a:ext cx="1013230" cy="134238"/>
            </a:xfrm>
            <a:prstGeom prst="rect">
              <a:avLst/>
            </a:prstGeom>
          </p:spPr>
        </p:pic>
      </p:grpSp>
    </p:spTree>
    <p:extLst>
      <p:ext uri="{BB962C8B-B14F-4D97-AF65-F5344CB8AC3E}">
        <p14:creationId xmlns:p14="http://schemas.microsoft.com/office/powerpoint/2010/main" val="589658465"/>
      </p:ext>
    </p:extLst>
  </p:cSld>
  <p:clrMapOvr>
    <a:masterClrMapping/>
  </p:clrMapOvr>
  <p:transition>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7E769-37C2-DC3F-7CA8-FE33E269A1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A44561-3CDC-20F0-1422-C83DD9A65AF0}"/>
              </a:ext>
            </a:extLst>
          </p:cNvPr>
          <p:cNvSpPr>
            <a:spLocks noGrp="1"/>
          </p:cNvSpPr>
          <p:nvPr>
            <p:ph type="title"/>
          </p:nvPr>
        </p:nvSpPr>
        <p:spPr>
          <a:xfrm>
            <a:off x="304799" y="304655"/>
            <a:ext cx="8392313" cy="535531"/>
          </a:xfrm>
        </p:spPr>
        <p:txBody>
          <a:bodyPr/>
          <a:lstStyle/>
          <a:p>
            <a:r>
              <a:rPr lang="nb-NO" altLang="ko-KR" dirty="0" err="1"/>
              <a:t>Troubleshooting</a:t>
            </a:r>
            <a:r>
              <a:rPr lang="nb-NO" altLang="ko-KR" dirty="0"/>
              <a:t> for </a:t>
            </a:r>
            <a:r>
              <a:rPr lang="en-US" dirty="0"/>
              <a:t>T/C</a:t>
            </a:r>
          </a:p>
        </p:txBody>
      </p:sp>
      <p:pic>
        <p:nvPicPr>
          <p:cNvPr id="5" name="그림 4">
            <a:extLst>
              <a:ext uri="{FF2B5EF4-FFF2-40B4-BE49-F238E27FC236}">
                <a16:creationId xmlns:a16="http://schemas.microsoft.com/office/drawing/2014/main" id="{76E8A166-0D06-58BD-6CFD-3C4351124E4E}"/>
              </a:ext>
            </a:extLst>
          </p:cNvPr>
          <p:cNvPicPr>
            <a:picLocks noChangeAspect="1"/>
          </p:cNvPicPr>
          <p:nvPr/>
        </p:nvPicPr>
        <p:blipFill>
          <a:blip r:embed="rId3"/>
          <a:stretch>
            <a:fillRect/>
          </a:stretch>
        </p:blipFill>
        <p:spPr>
          <a:xfrm>
            <a:off x="2865041" y="840186"/>
            <a:ext cx="3860325" cy="4303313"/>
          </a:xfrm>
          <a:prstGeom prst="rect">
            <a:avLst/>
          </a:prstGeom>
        </p:spPr>
      </p:pic>
    </p:spTree>
    <p:extLst>
      <p:ext uri="{BB962C8B-B14F-4D97-AF65-F5344CB8AC3E}">
        <p14:creationId xmlns:p14="http://schemas.microsoft.com/office/powerpoint/2010/main" val="3722006939"/>
      </p:ext>
    </p:extLst>
  </p:cSld>
  <p:clrMapOvr>
    <a:masterClrMapping/>
  </p:clrMapOvr>
  <p:transition>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0573F-4B23-AA91-7937-28CA1324C8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2C6FA3-FF92-1AF4-48D1-429F606A7EFE}"/>
              </a:ext>
            </a:extLst>
          </p:cNvPr>
          <p:cNvSpPr>
            <a:spLocks noGrp="1"/>
          </p:cNvSpPr>
          <p:nvPr>
            <p:ph type="title"/>
          </p:nvPr>
        </p:nvSpPr>
        <p:spPr>
          <a:xfrm>
            <a:off x="304799" y="304655"/>
            <a:ext cx="8392313" cy="535531"/>
          </a:xfrm>
        </p:spPr>
        <p:txBody>
          <a:bodyPr/>
          <a:lstStyle/>
          <a:p>
            <a:r>
              <a:rPr lang="nb-NO" altLang="ko-KR" dirty="0" err="1"/>
              <a:t>Troubleshooting</a:t>
            </a:r>
            <a:r>
              <a:rPr lang="nb-NO" altLang="ko-KR" dirty="0"/>
              <a:t> for </a:t>
            </a:r>
            <a:r>
              <a:rPr lang="en-US" dirty="0"/>
              <a:t>T/C</a:t>
            </a:r>
          </a:p>
        </p:txBody>
      </p:sp>
      <p:pic>
        <p:nvPicPr>
          <p:cNvPr id="4" name="그림 3">
            <a:extLst>
              <a:ext uri="{FF2B5EF4-FFF2-40B4-BE49-F238E27FC236}">
                <a16:creationId xmlns:a16="http://schemas.microsoft.com/office/drawing/2014/main" id="{4513C540-4613-CFA4-0F68-79CFD1408E8B}"/>
              </a:ext>
            </a:extLst>
          </p:cNvPr>
          <p:cNvPicPr>
            <a:picLocks noChangeAspect="1"/>
          </p:cNvPicPr>
          <p:nvPr/>
        </p:nvPicPr>
        <p:blipFill>
          <a:blip r:embed="rId3"/>
          <a:stretch>
            <a:fillRect/>
          </a:stretch>
        </p:blipFill>
        <p:spPr>
          <a:xfrm>
            <a:off x="3175868" y="195642"/>
            <a:ext cx="3615788" cy="1561498"/>
          </a:xfrm>
          <a:prstGeom prst="rect">
            <a:avLst/>
          </a:prstGeom>
        </p:spPr>
      </p:pic>
      <p:pic>
        <p:nvPicPr>
          <p:cNvPr id="7" name="그림 6">
            <a:extLst>
              <a:ext uri="{FF2B5EF4-FFF2-40B4-BE49-F238E27FC236}">
                <a16:creationId xmlns:a16="http://schemas.microsoft.com/office/drawing/2014/main" id="{58A25431-C30E-86D1-8666-0BBC74C75B7D}"/>
              </a:ext>
            </a:extLst>
          </p:cNvPr>
          <p:cNvPicPr>
            <a:picLocks noChangeAspect="1"/>
          </p:cNvPicPr>
          <p:nvPr/>
        </p:nvPicPr>
        <p:blipFill>
          <a:blip r:embed="rId4"/>
          <a:stretch>
            <a:fillRect/>
          </a:stretch>
        </p:blipFill>
        <p:spPr>
          <a:xfrm>
            <a:off x="3175868" y="1757140"/>
            <a:ext cx="3615788" cy="3283232"/>
          </a:xfrm>
          <a:prstGeom prst="rect">
            <a:avLst/>
          </a:prstGeom>
        </p:spPr>
      </p:pic>
    </p:spTree>
    <p:extLst>
      <p:ext uri="{BB962C8B-B14F-4D97-AF65-F5344CB8AC3E}">
        <p14:creationId xmlns:p14="http://schemas.microsoft.com/office/powerpoint/2010/main" val="1112726194"/>
      </p:ext>
    </p:extLst>
  </p:cSld>
  <p:clrMapOvr>
    <a:masterClrMapping/>
  </p:clrMapOvr>
  <p:transition>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E8B94-5BDA-6DB2-CBDE-83E057B312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425BFA-ABCC-CA4F-3991-9ADF75CD4D25}"/>
              </a:ext>
            </a:extLst>
          </p:cNvPr>
          <p:cNvSpPr>
            <a:spLocks noGrp="1"/>
          </p:cNvSpPr>
          <p:nvPr>
            <p:ph type="title"/>
          </p:nvPr>
        </p:nvSpPr>
        <p:spPr>
          <a:xfrm>
            <a:off x="304799" y="304655"/>
            <a:ext cx="8392313" cy="535531"/>
          </a:xfrm>
        </p:spPr>
        <p:txBody>
          <a:bodyPr/>
          <a:lstStyle/>
          <a:p>
            <a:r>
              <a:rPr lang="en-US" dirty="0"/>
              <a:t>T/C surging on G/E</a:t>
            </a:r>
          </a:p>
        </p:txBody>
      </p:sp>
      <p:pic>
        <p:nvPicPr>
          <p:cNvPr id="3" name="온라인 미디어 2" title="Turbo surge on a four-stroke marine diesel engine">
            <a:hlinkClick r:id="" action="ppaction://media"/>
            <a:extLst>
              <a:ext uri="{FF2B5EF4-FFF2-40B4-BE49-F238E27FC236}">
                <a16:creationId xmlns:a16="http://schemas.microsoft.com/office/drawing/2014/main" id="{0364B8B1-725D-7ADE-448A-5BC4DB12E864}"/>
              </a:ext>
            </a:extLst>
          </p:cNvPr>
          <p:cNvPicPr>
            <a:picLocks noRot="1" noChangeAspect="1"/>
          </p:cNvPicPr>
          <p:nvPr>
            <a:videoFile r:link="rId1"/>
          </p:nvPr>
        </p:nvPicPr>
        <p:blipFill>
          <a:blip r:embed="rId4"/>
          <a:stretch>
            <a:fillRect/>
          </a:stretch>
        </p:blipFill>
        <p:spPr>
          <a:xfrm>
            <a:off x="410936" y="852526"/>
            <a:ext cx="6754073" cy="3815727"/>
          </a:xfrm>
          <a:prstGeom prst="rect">
            <a:avLst/>
          </a:prstGeom>
        </p:spPr>
      </p:pic>
    </p:spTree>
    <p:extLst>
      <p:ext uri="{BB962C8B-B14F-4D97-AF65-F5344CB8AC3E}">
        <p14:creationId xmlns:p14="http://schemas.microsoft.com/office/powerpoint/2010/main" val="89623237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8C8B3-EA9D-1D5A-238F-89C2FE4ED9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69483C-9EE8-FE65-C7E4-2CE7BC7FB555}"/>
              </a:ext>
            </a:extLst>
          </p:cNvPr>
          <p:cNvSpPr>
            <a:spLocks noGrp="1"/>
          </p:cNvSpPr>
          <p:nvPr>
            <p:ph type="title"/>
          </p:nvPr>
        </p:nvSpPr>
        <p:spPr>
          <a:xfrm>
            <a:off x="304799" y="304655"/>
            <a:ext cx="8392313" cy="535531"/>
          </a:xfrm>
        </p:spPr>
        <p:txBody>
          <a:bodyPr/>
          <a:lstStyle/>
          <a:p>
            <a:r>
              <a:rPr lang="nb-NO" altLang="ko-KR" dirty="0" err="1"/>
              <a:t>Troubleshooting</a:t>
            </a:r>
            <a:r>
              <a:rPr lang="nb-NO" altLang="ko-KR" dirty="0"/>
              <a:t> for </a:t>
            </a:r>
            <a:r>
              <a:rPr lang="en-US" dirty="0"/>
              <a:t>T/C</a:t>
            </a:r>
          </a:p>
        </p:txBody>
      </p:sp>
      <p:pic>
        <p:nvPicPr>
          <p:cNvPr id="5" name="그림 4">
            <a:extLst>
              <a:ext uri="{FF2B5EF4-FFF2-40B4-BE49-F238E27FC236}">
                <a16:creationId xmlns:a16="http://schemas.microsoft.com/office/drawing/2014/main" id="{9F1C4F1E-A19F-5441-75A1-D5A7037C0472}"/>
              </a:ext>
            </a:extLst>
          </p:cNvPr>
          <p:cNvPicPr>
            <a:picLocks noChangeAspect="1"/>
          </p:cNvPicPr>
          <p:nvPr/>
        </p:nvPicPr>
        <p:blipFill>
          <a:blip r:embed="rId3"/>
          <a:stretch>
            <a:fillRect/>
          </a:stretch>
        </p:blipFill>
        <p:spPr>
          <a:xfrm>
            <a:off x="2517534" y="1082858"/>
            <a:ext cx="4108931" cy="3501699"/>
          </a:xfrm>
          <a:prstGeom prst="rect">
            <a:avLst/>
          </a:prstGeom>
        </p:spPr>
      </p:pic>
    </p:spTree>
    <p:extLst>
      <p:ext uri="{BB962C8B-B14F-4D97-AF65-F5344CB8AC3E}">
        <p14:creationId xmlns:p14="http://schemas.microsoft.com/office/powerpoint/2010/main" val="1462378397"/>
      </p:ext>
    </p:extLst>
  </p:cSld>
  <p:clrMapOvr>
    <a:masterClrMapping/>
  </p:clrMapOvr>
  <p:transition>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18E98-1356-523C-1807-50AD9601F8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14B9-A521-7E9B-A2E0-6E5394F55486}"/>
              </a:ext>
            </a:extLst>
          </p:cNvPr>
          <p:cNvSpPr>
            <a:spLocks noGrp="1"/>
          </p:cNvSpPr>
          <p:nvPr>
            <p:ph type="title"/>
          </p:nvPr>
        </p:nvSpPr>
        <p:spPr>
          <a:xfrm>
            <a:off x="304799" y="304655"/>
            <a:ext cx="8392313" cy="535531"/>
          </a:xfrm>
        </p:spPr>
        <p:txBody>
          <a:bodyPr/>
          <a:lstStyle/>
          <a:p>
            <a:r>
              <a:rPr lang="nb-NO" altLang="ko-KR" dirty="0" err="1"/>
              <a:t>Troubleshooting</a:t>
            </a:r>
            <a:r>
              <a:rPr lang="nb-NO" altLang="ko-KR" dirty="0"/>
              <a:t> for </a:t>
            </a:r>
            <a:r>
              <a:rPr lang="en-US" dirty="0"/>
              <a:t>T/C</a:t>
            </a:r>
          </a:p>
        </p:txBody>
      </p:sp>
      <p:pic>
        <p:nvPicPr>
          <p:cNvPr id="4" name="그림 3">
            <a:extLst>
              <a:ext uri="{FF2B5EF4-FFF2-40B4-BE49-F238E27FC236}">
                <a16:creationId xmlns:a16="http://schemas.microsoft.com/office/drawing/2014/main" id="{1487FA32-495D-CF33-D0DA-5262B4D61918}"/>
              </a:ext>
            </a:extLst>
          </p:cNvPr>
          <p:cNvPicPr>
            <a:picLocks noChangeAspect="1"/>
          </p:cNvPicPr>
          <p:nvPr/>
        </p:nvPicPr>
        <p:blipFill>
          <a:blip r:embed="rId3"/>
          <a:stretch>
            <a:fillRect/>
          </a:stretch>
        </p:blipFill>
        <p:spPr>
          <a:xfrm>
            <a:off x="2598607" y="951387"/>
            <a:ext cx="3946786" cy="3959769"/>
          </a:xfrm>
          <a:prstGeom prst="rect">
            <a:avLst/>
          </a:prstGeom>
        </p:spPr>
      </p:pic>
    </p:spTree>
    <p:extLst>
      <p:ext uri="{BB962C8B-B14F-4D97-AF65-F5344CB8AC3E}">
        <p14:creationId xmlns:p14="http://schemas.microsoft.com/office/powerpoint/2010/main" val="2522457695"/>
      </p:ext>
    </p:extLst>
  </p:cSld>
  <p:clrMapOvr>
    <a:masterClrMapping/>
  </p:clrMapOvr>
  <p:transition>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50954-87C5-20B2-930A-99245E53C4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469FFF-FAB1-89BB-6F3A-693E5E6906A2}"/>
              </a:ext>
            </a:extLst>
          </p:cNvPr>
          <p:cNvSpPr>
            <a:spLocks noGrp="1"/>
          </p:cNvSpPr>
          <p:nvPr>
            <p:ph type="title"/>
          </p:nvPr>
        </p:nvSpPr>
        <p:spPr>
          <a:xfrm>
            <a:off x="304799" y="304655"/>
            <a:ext cx="8392313" cy="535531"/>
          </a:xfrm>
        </p:spPr>
        <p:txBody>
          <a:bodyPr/>
          <a:lstStyle/>
          <a:p>
            <a:r>
              <a:rPr lang="nb-NO" altLang="ko-KR" dirty="0" err="1"/>
              <a:t>Troubleshooting</a:t>
            </a:r>
            <a:r>
              <a:rPr lang="nb-NO" altLang="ko-KR" dirty="0"/>
              <a:t> for </a:t>
            </a:r>
            <a:r>
              <a:rPr lang="en-US" dirty="0"/>
              <a:t>T/C</a:t>
            </a:r>
          </a:p>
        </p:txBody>
      </p:sp>
      <p:pic>
        <p:nvPicPr>
          <p:cNvPr id="5" name="그림 4">
            <a:extLst>
              <a:ext uri="{FF2B5EF4-FFF2-40B4-BE49-F238E27FC236}">
                <a16:creationId xmlns:a16="http://schemas.microsoft.com/office/drawing/2014/main" id="{4E0A11CC-D268-057A-AEC5-5FDDC4B3770B}"/>
              </a:ext>
            </a:extLst>
          </p:cNvPr>
          <p:cNvPicPr>
            <a:picLocks noChangeAspect="1"/>
          </p:cNvPicPr>
          <p:nvPr/>
        </p:nvPicPr>
        <p:blipFill>
          <a:blip r:embed="rId3"/>
          <a:stretch>
            <a:fillRect/>
          </a:stretch>
        </p:blipFill>
        <p:spPr>
          <a:xfrm>
            <a:off x="2918959" y="902063"/>
            <a:ext cx="3306081" cy="4179792"/>
          </a:xfrm>
          <a:prstGeom prst="rect">
            <a:avLst/>
          </a:prstGeom>
        </p:spPr>
      </p:pic>
    </p:spTree>
    <p:extLst>
      <p:ext uri="{BB962C8B-B14F-4D97-AF65-F5344CB8AC3E}">
        <p14:creationId xmlns:p14="http://schemas.microsoft.com/office/powerpoint/2010/main" val="2412712037"/>
      </p:ext>
    </p:extLst>
  </p:cSld>
  <p:clrMapOvr>
    <a:masterClrMapping/>
  </p:clrMapOvr>
  <p:transition>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FBE7A-635A-C3BC-E58E-0EA0638FC0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423CDD-3BCE-2A78-24A1-6891089FD4DD}"/>
              </a:ext>
            </a:extLst>
          </p:cNvPr>
          <p:cNvSpPr>
            <a:spLocks noGrp="1"/>
          </p:cNvSpPr>
          <p:nvPr>
            <p:ph type="title"/>
          </p:nvPr>
        </p:nvSpPr>
        <p:spPr>
          <a:xfrm>
            <a:off x="304799" y="304655"/>
            <a:ext cx="8392313" cy="535531"/>
          </a:xfrm>
        </p:spPr>
        <p:txBody>
          <a:bodyPr/>
          <a:lstStyle/>
          <a:p>
            <a:r>
              <a:rPr lang="nb-NO" altLang="ko-KR" dirty="0" err="1"/>
              <a:t>Troubleshooting</a:t>
            </a:r>
            <a:r>
              <a:rPr lang="nb-NO" altLang="ko-KR" dirty="0"/>
              <a:t> for </a:t>
            </a:r>
            <a:r>
              <a:rPr lang="en-US" dirty="0"/>
              <a:t>T/C</a:t>
            </a:r>
          </a:p>
        </p:txBody>
      </p:sp>
      <p:pic>
        <p:nvPicPr>
          <p:cNvPr id="4" name="그림 3">
            <a:extLst>
              <a:ext uri="{FF2B5EF4-FFF2-40B4-BE49-F238E27FC236}">
                <a16:creationId xmlns:a16="http://schemas.microsoft.com/office/drawing/2014/main" id="{8CDF7CA1-A783-755B-82A6-4B57501EBAB4}"/>
              </a:ext>
            </a:extLst>
          </p:cNvPr>
          <p:cNvPicPr>
            <a:picLocks noChangeAspect="1"/>
          </p:cNvPicPr>
          <p:nvPr/>
        </p:nvPicPr>
        <p:blipFill>
          <a:blip r:embed="rId3"/>
          <a:stretch>
            <a:fillRect/>
          </a:stretch>
        </p:blipFill>
        <p:spPr>
          <a:xfrm>
            <a:off x="2530737" y="1435743"/>
            <a:ext cx="4082525" cy="2690451"/>
          </a:xfrm>
          <a:prstGeom prst="rect">
            <a:avLst/>
          </a:prstGeom>
        </p:spPr>
      </p:pic>
    </p:spTree>
    <p:extLst>
      <p:ext uri="{BB962C8B-B14F-4D97-AF65-F5344CB8AC3E}">
        <p14:creationId xmlns:p14="http://schemas.microsoft.com/office/powerpoint/2010/main" val="2518202891"/>
      </p:ext>
    </p:extLst>
  </p:cSld>
  <p:clrMapOvr>
    <a:masterClrMapping/>
  </p:clrMapOvr>
  <p:transition>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74E1A-C872-9AAE-60C3-34415D45B7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EFE596-06C2-3685-0125-D4BDE77E321D}"/>
              </a:ext>
            </a:extLst>
          </p:cNvPr>
          <p:cNvSpPr>
            <a:spLocks noGrp="1"/>
          </p:cNvSpPr>
          <p:nvPr>
            <p:ph type="title"/>
          </p:nvPr>
        </p:nvSpPr>
        <p:spPr>
          <a:xfrm>
            <a:off x="304799" y="304655"/>
            <a:ext cx="8392313" cy="535531"/>
          </a:xfrm>
        </p:spPr>
        <p:txBody>
          <a:bodyPr/>
          <a:lstStyle/>
          <a:p>
            <a:r>
              <a:rPr lang="en-US" dirty="0"/>
              <a:t>References</a:t>
            </a:r>
          </a:p>
        </p:txBody>
      </p:sp>
      <p:sp>
        <p:nvSpPr>
          <p:cNvPr id="3" name="Text Placeholder 2">
            <a:extLst>
              <a:ext uri="{FF2B5EF4-FFF2-40B4-BE49-F238E27FC236}">
                <a16:creationId xmlns:a16="http://schemas.microsoft.com/office/drawing/2014/main" id="{FFD38A95-27C1-C00D-F264-F213EB3424A7}"/>
              </a:ext>
            </a:extLst>
          </p:cNvPr>
          <p:cNvSpPr>
            <a:spLocks noGrp="1"/>
          </p:cNvSpPr>
          <p:nvPr>
            <p:ph type="body" sz="quarter" idx="10"/>
          </p:nvPr>
        </p:nvSpPr>
        <p:spPr/>
        <p:txBody>
          <a:bodyPr>
            <a:normAutofit lnSpcReduction="10000"/>
          </a:bodyPr>
          <a:lstStyle/>
          <a:p>
            <a:pPr marL="0" indent="0">
              <a:spcAft>
                <a:spcPts val="1000"/>
              </a:spcAft>
              <a:buNone/>
            </a:pPr>
            <a:r>
              <a:rPr lang="en-US" altLang="ko-KR" sz="1600" dirty="0"/>
              <a:t>1) https://www.manualslib.com/download/2380893/Abb-Tps-50b01.html</a:t>
            </a:r>
          </a:p>
          <a:p>
            <a:pPr marL="0" indent="0">
              <a:spcAft>
                <a:spcPts val="1000"/>
              </a:spcAft>
              <a:buNone/>
            </a:pPr>
            <a:r>
              <a:rPr lang="en-US" sz="1600" dirty="0">
                <a:solidFill>
                  <a:srgbClr val="000000"/>
                </a:solidFill>
              </a:rPr>
              <a:t>2) https://www.manualslib.com/download/2258430/Abb-Tps48-F32.html</a:t>
            </a:r>
          </a:p>
          <a:p>
            <a:pPr marL="0" indent="0">
              <a:spcAft>
                <a:spcPts val="1000"/>
              </a:spcAft>
              <a:buNone/>
            </a:pPr>
            <a:r>
              <a:rPr lang="en-US" sz="1600" dirty="0">
                <a:solidFill>
                  <a:srgbClr val="000000"/>
                </a:solidFill>
              </a:rPr>
              <a:t>3) </a:t>
            </a:r>
            <a:r>
              <a:rPr lang="en-US" altLang="ko-KR" sz="1600" dirty="0">
                <a:solidFill>
                  <a:srgbClr val="000000"/>
                </a:solidFill>
              </a:rPr>
              <a:t>https://en.wikipedia.org/wiki/File:W%C3%A4rtsil%C3%A4_6L20.jpg</a:t>
            </a:r>
            <a:endParaRPr lang="en-US" sz="1600" dirty="0">
              <a:solidFill>
                <a:srgbClr val="000000"/>
              </a:solidFill>
            </a:endParaRPr>
          </a:p>
          <a:p>
            <a:pPr marL="0" indent="0">
              <a:spcAft>
                <a:spcPts val="1000"/>
              </a:spcAft>
              <a:buNone/>
            </a:pPr>
            <a:r>
              <a:rPr lang="en-US" sz="1600" dirty="0">
                <a:solidFill>
                  <a:srgbClr val="000000"/>
                </a:solidFill>
              </a:rPr>
              <a:t>4) https://www.manuallib.com/download/2023-10-27/ABB%20%E6%B6%A1%E8%BD%AE%E5%A2%9E%E5%8E%8B%E5%99%A8%E6%93%8D%E4%BD%9C%E6%89%8B%E5%86%8C%20TPS44-H33%20HT588474.pdf</a:t>
            </a:r>
          </a:p>
          <a:p>
            <a:pPr marL="0" indent="0">
              <a:spcAft>
                <a:spcPts val="1000"/>
              </a:spcAft>
              <a:buNone/>
            </a:pPr>
            <a:r>
              <a:rPr lang="en-US" sz="1600" dirty="0">
                <a:solidFill>
                  <a:srgbClr val="000000"/>
                </a:solidFill>
              </a:rPr>
              <a:t>5) https://www.turbodynamics.co.uk/how-does-a-turbocharger-work</a:t>
            </a:r>
          </a:p>
          <a:p>
            <a:pPr marL="0" indent="0">
              <a:spcAft>
                <a:spcPts val="1000"/>
              </a:spcAft>
              <a:buNone/>
            </a:pPr>
            <a:r>
              <a:rPr lang="en-US" sz="1600" dirty="0">
                <a:solidFill>
                  <a:srgbClr val="000000"/>
                </a:solidFill>
              </a:rPr>
              <a:t>6) https://malwimarine.com/wartsila-6l20-complete-engine/</a:t>
            </a:r>
          </a:p>
          <a:p>
            <a:pPr marL="0" indent="0">
              <a:spcAft>
                <a:spcPts val="1000"/>
              </a:spcAft>
              <a:buNone/>
            </a:pPr>
            <a:r>
              <a:rPr lang="en-US" sz="1600" dirty="0">
                <a:solidFill>
                  <a:srgbClr val="000000"/>
                </a:solidFill>
              </a:rPr>
              <a:t>7) https://alsolmarine.ae/products/nozzle-ring</a:t>
            </a:r>
          </a:p>
          <a:p>
            <a:pPr marL="0" indent="0">
              <a:spcAft>
                <a:spcPts val="1000"/>
              </a:spcAft>
              <a:buNone/>
            </a:pPr>
            <a:r>
              <a:rPr lang="en-US" sz="1600" dirty="0">
                <a:solidFill>
                  <a:srgbClr val="000000"/>
                </a:solidFill>
              </a:rPr>
              <a:t>8) https://www.reddit.com/r/cars/comments/3v1c0z/animated_gif_of_a_turbocharged_engine/</a:t>
            </a:r>
          </a:p>
        </p:txBody>
      </p:sp>
    </p:spTree>
    <p:extLst>
      <p:ext uri="{BB962C8B-B14F-4D97-AF65-F5344CB8AC3E}">
        <p14:creationId xmlns:p14="http://schemas.microsoft.com/office/powerpoint/2010/main" val="3030023109"/>
      </p:ext>
    </p:extLst>
  </p:cSld>
  <p:clrMapOvr>
    <a:masterClrMapping/>
  </p:clrMapOvr>
  <p:transition>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02EB2-169F-9E56-1359-60C5CD889F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D49B2E-E64F-F761-11A1-3FB3023DC4C9}"/>
              </a:ext>
            </a:extLst>
          </p:cNvPr>
          <p:cNvSpPr>
            <a:spLocks noGrp="1"/>
          </p:cNvSpPr>
          <p:nvPr>
            <p:ph type="title"/>
          </p:nvPr>
        </p:nvSpPr>
        <p:spPr>
          <a:xfrm>
            <a:off x="304799" y="304655"/>
            <a:ext cx="8392313" cy="535531"/>
          </a:xfrm>
        </p:spPr>
        <p:txBody>
          <a:bodyPr/>
          <a:lstStyle/>
          <a:p>
            <a:r>
              <a:rPr lang="en-US" dirty="0"/>
              <a:t>References</a:t>
            </a:r>
          </a:p>
        </p:txBody>
      </p:sp>
      <p:sp>
        <p:nvSpPr>
          <p:cNvPr id="3" name="Text Placeholder 2">
            <a:extLst>
              <a:ext uri="{FF2B5EF4-FFF2-40B4-BE49-F238E27FC236}">
                <a16:creationId xmlns:a16="http://schemas.microsoft.com/office/drawing/2014/main" id="{EF511001-51A1-75C7-C13F-482BEFE69C1A}"/>
              </a:ext>
            </a:extLst>
          </p:cNvPr>
          <p:cNvSpPr>
            <a:spLocks noGrp="1"/>
          </p:cNvSpPr>
          <p:nvPr>
            <p:ph type="body" sz="quarter" idx="10"/>
          </p:nvPr>
        </p:nvSpPr>
        <p:spPr/>
        <p:txBody>
          <a:bodyPr>
            <a:normAutofit fontScale="85000" lnSpcReduction="20000"/>
          </a:bodyPr>
          <a:lstStyle/>
          <a:p>
            <a:pPr marL="0" indent="0">
              <a:spcAft>
                <a:spcPts val="1000"/>
              </a:spcAft>
              <a:buNone/>
            </a:pPr>
            <a:r>
              <a:rPr lang="en-US" altLang="ko-KR" sz="1600" dirty="0"/>
              <a:t>9) https://www.wartsila.com/encyclopedia/term/engine-room-arrangement</a:t>
            </a:r>
          </a:p>
          <a:p>
            <a:pPr marL="0" indent="0">
              <a:spcAft>
                <a:spcPts val="1000"/>
              </a:spcAft>
              <a:buNone/>
            </a:pPr>
            <a:r>
              <a:rPr lang="en-US" sz="1600" dirty="0">
                <a:solidFill>
                  <a:srgbClr val="000000"/>
                </a:solidFill>
              </a:rPr>
              <a:t>10) https://dir.indiamart.com/impcat/turbocharger-parts.html?biz=10</a:t>
            </a:r>
          </a:p>
          <a:p>
            <a:pPr marL="0" indent="0">
              <a:spcAft>
                <a:spcPts val="1000"/>
              </a:spcAft>
              <a:buNone/>
            </a:pPr>
            <a:r>
              <a:rPr lang="en-US" sz="1600" dirty="0">
                <a:solidFill>
                  <a:srgbClr val="000000"/>
                </a:solidFill>
              </a:rPr>
              <a:t>11) http://hyperphysics.phy-astr.gsu.edu/hbase/pber.html</a:t>
            </a:r>
          </a:p>
          <a:p>
            <a:pPr marL="0" indent="0">
              <a:spcAft>
                <a:spcPts val="1000"/>
              </a:spcAft>
              <a:buNone/>
            </a:pPr>
            <a:r>
              <a:rPr lang="en-US" sz="1600" dirty="0">
                <a:solidFill>
                  <a:srgbClr val="000000"/>
                </a:solidFill>
              </a:rPr>
              <a:t>12) https://www.youtube.com/watch?v=wykn-JTnacE</a:t>
            </a:r>
          </a:p>
          <a:p>
            <a:pPr marL="0" indent="0">
              <a:spcAft>
                <a:spcPts val="1000"/>
              </a:spcAft>
              <a:buNone/>
            </a:pPr>
            <a:r>
              <a:rPr lang="en-US" sz="1600" dirty="0">
                <a:solidFill>
                  <a:srgbClr val="000000"/>
                </a:solidFill>
              </a:rPr>
              <a:t>13) </a:t>
            </a:r>
            <a:r>
              <a:rPr lang="en-US" sz="1600" dirty="0">
                <a:solidFill>
                  <a:srgbClr val="000000"/>
                </a:solidFill>
                <a:hlinkClick r:id="rId2"/>
              </a:rPr>
              <a:t>https://www.niddk.nih.gov/news/media-library/17826</a:t>
            </a:r>
            <a:endParaRPr lang="en-US" sz="1600" dirty="0">
              <a:solidFill>
                <a:srgbClr val="000000"/>
              </a:solidFill>
            </a:endParaRPr>
          </a:p>
          <a:p>
            <a:pPr marL="0" indent="0">
              <a:spcAft>
                <a:spcPts val="1000"/>
              </a:spcAft>
              <a:buNone/>
            </a:pPr>
            <a:r>
              <a:rPr lang="en-US" sz="1600" dirty="0">
                <a:solidFill>
                  <a:srgbClr val="000000"/>
                </a:solidFill>
              </a:rPr>
              <a:t>14) https://megaturboss.com.mx/products/kit-gigante</a:t>
            </a:r>
          </a:p>
          <a:p>
            <a:pPr marL="0" indent="0">
              <a:spcAft>
                <a:spcPts val="1000"/>
              </a:spcAft>
              <a:buNone/>
            </a:pPr>
            <a:r>
              <a:rPr lang="en-US" sz="1600" dirty="0">
                <a:solidFill>
                  <a:srgbClr val="000000"/>
                </a:solidFill>
              </a:rPr>
              <a:t>15) </a:t>
            </a:r>
            <a:r>
              <a:rPr lang="en-US" sz="1600" dirty="0">
                <a:solidFill>
                  <a:srgbClr val="000000"/>
                </a:solidFill>
                <a:hlinkClick r:id="rId3"/>
              </a:rPr>
              <a:t>https://zeppelin-cat.dk/wp-content/uploads/2025/06/M32-008.pdf</a:t>
            </a:r>
            <a:endParaRPr lang="en-US" sz="1600" dirty="0">
              <a:solidFill>
                <a:srgbClr val="000000"/>
              </a:solidFill>
            </a:endParaRPr>
          </a:p>
          <a:p>
            <a:pPr marL="0" indent="0">
              <a:spcAft>
                <a:spcPts val="1000"/>
              </a:spcAft>
              <a:buNone/>
            </a:pPr>
            <a:r>
              <a:rPr lang="en-US" sz="1600" dirty="0">
                <a:solidFill>
                  <a:srgbClr val="000000"/>
                </a:solidFill>
              </a:rPr>
              <a:t>16) </a:t>
            </a:r>
            <a:r>
              <a:rPr lang="en-US" sz="1600" dirty="0">
                <a:solidFill>
                  <a:srgbClr val="000000"/>
                </a:solidFill>
                <a:hlinkClick r:id="rId3"/>
              </a:rPr>
              <a:t>https://zeppelin-cat.dk/wp-content/uploads/2025/06/M32-008.pdf</a:t>
            </a:r>
            <a:endParaRPr lang="en-US" sz="1600" dirty="0">
              <a:solidFill>
                <a:srgbClr val="000000"/>
              </a:solidFill>
            </a:endParaRPr>
          </a:p>
          <a:p>
            <a:pPr marL="0" indent="0">
              <a:spcAft>
                <a:spcPts val="1000"/>
              </a:spcAft>
              <a:buNone/>
            </a:pPr>
            <a:r>
              <a:rPr lang="en-US" sz="1600" dirty="0">
                <a:solidFill>
                  <a:srgbClr val="000000"/>
                </a:solidFill>
              </a:rPr>
              <a:t>17) </a:t>
            </a:r>
            <a:r>
              <a:rPr lang="en-US" sz="1600" dirty="0">
                <a:solidFill>
                  <a:srgbClr val="000000"/>
                </a:solidFill>
                <a:hlinkClick r:id="rId4"/>
              </a:rPr>
              <a:t>https://ko.wikipedia.org/wiki/ABB_%EA%B7%B8%EB%A3%B9</a:t>
            </a:r>
            <a:endParaRPr lang="en-US" sz="1600" dirty="0">
              <a:solidFill>
                <a:srgbClr val="000000"/>
              </a:solidFill>
            </a:endParaRPr>
          </a:p>
          <a:p>
            <a:pPr marL="0" indent="0">
              <a:spcAft>
                <a:spcPts val="1000"/>
              </a:spcAft>
              <a:buNone/>
            </a:pPr>
            <a:r>
              <a:rPr lang="en-US" sz="1600" dirty="0">
                <a:solidFill>
                  <a:srgbClr val="000000"/>
                </a:solidFill>
              </a:rPr>
              <a:t>18) </a:t>
            </a:r>
            <a:r>
              <a:rPr lang="en-US" sz="1600" dirty="0">
                <a:solidFill>
                  <a:srgbClr val="000000"/>
                </a:solidFill>
                <a:hlinkClick r:id="rId5"/>
              </a:rPr>
              <a:t>https://convalve.eu/language/en/how-ball-valves-work/</a:t>
            </a:r>
            <a:endParaRPr lang="en-US" sz="1600" dirty="0">
              <a:solidFill>
                <a:srgbClr val="000000"/>
              </a:solidFill>
            </a:endParaRPr>
          </a:p>
          <a:p>
            <a:pPr marL="0" indent="0">
              <a:spcAft>
                <a:spcPts val="1000"/>
              </a:spcAft>
              <a:buNone/>
            </a:pPr>
            <a:r>
              <a:rPr lang="en-US" sz="1600" dirty="0">
                <a:solidFill>
                  <a:srgbClr val="000000"/>
                </a:solidFill>
              </a:rPr>
              <a:t>19) https://www.youtube.com/watch?v=ARFYhjszrpk</a:t>
            </a:r>
          </a:p>
        </p:txBody>
      </p:sp>
    </p:spTree>
    <p:extLst>
      <p:ext uri="{BB962C8B-B14F-4D97-AF65-F5344CB8AC3E}">
        <p14:creationId xmlns:p14="http://schemas.microsoft.com/office/powerpoint/2010/main" val="4282015703"/>
      </p:ext>
    </p:extLst>
  </p:cSld>
  <p:clrMapOvr>
    <a:masterClrMapping/>
  </p:clrMapOvr>
  <p:transition>
    <p:wipe dir="r"/>
  </p:transition>
</p:sld>
</file>

<file path=ppt/theme/theme1.xml><?xml version="1.0" encoding="utf-8"?>
<a:theme xmlns:a="http://schemas.openxmlformats.org/drawingml/2006/main" name="1_Office Theme">
  <a:themeElements>
    <a:clrScheme name="Custom 48">
      <a:dk1>
        <a:sysClr val="windowText" lastClr="000000"/>
      </a:dk1>
      <a:lt1>
        <a:sysClr val="window" lastClr="FFFFFF"/>
      </a:lt1>
      <a:dk2>
        <a:srgbClr val="696253"/>
      </a:dk2>
      <a:lt2>
        <a:srgbClr val="B9AE98"/>
      </a:lt2>
      <a:accent1>
        <a:srgbClr val="8C1515"/>
      </a:accent1>
      <a:accent2>
        <a:srgbClr val="718899"/>
      </a:accent2>
      <a:accent3>
        <a:srgbClr val="ED9A4F"/>
      </a:accent3>
      <a:accent4>
        <a:srgbClr val="A4B924"/>
      </a:accent4>
      <a:accent5>
        <a:srgbClr val="D9C393"/>
      </a:accent5>
      <a:accent6>
        <a:srgbClr val="104B35"/>
      </a:accent6>
      <a:hlink>
        <a:srgbClr val="563249"/>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cap="flat" cmpd="sng" algn="ctr">
          <a:solidFill>
            <a:schemeClr val="bg2"/>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nSpc>
            <a:spcPct val="90000"/>
          </a:lnSpc>
          <a:defRPr dirty="0" smtClean="0">
            <a:solidFill>
              <a:srgbClr val="696253"/>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3924</TotalTime>
  <Words>2270</Words>
  <Application>Microsoft Office PowerPoint</Application>
  <PresentationFormat>화면 슬라이드 쇼(16:9)</PresentationFormat>
  <Paragraphs>252</Paragraphs>
  <Slides>46</Slides>
  <Notes>9</Notes>
  <HiddenSlides>0</HiddenSlides>
  <MMClips>6</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46</vt:i4>
      </vt:variant>
    </vt:vector>
  </HeadingPairs>
  <TitlesOfParts>
    <vt:vector size="50" baseType="lpstr">
      <vt:lpstr>Calibri</vt:lpstr>
      <vt:lpstr>Arial</vt:lpstr>
      <vt:lpstr>Bauhaus 93</vt:lpstr>
      <vt:lpstr>1_Office Theme</vt:lpstr>
      <vt:lpstr>PowerPoint 프레젠테이션</vt:lpstr>
      <vt:lpstr>Lesson content for each week</vt:lpstr>
      <vt:lpstr>What is Turbocharger (T/C)?  </vt:lpstr>
      <vt:lpstr>Turbocharger (T/C)  </vt:lpstr>
      <vt:lpstr>Turbocharger (T/C)  </vt:lpstr>
      <vt:lpstr>Turbocharger (T/C)  </vt:lpstr>
      <vt:lpstr>Turbocharger (T/C) </vt:lpstr>
      <vt:lpstr>Turbocharger (T/C)  </vt:lpstr>
      <vt:lpstr>Turbocharger (T/C)  </vt:lpstr>
      <vt:lpstr>Turbocharger (T/C)  </vt:lpstr>
      <vt:lpstr>Turbocharger (T/C)  </vt:lpstr>
      <vt:lpstr>Turbocharger (T/C)  </vt:lpstr>
      <vt:lpstr>Turbocharger (T/C)  </vt:lpstr>
      <vt:lpstr>Lubricant flow in the Turbocharger (T/C)  </vt:lpstr>
      <vt:lpstr>Turbocharger (T/C)  </vt:lpstr>
      <vt:lpstr>Turbocharger (T/C)  </vt:lpstr>
      <vt:lpstr>Components of T/C</vt:lpstr>
      <vt:lpstr>Components of T/C</vt:lpstr>
      <vt:lpstr>Components of T/C</vt:lpstr>
      <vt:lpstr>Components of T/C</vt:lpstr>
      <vt:lpstr>Components of T/C</vt:lpstr>
      <vt:lpstr>Radial clearances N and R for T/C</vt:lpstr>
      <vt:lpstr>Radial clearances N and R for T/C</vt:lpstr>
      <vt:lpstr>Components of T/C</vt:lpstr>
      <vt:lpstr>Components of T/C</vt:lpstr>
      <vt:lpstr>PowerPoint 프레젠테이션</vt:lpstr>
      <vt:lpstr>Cleaning of T/C  </vt:lpstr>
      <vt:lpstr>Cleaning of T/C  </vt:lpstr>
      <vt:lpstr>Cleaning of T/C  </vt:lpstr>
      <vt:lpstr>Dry cleaning of T/C turbine side </vt:lpstr>
      <vt:lpstr>Water washing of T/C turbine side </vt:lpstr>
      <vt:lpstr>T/C cleaning for compressor and turbine sides </vt:lpstr>
      <vt:lpstr>T/C cleaning for compressor</vt:lpstr>
      <vt:lpstr>T/C cleaning for compressor</vt:lpstr>
      <vt:lpstr>T/C cleaning for compressor</vt:lpstr>
      <vt:lpstr>T/C cleaning for compressor and turbine sides </vt:lpstr>
      <vt:lpstr>T/C system</vt:lpstr>
      <vt:lpstr>Troubleshooting for T/C</vt:lpstr>
      <vt:lpstr>Troubleshooting for T/C</vt:lpstr>
      <vt:lpstr>T/C surging on G/E</vt:lpstr>
      <vt:lpstr>Troubleshooting for T/C</vt:lpstr>
      <vt:lpstr>Troubleshooting for T/C</vt:lpstr>
      <vt:lpstr>Troubleshooting for T/C</vt:lpstr>
      <vt:lpstr>Troubleshooting for T/C</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SoM Dean  Office</dc:creator>
  <cp:lastModifiedBy>MINHO PARK</cp:lastModifiedBy>
  <cp:revision>9</cp:revision>
  <dcterms:created xsi:type="dcterms:W3CDTF">2015-04-29T17:53:16Z</dcterms:created>
  <dcterms:modified xsi:type="dcterms:W3CDTF">2025-09-21T12:58:42Z</dcterms:modified>
</cp:coreProperties>
</file>